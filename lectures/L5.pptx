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  <p:sldMasterId id="2147483694" r:id="rId5"/>
    <p:sldMasterId id="2147483703" r:id="rId6"/>
    <p:sldMasterId id="2147483718" r:id="rId7"/>
    <p:sldMasterId id="2147483712" r:id="rId8"/>
  </p:sldMasterIdLst>
  <p:notesMasterIdLst>
    <p:notesMasterId r:id="rId20"/>
  </p:notesMasterIdLst>
  <p:handoutMasterIdLst>
    <p:handoutMasterId r:id="rId21"/>
  </p:handoutMasterIdLst>
  <p:sldIdLst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 Mattia Alessandro Edoardo Giorgio David" initials="DMAEGD" lastIdx="1" clrIdx="0">
    <p:extLst>
      <p:ext uri="{19B8F6BF-5375-455C-9EA6-DF929625EA0E}">
        <p15:presenceInfo xmlns:p15="http://schemas.microsoft.com/office/powerpoint/2012/main" userId="S::aldi@himolde.no::f8954a66-e5ad-4a1c-9536-1d2117047f5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A592"/>
    <a:srgbClr val="0000FF"/>
    <a:srgbClr val="E97C67"/>
    <a:srgbClr val="005CA3"/>
    <a:srgbClr val="2E538D"/>
    <a:srgbClr val="EDF6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4694"/>
  </p:normalViewPr>
  <p:slideViewPr>
    <p:cSldViewPr snapToGrid="0" snapToObjects="1">
      <p:cViewPr>
        <p:scale>
          <a:sx n="125" d="100"/>
          <a:sy n="125" d="100"/>
        </p:scale>
        <p:origin x="14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6" d="100"/>
          <a:sy n="96" d="100"/>
        </p:scale>
        <p:origin x="2784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 Mattia Alessandro Edoardo Giorgio David" userId="f8954a66-e5ad-4a1c-9536-1d2117047f5f" providerId="ADAL" clId="{CDD3A680-70A0-4B3B-95E5-5D6AACE401AF}"/>
    <pc:docChg chg="undo custSel addSld delSld modSld modMainMaster">
      <pc:chgData name="Di Mattia Alessandro Edoardo Giorgio David" userId="f8954a66-e5ad-4a1c-9536-1d2117047f5f" providerId="ADAL" clId="{CDD3A680-70A0-4B3B-95E5-5D6AACE401AF}" dt="2021-09-20T07:53:19.585" v="11546" actId="20577"/>
      <pc:docMkLst>
        <pc:docMk/>
      </pc:docMkLst>
      <pc:sldChg chg="modSp mod">
        <pc:chgData name="Di Mattia Alessandro Edoardo Giorgio David" userId="f8954a66-e5ad-4a1c-9536-1d2117047f5f" providerId="ADAL" clId="{CDD3A680-70A0-4B3B-95E5-5D6AACE401AF}" dt="2021-08-26T09:10:39.819" v="1" actId="20577"/>
        <pc:sldMkLst>
          <pc:docMk/>
          <pc:sldMk cId="2290804199" sldId="283"/>
        </pc:sldMkLst>
        <pc:spChg chg="mod">
          <ac:chgData name="Di Mattia Alessandro Edoardo Giorgio David" userId="f8954a66-e5ad-4a1c-9536-1d2117047f5f" providerId="ADAL" clId="{CDD3A680-70A0-4B3B-95E5-5D6AACE401AF}" dt="2021-08-26T09:10:39.819" v="1" actId="20577"/>
          <ac:spMkLst>
            <pc:docMk/>
            <pc:sldMk cId="2290804199" sldId="283"/>
            <ac:spMk id="3" creationId="{2649062A-E431-4830-8792-8C3AA0B072C3}"/>
          </ac:spMkLst>
        </pc:spChg>
      </pc:sldChg>
      <pc:sldChg chg="modSp mod">
        <pc:chgData name="Di Mattia Alessandro Edoardo Giorgio David" userId="f8954a66-e5ad-4a1c-9536-1d2117047f5f" providerId="ADAL" clId="{CDD3A680-70A0-4B3B-95E5-5D6AACE401AF}" dt="2021-09-17T13:47:17.058" v="10862" actId="20577"/>
        <pc:sldMkLst>
          <pc:docMk/>
          <pc:sldMk cId="2746722792" sldId="284"/>
        </pc:sldMkLst>
        <pc:spChg chg="mod">
          <ac:chgData name="Di Mattia Alessandro Edoardo Giorgio David" userId="f8954a66-e5ad-4a1c-9536-1d2117047f5f" providerId="ADAL" clId="{CDD3A680-70A0-4B3B-95E5-5D6AACE401AF}" dt="2021-09-17T13:47:17.058" v="10862" actId="20577"/>
          <ac:spMkLst>
            <pc:docMk/>
            <pc:sldMk cId="2746722792" sldId="284"/>
            <ac:spMk id="3" creationId="{9662AD80-86AD-4C0B-8BB2-DF45089F67F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09:46:30.223" v="244" actId="113"/>
        <pc:sldMkLst>
          <pc:docMk/>
          <pc:sldMk cId="136307228" sldId="285"/>
        </pc:sldMkLst>
        <pc:spChg chg="mod">
          <ac:chgData name="Di Mattia Alessandro Edoardo Giorgio David" userId="f8954a66-e5ad-4a1c-9536-1d2117047f5f" providerId="ADAL" clId="{CDD3A680-70A0-4B3B-95E5-5D6AACE401AF}" dt="2021-08-26T09:40:58.657" v="220" actId="122"/>
          <ac:spMkLst>
            <pc:docMk/>
            <pc:sldMk cId="136307228" sldId="285"/>
            <ac:spMk id="2" creationId="{13364F0A-C956-4FF9-9CEF-8828D3BF48F1}"/>
          </ac:spMkLst>
        </pc:spChg>
        <pc:spChg chg="mod">
          <ac:chgData name="Di Mattia Alessandro Edoardo Giorgio David" userId="f8954a66-e5ad-4a1c-9536-1d2117047f5f" providerId="ADAL" clId="{CDD3A680-70A0-4B3B-95E5-5D6AACE401AF}" dt="2021-08-26T09:46:30.223" v="244" actId="113"/>
          <ac:spMkLst>
            <pc:docMk/>
            <pc:sldMk cId="136307228" sldId="285"/>
            <ac:spMk id="3" creationId="{79E0C796-771F-4F4F-BD64-A5F8042C9B70}"/>
          </ac:spMkLst>
        </pc:spChg>
      </pc:sldChg>
      <pc:sldChg chg="modSp add mod">
        <pc:chgData name="Di Mattia Alessandro Edoardo Giorgio David" userId="f8954a66-e5ad-4a1c-9536-1d2117047f5f" providerId="ADAL" clId="{CDD3A680-70A0-4B3B-95E5-5D6AACE401AF}" dt="2021-08-26T09:58:37.901" v="572" actId="20577"/>
        <pc:sldMkLst>
          <pc:docMk/>
          <pc:sldMk cId="397456170" sldId="286"/>
        </pc:sldMkLst>
        <pc:spChg chg="mod">
          <ac:chgData name="Di Mattia Alessandro Edoardo Giorgio David" userId="f8954a66-e5ad-4a1c-9536-1d2117047f5f" providerId="ADAL" clId="{CDD3A680-70A0-4B3B-95E5-5D6AACE401AF}" dt="2021-08-26T09:58:37.901" v="572" actId="20577"/>
          <ac:spMkLst>
            <pc:docMk/>
            <pc:sldMk cId="397456170" sldId="286"/>
            <ac:spMk id="3" creationId="{79E0C796-771F-4F4F-BD64-A5F8042C9B70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10:00:26.785" v="582" actId="207"/>
        <pc:sldMkLst>
          <pc:docMk/>
          <pc:sldMk cId="2987841737" sldId="287"/>
        </pc:sldMkLst>
        <pc:spChg chg="mod">
          <ac:chgData name="Di Mattia Alessandro Edoardo Giorgio David" userId="f8954a66-e5ad-4a1c-9536-1d2117047f5f" providerId="ADAL" clId="{CDD3A680-70A0-4B3B-95E5-5D6AACE401AF}" dt="2021-08-26T09:59:03.589" v="575" actId="122"/>
          <ac:spMkLst>
            <pc:docMk/>
            <pc:sldMk cId="2987841737" sldId="287"/>
            <ac:spMk id="2" creationId="{29E4B2AC-724E-4310-ABA4-45F34D1DBEC3}"/>
          </ac:spMkLst>
        </pc:spChg>
        <pc:spChg chg="mod">
          <ac:chgData name="Di Mattia Alessandro Edoardo Giorgio David" userId="f8954a66-e5ad-4a1c-9536-1d2117047f5f" providerId="ADAL" clId="{CDD3A680-70A0-4B3B-95E5-5D6AACE401AF}" dt="2021-08-26T10:00:26.785" v="582" actId="207"/>
          <ac:spMkLst>
            <pc:docMk/>
            <pc:sldMk cId="2987841737" sldId="287"/>
            <ac:spMk id="3" creationId="{6EE23F1E-20E5-4102-B6A7-04F181C40717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02:49.241" v="594" actId="1440"/>
        <pc:sldMkLst>
          <pc:docMk/>
          <pc:sldMk cId="3177459641" sldId="288"/>
        </pc:sldMkLst>
        <pc:spChg chg="del">
          <ac:chgData name="Di Mattia Alessandro Edoardo Giorgio David" userId="f8954a66-e5ad-4a1c-9536-1d2117047f5f" providerId="ADAL" clId="{CDD3A680-70A0-4B3B-95E5-5D6AACE401AF}" dt="2021-08-26T10:01:06.005" v="586" actId="700"/>
          <ac:spMkLst>
            <pc:docMk/>
            <pc:sldMk cId="3177459641" sldId="288"/>
            <ac:spMk id="2" creationId="{2C6FAD34-5A9B-4494-BBDB-1AF1DC64B671}"/>
          </ac:spMkLst>
        </pc:spChg>
        <pc:spChg chg="del">
          <ac:chgData name="Di Mattia Alessandro Edoardo Giorgio David" userId="f8954a66-e5ad-4a1c-9536-1d2117047f5f" providerId="ADAL" clId="{CDD3A680-70A0-4B3B-95E5-5D6AACE401AF}" dt="2021-08-26T10:01:06.005" v="586" actId="700"/>
          <ac:spMkLst>
            <pc:docMk/>
            <pc:sldMk cId="3177459641" sldId="288"/>
            <ac:spMk id="3" creationId="{2244814B-5F25-4985-A4E6-CDB097CF4643}"/>
          </ac:spMkLst>
        </pc:spChg>
        <pc:graphicFrameChg chg="add del mod">
          <ac:chgData name="Di Mattia Alessandro Edoardo Giorgio David" userId="f8954a66-e5ad-4a1c-9536-1d2117047f5f" providerId="ADAL" clId="{CDD3A680-70A0-4B3B-95E5-5D6AACE401AF}" dt="2021-08-26T10:00:55.153" v="585"/>
          <ac:graphicFrameMkLst>
            <pc:docMk/>
            <pc:sldMk cId="3177459641" sldId="288"/>
            <ac:graphicFrameMk id="4" creationId="{251178BF-5555-4A79-A392-7ABB33DEA460}"/>
          </ac:graphicFrameMkLst>
        </pc:graphicFrameChg>
        <pc:picChg chg="add mod">
          <ac:chgData name="Di Mattia Alessandro Edoardo Giorgio David" userId="f8954a66-e5ad-4a1c-9536-1d2117047f5f" providerId="ADAL" clId="{CDD3A680-70A0-4B3B-95E5-5D6AACE401AF}" dt="2021-08-26T10:02:49.241" v="594" actId="1440"/>
          <ac:picMkLst>
            <pc:docMk/>
            <pc:sldMk cId="3177459641" sldId="288"/>
            <ac:picMk id="5" creationId="{EE893D25-5C6C-41F5-B226-50D51955D728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8-26T10:03:48.981" v="617" actId="15"/>
        <pc:sldMkLst>
          <pc:docMk/>
          <pc:sldMk cId="1800017578" sldId="289"/>
        </pc:sldMkLst>
        <pc:spChg chg="add mod">
          <ac:chgData name="Di Mattia Alessandro Edoardo Giorgio David" userId="f8954a66-e5ad-4a1c-9536-1d2117047f5f" providerId="ADAL" clId="{CDD3A680-70A0-4B3B-95E5-5D6AACE401AF}" dt="2021-08-26T10:03:29.418" v="612" actId="20577"/>
          <ac:spMkLst>
            <pc:docMk/>
            <pc:sldMk cId="1800017578" sldId="289"/>
            <ac:spMk id="2" creationId="{9EC5949A-A5F1-402C-A5BC-9451C240E1E7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03:48.981" v="617" actId="15"/>
          <ac:spMkLst>
            <pc:docMk/>
            <pc:sldMk cId="1800017578" sldId="289"/>
            <ac:spMk id="3" creationId="{27098DF3-E07F-41C3-AE3D-3553CFA94A28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06:16.881" v="625" actId="12788"/>
        <pc:sldMkLst>
          <pc:docMk/>
          <pc:sldMk cId="189423430" sldId="290"/>
        </pc:sldMkLst>
        <pc:spChg chg="del">
          <ac:chgData name="Di Mattia Alessandro Edoardo Giorgio David" userId="f8954a66-e5ad-4a1c-9536-1d2117047f5f" providerId="ADAL" clId="{CDD3A680-70A0-4B3B-95E5-5D6AACE401AF}" dt="2021-08-26T10:05:39.896" v="619" actId="700"/>
          <ac:spMkLst>
            <pc:docMk/>
            <pc:sldMk cId="189423430" sldId="290"/>
            <ac:spMk id="2" creationId="{898F21F0-655D-47E1-887F-C7885B1199C5}"/>
          </ac:spMkLst>
        </pc:spChg>
        <pc:spChg chg="del">
          <ac:chgData name="Di Mattia Alessandro Edoardo Giorgio David" userId="f8954a66-e5ad-4a1c-9536-1d2117047f5f" providerId="ADAL" clId="{CDD3A680-70A0-4B3B-95E5-5D6AACE401AF}" dt="2021-08-26T10:05:39.896" v="619" actId="700"/>
          <ac:spMkLst>
            <pc:docMk/>
            <pc:sldMk cId="189423430" sldId="290"/>
            <ac:spMk id="3" creationId="{F4BE46A5-D9F8-432D-A301-5FBD10404EA5}"/>
          </ac:spMkLst>
        </pc:spChg>
        <pc:graphicFrameChg chg="add mod">
          <ac:chgData name="Di Mattia Alessandro Edoardo Giorgio David" userId="f8954a66-e5ad-4a1c-9536-1d2117047f5f" providerId="ADAL" clId="{CDD3A680-70A0-4B3B-95E5-5D6AACE401AF}" dt="2021-08-26T10:06:16.881" v="625" actId="12788"/>
          <ac:graphicFrameMkLst>
            <pc:docMk/>
            <pc:sldMk cId="189423430" sldId="290"/>
            <ac:graphicFrameMk id="4" creationId="{4C748AAC-A9B2-4721-B877-FBEF2ADD9BC1}"/>
          </ac:graphicFrameMkLst>
        </pc:graphicFrame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8-26T10:10:26.684" v="718" actId="20577"/>
        <pc:sldMkLst>
          <pc:docMk/>
          <pc:sldMk cId="2279340633" sldId="291"/>
        </pc:sldMkLst>
        <pc:spChg chg="add mod">
          <ac:chgData name="Di Mattia Alessandro Edoardo Giorgio David" userId="f8954a66-e5ad-4a1c-9536-1d2117047f5f" providerId="ADAL" clId="{CDD3A680-70A0-4B3B-95E5-5D6AACE401AF}" dt="2021-08-26T10:07:00.544" v="629" actId="122"/>
          <ac:spMkLst>
            <pc:docMk/>
            <pc:sldMk cId="2279340633" sldId="291"/>
            <ac:spMk id="2" creationId="{889A99B6-7F27-4B51-B07F-BBF07C22C426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0:26.684" v="718" actId="20577"/>
          <ac:spMkLst>
            <pc:docMk/>
            <pc:sldMk cId="2279340633" sldId="291"/>
            <ac:spMk id="3" creationId="{BA3E679B-111F-42A4-B459-693A455908DE}"/>
          </ac:spMkLst>
        </pc:spChg>
      </pc:sldChg>
      <pc:sldChg chg="addSp modSp new mod">
        <pc:chgData name="Di Mattia Alessandro Edoardo Giorgio David" userId="f8954a66-e5ad-4a1c-9536-1d2117047f5f" providerId="ADAL" clId="{CDD3A680-70A0-4B3B-95E5-5D6AACE401AF}" dt="2021-08-26T10:14:16.566" v="735"/>
        <pc:sldMkLst>
          <pc:docMk/>
          <pc:sldMk cId="3371114497" sldId="292"/>
        </pc:sldMkLst>
        <pc:spChg chg="mod">
          <ac:chgData name="Di Mattia Alessandro Edoardo Giorgio David" userId="f8954a66-e5ad-4a1c-9536-1d2117047f5f" providerId="ADAL" clId="{CDD3A680-70A0-4B3B-95E5-5D6AACE401AF}" dt="2021-08-26T10:14:16.566" v="735"/>
          <ac:spMkLst>
            <pc:docMk/>
            <pc:sldMk cId="3371114497" sldId="292"/>
            <ac:spMk id="2" creationId="{224D3D06-2AB5-4B2A-86E4-99BC6A84B544}"/>
          </ac:spMkLst>
        </pc:spChg>
        <pc:spChg chg="mod">
          <ac:chgData name="Di Mattia Alessandro Edoardo Giorgio David" userId="f8954a66-e5ad-4a1c-9536-1d2117047f5f" providerId="ADAL" clId="{CDD3A680-70A0-4B3B-95E5-5D6AACE401AF}" dt="2021-08-26T10:13:47.507" v="732" actId="15"/>
          <ac:spMkLst>
            <pc:docMk/>
            <pc:sldMk cId="3371114497" sldId="292"/>
            <ac:spMk id="3" creationId="{6CE27645-0773-4A46-B2BB-80E82FE726DA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14:00.170" v="734" actId="1076"/>
          <ac:picMkLst>
            <pc:docMk/>
            <pc:sldMk cId="3371114497" sldId="292"/>
            <ac:picMk id="4" creationId="{7DDAC425-D4D8-47C4-934C-767A69AD8BB3}"/>
          </ac:picMkLst>
        </pc:picChg>
      </pc:sldChg>
      <pc:sldChg chg="addSp delSp modSp add mod">
        <pc:chgData name="Di Mattia Alessandro Edoardo Giorgio David" userId="f8954a66-e5ad-4a1c-9536-1d2117047f5f" providerId="ADAL" clId="{CDD3A680-70A0-4B3B-95E5-5D6AACE401AF}" dt="2021-08-26T10:15:39.018" v="750" actId="1076"/>
        <pc:sldMkLst>
          <pc:docMk/>
          <pc:sldMk cId="1501790977" sldId="293"/>
        </pc:sldMkLst>
        <pc:spChg chg="mod">
          <ac:chgData name="Di Mattia Alessandro Edoardo Giorgio David" userId="f8954a66-e5ad-4a1c-9536-1d2117047f5f" providerId="ADAL" clId="{CDD3A680-70A0-4B3B-95E5-5D6AACE401AF}" dt="2021-08-26T10:15:26.467" v="748" actId="15"/>
          <ac:spMkLst>
            <pc:docMk/>
            <pc:sldMk cId="1501790977" sldId="293"/>
            <ac:spMk id="3" creationId="{6CE27645-0773-4A46-B2BB-80E82FE726DA}"/>
          </ac:spMkLst>
        </pc:spChg>
        <pc:picChg chg="del">
          <ac:chgData name="Di Mattia Alessandro Edoardo Giorgio David" userId="f8954a66-e5ad-4a1c-9536-1d2117047f5f" providerId="ADAL" clId="{CDD3A680-70A0-4B3B-95E5-5D6AACE401AF}" dt="2021-08-26T10:14:23.921" v="737" actId="478"/>
          <ac:picMkLst>
            <pc:docMk/>
            <pc:sldMk cId="1501790977" sldId="293"/>
            <ac:picMk id="4" creationId="{7DDAC425-D4D8-47C4-934C-767A69AD8BB3}"/>
          </ac:picMkLst>
        </pc:picChg>
        <pc:picChg chg="add mod">
          <ac:chgData name="Di Mattia Alessandro Edoardo Giorgio David" userId="f8954a66-e5ad-4a1c-9536-1d2117047f5f" providerId="ADAL" clId="{CDD3A680-70A0-4B3B-95E5-5D6AACE401AF}" dt="2021-08-26T10:15:39.018" v="750" actId="1076"/>
          <ac:picMkLst>
            <pc:docMk/>
            <pc:sldMk cId="1501790977" sldId="293"/>
            <ac:picMk id="5" creationId="{C12619F1-2EF3-4D29-BEA0-824A510CE527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DD3A680-70A0-4B3B-95E5-5D6AACE401AF}" dt="2021-08-26T10:18:43.214" v="769" actId="14100"/>
        <pc:sldMkLst>
          <pc:docMk/>
          <pc:sldMk cId="422741358" sldId="294"/>
        </pc:sldMkLst>
        <pc:spChg chg="del">
          <ac:chgData name="Di Mattia Alessandro Edoardo Giorgio David" userId="f8954a66-e5ad-4a1c-9536-1d2117047f5f" providerId="ADAL" clId="{CDD3A680-70A0-4B3B-95E5-5D6AACE401AF}" dt="2021-08-26T10:15:54.736" v="752" actId="700"/>
          <ac:spMkLst>
            <pc:docMk/>
            <pc:sldMk cId="422741358" sldId="294"/>
            <ac:spMk id="2" creationId="{CECCA60E-97F5-4E57-9820-2D263E9B14F7}"/>
          </ac:spMkLst>
        </pc:spChg>
        <pc:spChg chg="del">
          <ac:chgData name="Di Mattia Alessandro Edoardo Giorgio David" userId="f8954a66-e5ad-4a1c-9536-1d2117047f5f" providerId="ADAL" clId="{CDD3A680-70A0-4B3B-95E5-5D6AACE401AF}" dt="2021-08-26T10:15:54.736" v="752" actId="700"/>
          <ac:spMkLst>
            <pc:docMk/>
            <pc:sldMk cId="422741358" sldId="294"/>
            <ac:spMk id="3" creationId="{57A994E3-4431-4C44-9874-304D2DF5CEB2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8:43.214" v="769" actId="14100"/>
          <ac:spMkLst>
            <pc:docMk/>
            <pc:sldMk cId="422741358" sldId="294"/>
            <ac:spMk id="6" creationId="{35358B06-1DE5-45DE-912A-765465560813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8:31.401" v="768" actId="1076"/>
          <ac:spMkLst>
            <pc:docMk/>
            <pc:sldMk cId="422741358" sldId="294"/>
            <ac:spMk id="7" creationId="{B6677616-D2C0-4E60-8A4C-14DCF135BB79}"/>
          </ac:spMkLst>
        </pc:spChg>
        <pc:graphicFrameChg chg="add del mod">
          <ac:chgData name="Di Mattia Alessandro Edoardo Giorgio David" userId="f8954a66-e5ad-4a1c-9536-1d2117047f5f" providerId="ADAL" clId="{CDD3A680-70A0-4B3B-95E5-5D6AACE401AF}" dt="2021-08-26T10:15:56.968" v="754"/>
          <ac:graphicFrameMkLst>
            <pc:docMk/>
            <pc:sldMk cId="422741358" sldId="294"/>
            <ac:graphicFrameMk id="4" creationId="{5B8E0FA0-6CF8-4B0A-ADCD-99E317352CEC}"/>
          </ac:graphicFrameMkLst>
        </pc:graphicFrameChg>
        <pc:picChg chg="add mod">
          <ac:chgData name="Di Mattia Alessandro Edoardo Giorgio David" userId="f8954a66-e5ad-4a1c-9536-1d2117047f5f" providerId="ADAL" clId="{CDD3A680-70A0-4B3B-95E5-5D6AACE401AF}" dt="2021-08-26T10:16:40.792" v="757" actId="1076"/>
          <ac:picMkLst>
            <pc:docMk/>
            <pc:sldMk cId="422741358" sldId="294"/>
            <ac:picMk id="5" creationId="{9DC4631B-7CBE-4B38-B9E6-0BD97BFE0FD2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3:53:44.274" v="10863" actId="255"/>
        <pc:sldMkLst>
          <pc:docMk/>
          <pc:sldMk cId="3804130750" sldId="295"/>
        </pc:sldMkLst>
        <pc:spChg chg="add mod">
          <ac:chgData name="Di Mattia Alessandro Edoardo Giorgio David" userId="f8954a66-e5ad-4a1c-9536-1d2117047f5f" providerId="ADAL" clId="{CDD3A680-70A0-4B3B-95E5-5D6AACE401AF}" dt="2021-08-26T10:19:35.349" v="773" actId="122"/>
          <ac:spMkLst>
            <pc:docMk/>
            <pc:sldMk cId="3804130750" sldId="295"/>
            <ac:spMk id="2" creationId="{9CAD3991-4B66-4F2F-BD1E-7FEED8CFF078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3:53:44.274" v="10863" actId="255"/>
          <ac:spMkLst>
            <pc:docMk/>
            <pc:sldMk cId="3804130750" sldId="295"/>
            <ac:spMk id="3" creationId="{0286D78F-1918-4503-AF56-191C2B39DB8A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21:58.881" v="788" actId="12789"/>
        <pc:sldMkLst>
          <pc:docMk/>
          <pc:sldMk cId="2958941754" sldId="296"/>
        </pc:sldMkLst>
        <pc:spChg chg="del">
          <ac:chgData name="Di Mattia Alessandro Edoardo Giorgio David" userId="f8954a66-e5ad-4a1c-9536-1d2117047f5f" providerId="ADAL" clId="{CDD3A680-70A0-4B3B-95E5-5D6AACE401AF}" dt="2021-08-26T10:21:34.427" v="784" actId="700"/>
          <ac:spMkLst>
            <pc:docMk/>
            <pc:sldMk cId="2958941754" sldId="296"/>
            <ac:spMk id="2" creationId="{BAB49A7D-34B3-43C3-8C60-F1BB3C90FF99}"/>
          </ac:spMkLst>
        </pc:spChg>
        <pc:spChg chg="del">
          <ac:chgData name="Di Mattia Alessandro Edoardo Giorgio David" userId="f8954a66-e5ad-4a1c-9536-1d2117047f5f" providerId="ADAL" clId="{CDD3A680-70A0-4B3B-95E5-5D6AACE401AF}" dt="2021-08-26T10:21:34.427" v="784" actId="700"/>
          <ac:spMkLst>
            <pc:docMk/>
            <pc:sldMk cId="2958941754" sldId="296"/>
            <ac:spMk id="3" creationId="{05C212EC-BEAB-44F1-910E-41719B6785DF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21:58.881" v="788" actId="12789"/>
          <ac:picMkLst>
            <pc:docMk/>
            <pc:sldMk cId="2958941754" sldId="296"/>
            <ac:picMk id="4" creationId="{481E0528-CDB3-4A64-8201-464948C26A53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26:27.956" v="793"/>
        <pc:sldMkLst>
          <pc:docMk/>
          <pc:sldMk cId="751128815" sldId="297"/>
        </pc:sldMkLst>
        <pc:spChg chg="add mod">
          <ac:chgData name="Di Mattia Alessandro Edoardo Giorgio David" userId="f8954a66-e5ad-4a1c-9536-1d2117047f5f" providerId="ADAL" clId="{CDD3A680-70A0-4B3B-95E5-5D6AACE401AF}" dt="2021-08-26T10:25:21.196" v="792" actId="122"/>
          <ac:spMkLst>
            <pc:docMk/>
            <pc:sldMk cId="751128815" sldId="297"/>
            <ac:spMk id="2" creationId="{BB602728-82E4-431F-A781-BA0C9656C09C}"/>
          </ac:spMkLst>
        </pc:spChg>
        <pc:spChg chg="add del mod">
          <ac:chgData name="Di Mattia Alessandro Edoardo Giorgio David" userId="f8954a66-e5ad-4a1c-9536-1d2117047f5f" providerId="ADAL" clId="{CDD3A680-70A0-4B3B-95E5-5D6AACE401AF}" dt="2021-08-26T10:26:27.956" v="793"/>
          <ac:spMkLst>
            <pc:docMk/>
            <pc:sldMk cId="751128815" sldId="297"/>
            <ac:spMk id="3" creationId="{6404D91C-0FB5-4998-80CA-0E23E503337A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26:27.956" v="793"/>
          <ac:picMkLst>
            <pc:docMk/>
            <pc:sldMk cId="751128815" sldId="297"/>
            <ac:picMk id="4" creationId="{B6083223-0C19-4625-B839-F59AF9E467E6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8-26T12:01:30.825" v="1097" actId="20577"/>
        <pc:sldMkLst>
          <pc:docMk/>
          <pc:sldMk cId="1204931054" sldId="298"/>
        </pc:sldMkLst>
        <pc:spChg chg="mod">
          <ac:chgData name="Di Mattia Alessandro Edoardo Giorgio David" userId="f8954a66-e5ad-4a1c-9536-1d2117047f5f" providerId="ADAL" clId="{CDD3A680-70A0-4B3B-95E5-5D6AACE401AF}" dt="2021-08-26T11:46:41.214" v="796" actId="122"/>
          <ac:spMkLst>
            <pc:docMk/>
            <pc:sldMk cId="1204931054" sldId="298"/>
            <ac:spMk id="2" creationId="{D687D5E9-C61B-4112-BCB0-BE99D99CDEEC}"/>
          </ac:spMkLst>
        </pc:spChg>
        <pc:spChg chg="mod">
          <ac:chgData name="Di Mattia Alessandro Edoardo Giorgio David" userId="f8954a66-e5ad-4a1c-9536-1d2117047f5f" providerId="ADAL" clId="{CDD3A680-70A0-4B3B-95E5-5D6AACE401AF}" dt="2021-08-26T12:01:30.825" v="1097" actId="20577"/>
          <ac:spMkLst>
            <pc:docMk/>
            <pc:sldMk cId="1204931054" sldId="298"/>
            <ac:spMk id="3" creationId="{71AA0D9A-573E-464B-9A1E-E1F4D9E4A4E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12:04:57.651" v="1101"/>
        <pc:sldMkLst>
          <pc:docMk/>
          <pc:sldMk cId="2407881802" sldId="299"/>
        </pc:sldMkLst>
        <pc:spChg chg="mod">
          <ac:chgData name="Di Mattia Alessandro Edoardo Giorgio David" userId="f8954a66-e5ad-4a1c-9536-1d2117047f5f" providerId="ADAL" clId="{CDD3A680-70A0-4B3B-95E5-5D6AACE401AF}" dt="2021-08-26T12:01:52.282" v="1100" actId="122"/>
          <ac:spMkLst>
            <pc:docMk/>
            <pc:sldMk cId="2407881802" sldId="299"/>
            <ac:spMk id="2" creationId="{26ABB9B6-F717-4B8F-803B-677381F49D58}"/>
          </ac:spMkLst>
        </pc:spChg>
        <pc:spChg chg="mod">
          <ac:chgData name="Di Mattia Alessandro Edoardo Giorgio David" userId="f8954a66-e5ad-4a1c-9536-1d2117047f5f" providerId="ADAL" clId="{CDD3A680-70A0-4B3B-95E5-5D6AACE401AF}" dt="2021-08-26T12:04:57.651" v="1101"/>
          <ac:spMkLst>
            <pc:docMk/>
            <pc:sldMk cId="2407881802" sldId="299"/>
            <ac:spMk id="3" creationId="{572FEE07-299D-4294-8B97-0E6E4FA3A2B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5:07.840" v="10870" actId="255"/>
        <pc:sldMkLst>
          <pc:docMk/>
          <pc:sldMk cId="4088423911" sldId="300"/>
        </pc:sldMkLst>
        <pc:spChg chg="mod">
          <ac:chgData name="Di Mattia Alessandro Edoardo Giorgio David" userId="f8954a66-e5ad-4a1c-9536-1d2117047f5f" providerId="ADAL" clId="{CDD3A680-70A0-4B3B-95E5-5D6AACE401AF}" dt="2021-08-26T12:05:29.149" v="1104" actId="122"/>
          <ac:spMkLst>
            <pc:docMk/>
            <pc:sldMk cId="4088423911" sldId="300"/>
            <ac:spMk id="2" creationId="{F4CCD474-02C5-4D5E-BD0B-DB3CB7997CE3}"/>
          </ac:spMkLst>
        </pc:spChg>
        <pc:spChg chg="mod">
          <ac:chgData name="Di Mattia Alessandro Edoardo Giorgio David" userId="f8954a66-e5ad-4a1c-9536-1d2117047f5f" providerId="ADAL" clId="{CDD3A680-70A0-4B3B-95E5-5D6AACE401AF}" dt="2021-09-17T14:05:07.840" v="10870" actId="255"/>
          <ac:spMkLst>
            <pc:docMk/>
            <pc:sldMk cId="4088423911" sldId="300"/>
            <ac:spMk id="3" creationId="{B3D45BE2-C87C-47BB-945E-5BF827D6B052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4:56.439" v="10869" actId="255"/>
        <pc:sldMkLst>
          <pc:docMk/>
          <pc:sldMk cId="3489902843" sldId="301"/>
        </pc:sldMkLst>
        <pc:spChg chg="mod">
          <ac:chgData name="Di Mattia Alessandro Edoardo Giorgio David" userId="f8954a66-e5ad-4a1c-9536-1d2117047f5f" providerId="ADAL" clId="{CDD3A680-70A0-4B3B-95E5-5D6AACE401AF}" dt="2021-08-26T12:12:45.227" v="1482" actId="122"/>
          <ac:spMkLst>
            <pc:docMk/>
            <pc:sldMk cId="3489902843" sldId="301"/>
            <ac:spMk id="2" creationId="{D3E967D6-61AC-4D8E-BAC0-78D6FDB46B90}"/>
          </ac:spMkLst>
        </pc:spChg>
        <pc:spChg chg="mod">
          <ac:chgData name="Di Mattia Alessandro Edoardo Giorgio David" userId="f8954a66-e5ad-4a1c-9536-1d2117047f5f" providerId="ADAL" clId="{CDD3A680-70A0-4B3B-95E5-5D6AACE401AF}" dt="2021-09-17T14:04:56.439" v="10869" actId="255"/>
          <ac:spMkLst>
            <pc:docMk/>
            <pc:sldMk cId="3489902843" sldId="301"/>
            <ac:spMk id="3" creationId="{4570A9BA-C130-46BC-963A-A94DA92A4608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5:32.225" v="10871" actId="255"/>
        <pc:sldMkLst>
          <pc:docMk/>
          <pc:sldMk cId="1935820678" sldId="302"/>
        </pc:sldMkLst>
        <pc:spChg chg="mod">
          <ac:chgData name="Di Mattia Alessandro Edoardo Giorgio David" userId="f8954a66-e5ad-4a1c-9536-1d2117047f5f" providerId="ADAL" clId="{CDD3A680-70A0-4B3B-95E5-5D6AACE401AF}" dt="2021-08-26T12:17:14.747" v="1534" actId="122"/>
          <ac:spMkLst>
            <pc:docMk/>
            <pc:sldMk cId="1935820678" sldId="302"/>
            <ac:spMk id="2" creationId="{E83A1901-EE45-43B4-8014-45FAAF380C14}"/>
          </ac:spMkLst>
        </pc:spChg>
        <pc:spChg chg="mod">
          <ac:chgData name="Di Mattia Alessandro Edoardo Giorgio David" userId="f8954a66-e5ad-4a1c-9536-1d2117047f5f" providerId="ADAL" clId="{CDD3A680-70A0-4B3B-95E5-5D6AACE401AF}" dt="2021-09-17T14:05:32.225" v="10871" actId="255"/>
          <ac:spMkLst>
            <pc:docMk/>
            <pc:sldMk cId="1935820678" sldId="302"/>
            <ac:spMk id="3" creationId="{896681A2-FD9C-4415-8AB5-86D70DCBE7E2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8-26T12:23:09.299" v="1579"/>
        <pc:sldMkLst>
          <pc:docMk/>
          <pc:sldMk cId="831921405" sldId="303"/>
        </pc:sldMkLst>
        <pc:spChg chg="mod">
          <ac:chgData name="Di Mattia Alessandro Edoardo Giorgio David" userId="f8954a66-e5ad-4a1c-9536-1d2117047f5f" providerId="ADAL" clId="{CDD3A680-70A0-4B3B-95E5-5D6AACE401AF}" dt="2021-08-26T12:21:56.092" v="1578" actId="122"/>
          <ac:spMkLst>
            <pc:docMk/>
            <pc:sldMk cId="831921405" sldId="303"/>
            <ac:spMk id="2" creationId="{699670B4-A180-4FB7-85A5-E7B0ECB07EF3}"/>
          </ac:spMkLst>
        </pc:spChg>
        <pc:spChg chg="del">
          <ac:chgData name="Di Mattia Alessandro Edoardo Giorgio David" userId="f8954a66-e5ad-4a1c-9536-1d2117047f5f" providerId="ADAL" clId="{CDD3A680-70A0-4B3B-95E5-5D6AACE401AF}" dt="2021-08-26T12:23:09.299" v="1579"/>
          <ac:spMkLst>
            <pc:docMk/>
            <pc:sldMk cId="831921405" sldId="303"/>
            <ac:spMk id="3" creationId="{200ACC3F-2AFD-431F-9C3B-46736AB0A672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2:23:09.299" v="1579"/>
          <ac:picMkLst>
            <pc:docMk/>
            <pc:sldMk cId="831921405" sldId="303"/>
            <ac:picMk id="4" creationId="{469CDDD2-5EF3-4A20-AD14-1254B15F02FC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17T14:06:09.566" v="10872" actId="255"/>
        <pc:sldMkLst>
          <pc:docMk/>
          <pc:sldMk cId="2260148978" sldId="304"/>
        </pc:sldMkLst>
        <pc:spChg chg="mod">
          <ac:chgData name="Di Mattia Alessandro Edoardo Giorgio David" userId="f8954a66-e5ad-4a1c-9536-1d2117047f5f" providerId="ADAL" clId="{CDD3A680-70A0-4B3B-95E5-5D6AACE401AF}" dt="2021-08-26T12:29:13.670" v="1585" actId="122"/>
          <ac:spMkLst>
            <pc:docMk/>
            <pc:sldMk cId="2260148978" sldId="304"/>
            <ac:spMk id="2" creationId="{F454555D-49EF-407C-B125-397A40A8DBD6}"/>
          </ac:spMkLst>
        </pc:spChg>
        <pc:spChg chg="mod">
          <ac:chgData name="Di Mattia Alessandro Edoardo Giorgio David" userId="f8954a66-e5ad-4a1c-9536-1d2117047f5f" providerId="ADAL" clId="{CDD3A680-70A0-4B3B-95E5-5D6AACE401AF}" dt="2021-09-17T14:06:09.566" v="10872" actId="255"/>
          <ac:spMkLst>
            <pc:docMk/>
            <pc:sldMk cId="2260148978" sldId="304"/>
            <ac:spMk id="3" creationId="{90F3714A-FF6E-4D0D-B6DC-D7BF65D71AC0}"/>
          </ac:spMkLst>
        </pc:spChg>
      </pc:sldChg>
      <pc:sldChg chg="addSp modSp new mod">
        <pc:chgData name="Di Mattia Alessandro Edoardo Giorgio David" userId="f8954a66-e5ad-4a1c-9536-1d2117047f5f" providerId="ADAL" clId="{CDD3A680-70A0-4B3B-95E5-5D6AACE401AF}" dt="2021-09-17T14:09:26.749" v="10879" actId="20577"/>
        <pc:sldMkLst>
          <pc:docMk/>
          <pc:sldMk cId="857219401" sldId="305"/>
        </pc:sldMkLst>
        <pc:spChg chg="mod">
          <ac:chgData name="Di Mattia Alessandro Edoardo Giorgio David" userId="f8954a66-e5ad-4a1c-9536-1d2117047f5f" providerId="ADAL" clId="{CDD3A680-70A0-4B3B-95E5-5D6AACE401AF}" dt="2021-08-26T12:49:50.314" v="1823" actId="122"/>
          <ac:spMkLst>
            <pc:docMk/>
            <pc:sldMk cId="857219401" sldId="305"/>
            <ac:spMk id="2" creationId="{BD7E0C5F-4882-4993-A598-B19716F2BCF6}"/>
          </ac:spMkLst>
        </pc:spChg>
        <pc:spChg chg="mod">
          <ac:chgData name="Di Mattia Alessandro Edoardo Giorgio David" userId="f8954a66-e5ad-4a1c-9536-1d2117047f5f" providerId="ADAL" clId="{CDD3A680-70A0-4B3B-95E5-5D6AACE401AF}" dt="2021-09-17T14:09:26.749" v="10879" actId="20577"/>
          <ac:spMkLst>
            <pc:docMk/>
            <pc:sldMk cId="857219401" sldId="305"/>
            <ac:spMk id="3" creationId="{CC3B4534-CEF0-415F-BC3A-10376F214C95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2:50:14.074" v="1829" actId="1076"/>
          <ac:picMkLst>
            <pc:docMk/>
            <pc:sldMk cId="857219401" sldId="305"/>
            <ac:picMk id="4" creationId="{A4CFD918-4173-4060-BAF8-8AAB78F5D763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17T14:07:11.410" v="10874" actId="255"/>
        <pc:sldMkLst>
          <pc:docMk/>
          <pc:sldMk cId="1731353798" sldId="306"/>
        </pc:sldMkLst>
        <pc:spChg chg="mod">
          <ac:chgData name="Di Mattia Alessandro Edoardo Giorgio David" userId="f8954a66-e5ad-4a1c-9536-1d2117047f5f" providerId="ADAL" clId="{CDD3A680-70A0-4B3B-95E5-5D6AACE401AF}" dt="2021-09-02T15:20:41.781" v="1918" actId="790"/>
          <ac:spMkLst>
            <pc:docMk/>
            <pc:sldMk cId="1731353798" sldId="306"/>
            <ac:spMk id="2" creationId="{7EC01715-7E32-4E9D-9ED1-CA6C6CF03338}"/>
          </ac:spMkLst>
        </pc:spChg>
        <pc:spChg chg="mod">
          <ac:chgData name="Di Mattia Alessandro Edoardo Giorgio David" userId="f8954a66-e5ad-4a1c-9536-1d2117047f5f" providerId="ADAL" clId="{CDD3A680-70A0-4B3B-95E5-5D6AACE401AF}" dt="2021-09-17T14:07:11.410" v="10874" actId="255"/>
          <ac:spMkLst>
            <pc:docMk/>
            <pc:sldMk cId="1731353798" sldId="306"/>
            <ac:spMk id="3" creationId="{2D430180-4BB9-4AD7-AA64-E3AA96044BF1}"/>
          </ac:spMkLst>
        </pc:spChg>
        <pc:picChg chg="add del">
          <ac:chgData name="Di Mattia Alessandro Edoardo Giorgio David" userId="f8954a66-e5ad-4a1c-9536-1d2117047f5f" providerId="ADAL" clId="{CDD3A680-70A0-4B3B-95E5-5D6AACE401AF}" dt="2021-09-02T15:31:21.837" v="2164" actId="22"/>
          <ac:picMkLst>
            <pc:docMk/>
            <pc:sldMk cId="1731353798" sldId="306"/>
            <ac:picMk id="5" creationId="{DEAF1691-53A0-4202-9950-60FBC95CCA5F}"/>
          </ac:picMkLst>
        </pc:picChg>
      </pc:sldChg>
      <pc:sldChg chg="addSp delSp modSp new mod addCm delCm">
        <pc:chgData name="Di Mattia Alessandro Edoardo Giorgio David" userId="f8954a66-e5ad-4a1c-9536-1d2117047f5f" providerId="ADAL" clId="{CDD3A680-70A0-4B3B-95E5-5D6AACE401AF}" dt="2021-09-02T15:37:13.969" v="2220" actId="1076"/>
        <pc:sldMkLst>
          <pc:docMk/>
          <pc:sldMk cId="393636126" sldId="307"/>
        </pc:sldMkLst>
        <pc:spChg chg="mod">
          <ac:chgData name="Di Mattia Alessandro Edoardo Giorgio David" userId="f8954a66-e5ad-4a1c-9536-1d2117047f5f" providerId="ADAL" clId="{CDD3A680-70A0-4B3B-95E5-5D6AACE401AF}" dt="2021-09-02T15:31:53.142" v="2182" actId="790"/>
          <ac:spMkLst>
            <pc:docMk/>
            <pc:sldMk cId="393636126" sldId="307"/>
            <ac:spMk id="2" creationId="{3156B10D-7EBA-4478-9293-A150E1BAE672}"/>
          </ac:spMkLst>
        </pc:spChg>
        <pc:spChg chg="del">
          <ac:chgData name="Di Mattia Alessandro Edoardo Giorgio David" userId="f8954a66-e5ad-4a1c-9536-1d2117047f5f" providerId="ADAL" clId="{CDD3A680-70A0-4B3B-95E5-5D6AACE401AF}" dt="2021-09-02T15:31:43.292" v="2180" actId="22"/>
          <ac:spMkLst>
            <pc:docMk/>
            <pc:sldMk cId="393636126" sldId="307"/>
            <ac:spMk id="3" creationId="{28C4402A-40E5-4763-B138-6D541A0DA21D}"/>
          </ac:spMkLst>
        </pc:spChg>
        <pc:spChg chg="add mod">
          <ac:chgData name="Di Mattia Alessandro Edoardo Giorgio David" userId="f8954a66-e5ad-4a1c-9536-1d2117047f5f" providerId="ADAL" clId="{CDD3A680-70A0-4B3B-95E5-5D6AACE401AF}" dt="2021-09-02T15:37:13.969" v="2220" actId="1076"/>
          <ac:spMkLst>
            <pc:docMk/>
            <pc:sldMk cId="393636126" sldId="307"/>
            <ac:spMk id="6" creationId="{7118283C-1B2F-47DF-B0E1-3CCD3129A438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2T15:31:45.943" v="2181" actId="14100"/>
          <ac:picMkLst>
            <pc:docMk/>
            <pc:sldMk cId="393636126" sldId="307"/>
            <ac:picMk id="5" creationId="{F68AFCA4-6258-413A-BDA6-EEC3E083368C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03T13:28:22.480" v="2336" actId="14100"/>
        <pc:sldMkLst>
          <pc:docMk/>
          <pc:sldMk cId="1267565031" sldId="308"/>
        </pc:sldMkLst>
        <pc:spChg chg="mod">
          <ac:chgData name="Di Mattia Alessandro Edoardo Giorgio David" userId="f8954a66-e5ad-4a1c-9536-1d2117047f5f" providerId="ADAL" clId="{CDD3A680-70A0-4B3B-95E5-5D6AACE401AF}" dt="2021-09-03T13:25:20.803" v="2290" actId="790"/>
          <ac:spMkLst>
            <pc:docMk/>
            <pc:sldMk cId="1267565031" sldId="308"/>
            <ac:spMk id="2" creationId="{ED8A4BAB-ACF7-463A-92C9-5B03594CCD49}"/>
          </ac:spMkLst>
        </pc:spChg>
        <pc:spChg chg="del">
          <ac:chgData name="Di Mattia Alessandro Edoardo Giorgio David" userId="f8954a66-e5ad-4a1c-9536-1d2117047f5f" providerId="ADAL" clId="{CDD3A680-70A0-4B3B-95E5-5D6AACE401AF}" dt="2021-09-03T13:25:09.666" v="2288" actId="22"/>
          <ac:spMkLst>
            <pc:docMk/>
            <pc:sldMk cId="1267565031" sldId="308"/>
            <ac:spMk id="3" creationId="{5C479443-7C4B-4EE6-832E-72630138FEC4}"/>
          </ac:spMkLst>
        </pc:spChg>
        <pc:graphicFrameChg chg="add mod modGraphic">
          <ac:chgData name="Di Mattia Alessandro Edoardo Giorgio David" userId="f8954a66-e5ad-4a1c-9536-1d2117047f5f" providerId="ADAL" clId="{CDD3A680-70A0-4B3B-95E5-5D6AACE401AF}" dt="2021-09-03T13:28:22.480" v="2336" actId="14100"/>
          <ac:graphicFrameMkLst>
            <pc:docMk/>
            <pc:sldMk cId="1267565031" sldId="308"/>
            <ac:graphicFrameMk id="8" creationId="{347C241F-E6FA-4E0C-A70D-4AAD0AA4D82C}"/>
          </ac:graphicFrameMkLst>
        </pc:graphicFrameChg>
        <pc:picChg chg="add mod ord">
          <ac:chgData name="Di Mattia Alessandro Edoardo Giorgio David" userId="f8954a66-e5ad-4a1c-9536-1d2117047f5f" providerId="ADAL" clId="{CDD3A680-70A0-4B3B-95E5-5D6AACE401AF}" dt="2021-09-03T13:25:12.674" v="2289" actId="1076"/>
          <ac:picMkLst>
            <pc:docMk/>
            <pc:sldMk cId="1267565031" sldId="308"/>
            <ac:picMk id="5" creationId="{A87A3773-C138-40AA-8239-8A5AD6251E43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03T13:38:24.429" v="2419" actId="20577"/>
        <pc:sldMkLst>
          <pc:docMk/>
          <pc:sldMk cId="1495894822" sldId="309"/>
        </pc:sldMkLst>
        <pc:spChg chg="mod">
          <ac:chgData name="Di Mattia Alessandro Edoardo Giorgio David" userId="f8954a66-e5ad-4a1c-9536-1d2117047f5f" providerId="ADAL" clId="{CDD3A680-70A0-4B3B-95E5-5D6AACE401AF}" dt="2021-09-03T13:29:00.564" v="2339" actId="122"/>
          <ac:spMkLst>
            <pc:docMk/>
            <pc:sldMk cId="1495894822" sldId="309"/>
            <ac:spMk id="2" creationId="{C2D998EA-557B-4A70-B566-5D4605B20B0B}"/>
          </ac:spMkLst>
        </pc:spChg>
        <pc:spChg chg="mod">
          <ac:chgData name="Di Mattia Alessandro Edoardo Giorgio David" userId="f8954a66-e5ad-4a1c-9536-1d2117047f5f" providerId="ADAL" clId="{CDD3A680-70A0-4B3B-95E5-5D6AACE401AF}" dt="2021-09-03T13:38:24.429" v="2419" actId="20577"/>
          <ac:spMkLst>
            <pc:docMk/>
            <pc:sldMk cId="1495894822" sldId="309"/>
            <ac:spMk id="3" creationId="{48BF33AD-948A-483A-AF43-D1DC48A8AF0D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3T13:50:43.004" v="2898" actId="20577"/>
        <pc:sldMkLst>
          <pc:docMk/>
          <pc:sldMk cId="2494358137" sldId="310"/>
        </pc:sldMkLst>
        <pc:spChg chg="mod">
          <ac:chgData name="Di Mattia Alessandro Edoardo Giorgio David" userId="f8954a66-e5ad-4a1c-9536-1d2117047f5f" providerId="ADAL" clId="{CDD3A680-70A0-4B3B-95E5-5D6AACE401AF}" dt="2021-09-03T13:45:41.084" v="2541" actId="20577"/>
          <ac:spMkLst>
            <pc:docMk/>
            <pc:sldMk cId="2494358137" sldId="310"/>
            <ac:spMk id="2" creationId="{05C85CDD-5FE8-408E-A170-65194B88CA6A}"/>
          </ac:spMkLst>
        </pc:spChg>
        <pc:spChg chg="mod">
          <ac:chgData name="Di Mattia Alessandro Edoardo Giorgio David" userId="f8954a66-e5ad-4a1c-9536-1d2117047f5f" providerId="ADAL" clId="{CDD3A680-70A0-4B3B-95E5-5D6AACE401AF}" dt="2021-09-03T13:50:43.004" v="2898" actId="20577"/>
          <ac:spMkLst>
            <pc:docMk/>
            <pc:sldMk cId="2494358137" sldId="310"/>
            <ac:spMk id="3" creationId="{87A055C9-4EAC-4596-AE25-B43D889176DD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13:05.117" v="10880" actId="255"/>
        <pc:sldMkLst>
          <pc:docMk/>
          <pc:sldMk cId="3051364830" sldId="311"/>
        </pc:sldMkLst>
        <pc:spChg chg="mod">
          <ac:chgData name="Di Mattia Alessandro Edoardo Giorgio David" userId="f8954a66-e5ad-4a1c-9536-1d2117047f5f" providerId="ADAL" clId="{CDD3A680-70A0-4B3B-95E5-5D6AACE401AF}" dt="2021-09-03T13:51:23.234" v="2913" actId="122"/>
          <ac:spMkLst>
            <pc:docMk/>
            <pc:sldMk cId="3051364830" sldId="311"/>
            <ac:spMk id="2" creationId="{9B0F930E-6A0D-4B2E-9201-EB4B5464F99F}"/>
          </ac:spMkLst>
        </pc:spChg>
        <pc:spChg chg="mod">
          <ac:chgData name="Di Mattia Alessandro Edoardo Giorgio David" userId="f8954a66-e5ad-4a1c-9536-1d2117047f5f" providerId="ADAL" clId="{CDD3A680-70A0-4B3B-95E5-5D6AACE401AF}" dt="2021-09-17T14:13:05.117" v="10880" actId="255"/>
          <ac:spMkLst>
            <pc:docMk/>
            <pc:sldMk cId="3051364830" sldId="311"/>
            <ac:spMk id="3" creationId="{BAF68436-6FA4-48EC-96D3-EAD7274DA571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9-03T13:58:54.838" v="3075" actId="12789"/>
        <pc:sldMkLst>
          <pc:docMk/>
          <pc:sldMk cId="2825439095" sldId="312"/>
        </pc:sldMkLst>
        <pc:spChg chg="mod">
          <ac:chgData name="Di Mattia Alessandro Edoardo Giorgio David" userId="f8954a66-e5ad-4a1c-9536-1d2117047f5f" providerId="ADAL" clId="{CDD3A680-70A0-4B3B-95E5-5D6AACE401AF}" dt="2021-09-03T13:58:19.776" v="3070" actId="20577"/>
          <ac:spMkLst>
            <pc:docMk/>
            <pc:sldMk cId="2825439095" sldId="312"/>
            <ac:spMk id="2" creationId="{D1EF9F94-42B7-4B38-B830-78E6AB40D305}"/>
          </ac:spMkLst>
        </pc:spChg>
        <pc:spChg chg="del">
          <ac:chgData name="Di Mattia Alessandro Edoardo Giorgio David" userId="f8954a66-e5ad-4a1c-9536-1d2117047f5f" providerId="ADAL" clId="{CDD3A680-70A0-4B3B-95E5-5D6AACE401AF}" dt="2021-09-03T13:58:22.170" v="3071"/>
          <ac:spMkLst>
            <pc:docMk/>
            <pc:sldMk cId="2825439095" sldId="312"/>
            <ac:spMk id="3" creationId="{EE696043-AD97-4C59-A28E-D747836588A3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3:58:54.838" v="3075" actId="12789"/>
          <ac:picMkLst>
            <pc:docMk/>
            <pc:sldMk cId="2825439095" sldId="312"/>
            <ac:picMk id="1026" creationId="{13A6F768-C131-44E9-8659-D3607C7CD49D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3T15:11:14.969" v="3244" actId="12788"/>
        <pc:sldMkLst>
          <pc:docMk/>
          <pc:sldMk cId="378395753" sldId="313"/>
        </pc:sldMkLst>
        <pc:spChg chg="del">
          <ac:chgData name="Di Mattia Alessandro Edoardo Giorgio David" userId="f8954a66-e5ad-4a1c-9536-1d2117047f5f" providerId="ADAL" clId="{CDD3A680-70A0-4B3B-95E5-5D6AACE401AF}" dt="2021-09-03T15:10:59.785" v="3239" actId="700"/>
          <ac:spMkLst>
            <pc:docMk/>
            <pc:sldMk cId="378395753" sldId="313"/>
            <ac:spMk id="2" creationId="{10456E52-9B07-43EB-AECA-7261BA1BB3CB}"/>
          </ac:spMkLst>
        </pc:spChg>
        <pc:spChg chg="del">
          <ac:chgData name="Di Mattia Alessandro Edoardo Giorgio David" userId="f8954a66-e5ad-4a1c-9536-1d2117047f5f" providerId="ADAL" clId="{CDD3A680-70A0-4B3B-95E5-5D6AACE401AF}" dt="2021-09-03T15:10:59.785" v="3239" actId="700"/>
          <ac:spMkLst>
            <pc:docMk/>
            <pc:sldMk cId="378395753" sldId="313"/>
            <ac:spMk id="3" creationId="{0FFC9CB4-C083-4F5B-8279-DF6E7B97D6B6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5:11:14.969" v="3244" actId="12788"/>
          <ac:picMkLst>
            <pc:docMk/>
            <pc:sldMk cId="378395753" sldId="313"/>
            <ac:picMk id="5" creationId="{A29B042E-536F-4DC0-AC52-B1EEE6415848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4:36:51.437" v="10884" actId="27636"/>
        <pc:sldMkLst>
          <pc:docMk/>
          <pc:sldMk cId="3190573897" sldId="314"/>
        </pc:sldMkLst>
        <pc:spChg chg="add mod">
          <ac:chgData name="Di Mattia Alessandro Edoardo Giorgio David" userId="f8954a66-e5ad-4a1c-9536-1d2117047f5f" providerId="ADAL" clId="{CDD3A680-70A0-4B3B-95E5-5D6AACE401AF}" dt="2021-09-03T15:11:54.201" v="3262" actId="122"/>
          <ac:spMkLst>
            <pc:docMk/>
            <pc:sldMk cId="3190573897" sldId="314"/>
            <ac:spMk id="2" creationId="{4C7CDBEE-1595-4129-9416-313194D4347B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4:36:51.437" v="10884" actId="27636"/>
          <ac:spMkLst>
            <pc:docMk/>
            <pc:sldMk cId="3190573897" sldId="314"/>
            <ac:spMk id="3" creationId="{2F071C00-3342-46D0-97C8-F97D778971AA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16:08.430" v="10882" actId="255"/>
        <pc:sldMkLst>
          <pc:docMk/>
          <pc:sldMk cId="975567761" sldId="315"/>
        </pc:sldMkLst>
        <pc:spChg chg="mod">
          <ac:chgData name="Di Mattia Alessandro Edoardo Giorgio David" userId="f8954a66-e5ad-4a1c-9536-1d2117047f5f" providerId="ADAL" clId="{CDD3A680-70A0-4B3B-95E5-5D6AACE401AF}" dt="2021-09-03T15:28:11.594" v="3867" actId="122"/>
          <ac:spMkLst>
            <pc:docMk/>
            <pc:sldMk cId="975567761" sldId="315"/>
            <ac:spMk id="2" creationId="{9BE30AAB-42FD-4AE6-BC7B-8FD9A95007D4}"/>
          </ac:spMkLst>
        </pc:spChg>
        <pc:spChg chg="mod">
          <ac:chgData name="Di Mattia Alessandro Edoardo Giorgio David" userId="f8954a66-e5ad-4a1c-9536-1d2117047f5f" providerId="ADAL" clId="{CDD3A680-70A0-4B3B-95E5-5D6AACE401AF}" dt="2021-09-17T14:16:08.430" v="10882" actId="255"/>
          <ac:spMkLst>
            <pc:docMk/>
            <pc:sldMk cId="975567761" sldId="315"/>
            <ac:spMk id="3" creationId="{D6ACFB55-33F9-4723-BCB4-ABFADE908E34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3T15:59:55.415" v="4243" actId="1076"/>
        <pc:sldMkLst>
          <pc:docMk/>
          <pc:sldMk cId="2420248663" sldId="316"/>
        </pc:sldMkLst>
        <pc:spChg chg="del">
          <ac:chgData name="Di Mattia Alessandro Edoardo Giorgio David" userId="f8954a66-e5ad-4a1c-9536-1d2117047f5f" providerId="ADAL" clId="{CDD3A680-70A0-4B3B-95E5-5D6AACE401AF}" dt="2021-09-03T15:58:42.688" v="4240" actId="700"/>
          <ac:spMkLst>
            <pc:docMk/>
            <pc:sldMk cId="2420248663" sldId="316"/>
            <ac:spMk id="2" creationId="{5903E5B0-4DE1-49B0-AAD9-8EE22F14C797}"/>
          </ac:spMkLst>
        </pc:spChg>
        <pc:spChg chg="del">
          <ac:chgData name="Di Mattia Alessandro Edoardo Giorgio David" userId="f8954a66-e5ad-4a1c-9536-1d2117047f5f" providerId="ADAL" clId="{CDD3A680-70A0-4B3B-95E5-5D6AACE401AF}" dt="2021-09-03T15:58:42.688" v="4240" actId="700"/>
          <ac:spMkLst>
            <pc:docMk/>
            <pc:sldMk cId="2420248663" sldId="316"/>
            <ac:spMk id="3" creationId="{33056345-B0A5-4B95-8ABF-8EC76590ADFA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5:59:55.415" v="4243" actId="1076"/>
          <ac:picMkLst>
            <pc:docMk/>
            <pc:sldMk cId="2420248663" sldId="316"/>
            <ac:picMk id="4" creationId="{E4A162C3-DF9D-494F-9389-46A3E7BBEAF3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3:20:19.014" v="9385" actId="255"/>
        <pc:sldMkLst>
          <pc:docMk/>
          <pc:sldMk cId="808802499" sldId="317"/>
        </pc:sldMkLst>
        <pc:spChg chg="add mod">
          <ac:chgData name="Di Mattia Alessandro Edoardo Giorgio David" userId="f8954a66-e5ad-4a1c-9536-1d2117047f5f" providerId="ADAL" clId="{CDD3A680-70A0-4B3B-95E5-5D6AACE401AF}" dt="2021-09-06T08:50:49.372" v="4500" actId="20577"/>
          <ac:spMkLst>
            <pc:docMk/>
            <pc:sldMk cId="808802499" sldId="317"/>
            <ac:spMk id="2" creationId="{449E0F35-A011-43E7-BD49-298F5A0F14ED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3:20:19.014" v="9385" actId="255"/>
          <ac:spMkLst>
            <pc:docMk/>
            <pc:sldMk cId="808802499" sldId="317"/>
            <ac:spMk id="3" creationId="{7D9F480F-639E-4F93-9DD5-7B09B9E64847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6T08:49:13.329" v="4465" actId="1076"/>
        <pc:sldMkLst>
          <pc:docMk/>
          <pc:sldMk cId="3322520885" sldId="318"/>
        </pc:sldMkLst>
        <pc:spChg chg="del">
          <ac:chgData name="Di Mattia Alessandro Edoardo Giorgio David" userId="f8954a66-e5ad-4a1c-9536-1d2117047f5f" providerId="ADAL" clId="{CDD3A680-70A0-4B3B-95E5-5D6AACE401AF}" dt="2021-09-06T08:40:51.051" v="4450" actId="700"/>
          <ac:spMkLst>
            <pc:docMk/>
            <pc:sldMk cId="3322520885" sldId="318"/>
            <ac:spMk id="2" creationId="{84B7464F-0370-4A7D-9605-7CD4BA0C5EBF}"/>
          </ac:spMkLst>
        </pc:spChg>
        <pc:spChg chg="del">
          <ac:chgData name="Di Mattia Alessandro Edoardo Giorgio David" userId="f8954a66-e5ad-4a1c-9536-1d2117047f5f" providerId="ADAL" clId="{CDD3A680-70A0-4B3B-95E5-5D6AACE401AF}" dt="2021-09-06T08:40:51.051" v="4450" actId="700"/>
          <ac:spMkLst>
            <pc:docMk/>
            <pc:sldMk cId="3322520885" sldId="318"/>
            <ac:spMk id="3" creationId="{70581C3B-3194-4567-97BC-1A380D7467D9}"/>
          </ac:spMkLst>
        </pc:spChg>
        <pc:picChg chg="add del mod">
          <ac:chgData name="Di Mattia Alessandro Edoardo Giorgio David" userId="f8954a66-e5ad-4a1c-9536-1d2117047f5f" providerId="ADAL" clId="{CDD3A680-70A0-4B3B-95E5-5D6AACE401AF}" dt="2021-09-06T08:48:49.707" v="4459" actId="478"/>
          <ac:picMkLst>
            <pc:docMk/>
            <pc:sldMk cId="3322520885" sldId="318"/>
            <ac:picMk id="5" creationId="{16BDFB37-21A7-4EF0-8689-BC033BF04A5C}"/>
          </ac:picMkLst>
        </pc:picChg>
        <pc:picChg chg="add mod">
          <ac:chgData name="Di Mattia Alessandro Edoardo Giorgio David" userId="f8954a66-e5ad-4a1c-9536-1d2117047f5f" providerId="ADAL" clId="{CDD3A680-70A0-4B3B-95E5-5D6AACE401AF}" dt="2021-09-06T08:49:13.329" v="4465" actId="1076"/>
          <ac:picMkLst>
            <pc:docMk/>
            <pc:sldMk cId="3322520885" sldId="318"/>
            <ac:picMk id="7" creationId="{32A4989D-2029-4FAE-8A54-C5FCF17BE41F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4:43:12.905" v="10885" actId="255"/>
        <pc:sldMkLst>
          <pc:docMk/>
          <pc:sldMk cId="305413344" sldId="319"/>
        </pc:sldMkLst>
        <pc:spChg chg="add mod">
          <ac:chgData name="Di Mattia Alessandro Edoardo Giorgio David" userId="f8954a66-e5ad-4a1c-9536-1d2117047f5f" providerId="ADAL" clId="{CDD3A680-70A0-4B3B-95E5-5D6AACE401AF}" dt="2021-09-06T08:55:38.835" v="4637" actId="122"/>
          <ac:spMkLst>
            <pc:docMk/>
            <pc:sldMk cId="305413344" sldId="319"/>
            <ac:spMk id="2" creationId="{B7F44CDB-8AA2-475E-8FB4-8A7FF16FBB11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4:43:12.905" v="10885" actId="255"/>
          <ac:spMkLst>
            <pc:docMk/>
            <pc:sldMk cId="305413344" sldId="319"/>
            <ac:spMk id="3" creationId="{88BCF5D6-9A45-4191-80DC-A3EA35381D2D}"/>
          </ac:spMkLst>
        </pc:spChg>
      </pc:sldChg>
      <pc:sldChg chg="new del">
        <pc:chgData name="Di Mattia Alessandro Edoardo Giorgio David" userId="f8954a66-e5ad-4a1c-9536-1d2117047f5f" providerId="ADAL" clId="{CDD3A680-70A0-4B3B-95E5-5D6AACE401AF}" dt="2021-09-06T08:52:28.621" v="4594" actId="2696"/>
        <pc:sldMkLst>
          <pc:docMk/>
          <pc:sldMk cId="2801634557" sldId="319"/>
        </pc:sldMkLst>
      </pc:sldChg>
      <pc:sldChg chg="modSp new mod">
        <pc:chgData name="Di Mattia Alessandro Edoardo Giorgio David" userId="f8954a66-e5ad-4a1c-9536-1d2117047f5f" providerId="ADAL" clId="{CDD3A680-70A0-4B3B-95E5-5D6AACE401AF}" dt="2021-09-17T14:43:34.437" v="10886" actId="255"/>
        <pc:sldMkLst>
          <pc:docMk/>
          <pc:sldMk cId="2647203940" sldId="320"/>
        </pc:sldMkLst>
        <pc:spChg chg="mod">
          <ac:chgData name="Di Mattia Alessandro Edoardo Giorgio David" userId="f8954a66-e5ad-4a1c-9536-1d2117047f5f" providerId="ADAL" clId="{CDD3A680-70A0-4B3B-95E5-5D6AACE401AF}" dt="2021-09-06T08:58:50.468" v="4653" actId="122"/>
          <ac:spMkLst>
            <pc:docMk/>
            <pc:sldMk cId="2647203940" sldId="320"/>
            <ac:spMk id="2" creationId="{82AC0C6E-7475-43E9-BA3B-CBF7DDC11C5D}"/>
          </ac:spMkLst>
        </pc:spChg>
        <pc:spChg chg="mod">
          <ac:chgData name="Di Mattia Alessandro Edoardo Giorgio David" userId="f8954a66-e5ad-4a1c-9536-1d2117047f5f" providerId="ADAL" clId="{CDD3A680-70A0-4B3B-95E5-5D6AACE401AF}" dt="2021-09-17T14:43:34.437" v="10886" actId="255"/>
          <ac:spMkLst>
            <pc:docMk/>
            <pc:sldMk cId="2647203940" sldId="320"/>
            <ac:spMk id="3" creationId="{C586B415-2D44-486C-94C6-6FB1572ED64B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3:19:13.545" v="9382" actId="20577"/>
        <pc:sldMkLst>
          <pc:docMk/>
          <pc:sldMk cId="2707799317" sldId="321"/>
        </pc:sldMkLst>
        <pc:spChg chg="mod">
          <ac:chgData name="Di Mattia Alessandro Edoardo Giorgio David" userId="f8954a66-e5ad-4a1c-9536-1d2117047f5f" providerId="ADAL" clId="{CDD3A680-70A0-4B3B-95E5-5D6AACE401AF}" dt="2021-09-06T09:18:27.125" v="5493" actId="122"/>
          <ac:spMkLst>
            <pc:docMk/>
            <pc:sldMk cId="2707799317" sldId="321"/>
            <ac:spMk id="2" creationId="{6296F203-B47A-440C-BB90-8C421DF76CE2}"/>
          </ac:spMkLst>
        </pc:spChg>
        <pc:spChg chg="mod">
          <ac:chgData name="Di Mattia Alessandro Edoardo Giorgio David" userId="f8954a66-e5ad-4a1c-9536-1d2117047f5f" providerId="ADAL" clId="{CDD3A680-70A0-4B3B-95E5-5D6AACE401AF}" dt="2021-09-09T13:19:13.545" v="9382" actId="20577"/>
          <ac:spMkLst>
            <pc:docMk/>
            <pc:sldMk cId="2707799317" sldId="321"/>
            <ac:spMk id="3" creationId="{E51FF42C-5FD6-4CC8-9795-A2D6D0E52633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5:32:46.802" v="10971" actId="20577"/>
        <pc:sldMkLst>
          <pc:docMk/>
          <pc:sldMk cId="2157758138" sldId="322"/>
        </pc:sldMkLst>
        <pc:spChg chg="mod">
          <ac:chgData name="Di Mattia Alessandro Edoardo Giorgio David" userId="f8954a66-e5ad-4a1c-9536-1d2117047f5f" providerId="ADAL" clId="{CDD3A680-70A0-4B3B-95E5-5D6AACE401AF}" dt="2021-09-06T13:47:50.830" v="6449"/>
          <ac:spMkLst>
            <pc:docMk/>
            <pc:sldMk cId="2157758138" sldId="322"/>
            <ac:spMk id="2" creationId="{C7E0D38D-D9BD-47DF-A1BE-DE9F337C46C1}"/>
          </ac:spMkLst>
        </pc:spChg>
        <pc:spChg chg="mod">
          <ac:chgData name="Di Mattia Alessandro Edoardo Giorgio David" userId="f8954a66-e5ad-4a1c-9536-1d2117047f5f" providerId="ADAL" clId="{CDD3A680-70A0-4B3B-95E5-5D6AACE401AF}" dt="2021-09-17T15:32:46.802" v="10971" actId="20577"/>
          <ac:spMkLst>
            <pc:docMk/>
            <pc:sldMk cId="2157758138" sldId="322"/>
            <ac:spMk id="3" creationId="{0FBEE257-C71A-42B8-85F7-989A066F1891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6T14:35:38.169" v="7330" actId="20577"/>
        <pc:sldMkLst>
          <pc:docMk/>
          <pc:sldMk cId="1376154131" sldId="323"/>
        </pc:sldMkLst>
        <pc:spChg chg="mod">
          <ac:chgData name="Di Mattia Alessandro Edoardo Giorgio David" userId="f8954a66-e5ad-4a1c-9536-1d2117047f5f" providerId="ADAL" clId="{CDD3A680-70A0-4B3B-95E5-5D6AACE401AF}" dt="2021-09-06T14:32:05.612" v="7276" actId="207"/>
          <ac:spMkLst>
            <pc:docMk/>
            <pc:sldMk cId="1376154131" sldId="323"/>
            <ac:spMk id="2" creationId="{2E17D8A5-7DE3-4C5E-8324-92D763C9D38C}"/>
          </ac:spMkLst>
        </pc:spChg>
        <pc:spChg chg="mod">
          <ac:chgData name="Di Mattia Alessandro Edoardo Giorgio David" userId="f8954a66-e5ad-4a1c-9536-1d2117047f5f" providerId="ADAL" clId="{CDD3A680-70A0-4B3B-95E5-5D6AACE401AF}" dt="2021-09-06T14:35:38.169" v="7330" actId="20577"/>
          <ac:spMkLst>
            <pc:docMk/>
            <pc:sldMk cId="1376154131" sldId="323"/>
            <ac:spMk id="3" creationId="{C53CD75B-FFB7-4C7D-84B4-684FBA53CC46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3:19:48.419" v="9384" actId="20577"/>
        <pc:sldMkLst>
          <pc:docMk/>
          <pc:sldMk cId="2329310411" sldId="324"/>
        </pc:sldMkLst>
        <pc:spChg chg="mod">
          <ac:chgData name="Di Mattia Alessandro Edoardo Giorgio David" userId="f8954a66-e5ad-4a1c-9536-1d2117047f5f" providerId="ADAL" clId="{CDD3A680-70A0-4B3B-95E5-5D6AACE401AF}" dt="2021-09-06T14:38:26.470" v="7367" actId="122"/>
          <ac:spMkLst>
            <pc:docMk/>
            <pc:sldMk cId="2329310411" sldId="324"/>
            <ac:spMk id="2" creationId="{A71982B5-F73D-4282-9D65-9251632326A4}"/>
          </ac:spMkLst>
        </pc:spChg>
        <pc:spChg chg="mod">
          <ac:chgData name="Di Mattia Alessandro Edoardo Giorgio David" userId="f8954a66-e5ad-4a1c-9536-1d2117047f5f" providerId="ADAL" clId="{CDD3A680-70A0-4B3B-95E5-5D6AACE401AF}" dt="2021-09-09T13:19:48.419" v="9384" actId="20577"/>
          <ac:spMkLst>
            <pc:docMk/>
            <pc:sldMk cId="2329310411" sldId="324"/>
            <ac:spMk id="3" creationId="{14DDE2C9-C263-41D0-AFB1-63E92D2DBD73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54:13.770" v="10906" actId="255"/>
        <pc:sldMkLst>
          <pc:docMk/>
          <pc:sldMk cId="3401550023" sldId="325"/>
        </pc:sldMkLst>
        <pc:spChg chg="mod">
          <ac:chgData name="Di Mattia Alessandro Edoardo Giorgio David" userId="f8954a66-e5ad-4a1c-9536-1d2117047f5f" providerId="ADAL" clId="{CDD3A680-70A0-4B3B-95E5-5D6AACE401AF}" dt="2021-09-06T14:49:41.051" v="7552" actId="790"/>
          <ac:spMkLst>
            <pc:docMk/>
            <pc:sldMk cId="3401550023" sldId="325"/>
            <ac:spMk id="2" creationId="{36E583BD-3138-4823-8401-610808E98D7D}"/>
          </ac:spMkLst>
        </pc:spChg>
        <pc:spChg chg="mod">
          <ac:chgData name="Di Mattia Alessandro Edoardo Giorgio David" userId="f8954a66-e5ad-4a1c-9536-1d2117047f5f" providerId="ADAL" clId="{CDD3A680-70A0-4B3B-95E5-5D6AACE401AF}" dt="2021-09-17T14:54:13.770" v="10906" actId="255"/>
          <ac:spMkLst>
            <pc:docMk/>
            <pc:sldMk cId="3401550023" sldId="325"/>
            <ac:spMk id="3" creationId="{05F9DC6B-BE2E-4F44-8683-124873E3D646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4:00:00.916" v="9868" actId="20577"/>
        <pc:sldMkLst>
          <pc:docMk/>
          <pc:sldMk cId="2162421466" sldId="326"/>
        </pc:sldMkLst>
        <pc:spChg chg="mod">
          <ac:chgData name="Di Mattia Alessandro Edoardo Giorgio David" userId="f8954a66-e5ad-4a1c-9536-1d2117047f5f" providerId="ADAL" clId="{CDD3A680-70A0-4B3B-95E5-5D6AACE401AF}" dt="2021-09-09T13:10:36.856" v="9356" actId="20577"/>
          <ac:spMkLst>
            <pc:docMk/>
            <pc:sldMk cId="2162421466" sldId="326"/>
            <ac:spMk id="2" creationId="{E8395A78-72F7-4455-9BBD-5128F2E570E9}"/>
          </ac:spMkLst>
        </pc:spChg>
        <pc:spChg chg="mod">
          <ac:chgData name="Di Mattia Alessandro Edoardo Giorgio David" userId="f8954a66-e5ad-4a1c-9536-1d2117047f5f" providerId="ADAL" clId="{CDD3A680-70A0-4B3B-95E5-5D6AACE401AF}" dt="2021-09-09T14:00:00.916" v="9868" actId="20577"/>
          <ac:spMkLst>
            <pc:docMk/>
            <pc:sldMk cId="2162421466" sldId="326"/>
            <ac:spMk id="3" creationId="{35D9D16A-1A02-4991-A7C6-50588B6A7D1C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7T13:43:26.731" v="8707" actId="478"/>
        <pc:sldMkLst>
          <pc:docMk/>
          <pc:sldMk cId="3437827163" sldId="327"/>
        </pc:sldMkLst>
        <pc:spChg chg="del">
          <ac:chgData name="Di Mattia Alessandro Edoardo Giorgio David" userId="f8954a66-e5ad-4a1c-9536-1d2117047f5f" providerId="ADAL" clId="{CDD3A680-70A0-4B3B-95E5-5D6AACE401AF}" dt="2021-09-06T15:12:13.229" v="8241" actId="700"/>
          <ac:spMkLst>
            <pc:docMk/>
            <pc:sldMk cId="3437827163" sldId="327"/>
            <ac:spMk id="2" creationId="{56712DFF-3DC4-4956-B375-9A126B0E879B}"/>
          </ac:spMkLst>
        </pc:spChg>
        <pc:spChg chg="del">
          <ac:chgData name="Di Mattia Alessandro Edoardo Giorgio David" userId="f8954a66-e5ad-4a1c-9536-1d2117047f5f" providerId="ADAL" clId="{CDD3A680-70A0-4B3B-95E5-5D6AACE401AF}" dt="2021-09-06T15:11:57.917" v="8240"/>
          <ac:spMkLst>
            <pc:docMk/>
            <pc:sldMk cId="3437827163" sldId="327"/>
            <ac:spMk id="3" creationId="{F894F9CC-889C-4B2D-B9E8-35E4CCAC1859}"/>
          </ac:spMkLst>
        </pc:spChg>
        <pc:picChg chg="add del mod">
          <ac:chgData name="Di Mattia Alessandro Edoardo Giorgio David" userId="f8954a66-e5ad-4a1c-9536-1d2117047f5f" providerId="ADAL" clId="{CDD3A680-70A0-4B3B-95E5-5D6AACE401AF}" dt="2021-09-07T13:43:26.341" v="8706" actId="22"/>
          <ac:picMkLst>
            <pc:docMk/>
            <pc:sldMk cId="3437827163" sldId="327"/>
            <ac:picMk id="3" creationId="{4E73968E-604B-4F79-B7FC-21BBDA403295}"/>
          </ac:picMkLst>
        </pc:picChg>
        <pc:picChg chg="add del mod ord">
          <ac:chgData name="Di Mattia Alessandro Edoardo Giorgio David" userId="f8954a66-e5ad-4a1c-9536-1d2117047f5f" providerId="ADAL" clId="{CDD3A680-70A0-4B3B-95E5-5D6AACE401AF}" dt="2021-09-07T13:43:26.731" v="8707" actId="478"/>
          <ac:picMkLst>
            <pc:docMk/>
            <pc:sldMk cId="3437827163" sldId="327"/>
            <ac:picMk id="4" creationId="{5665A8FF-DEFB-47AF-9C2F-D3082902FB43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1:26:18.071" v="9354" actId="20577"/>
        <pc:sldMkLst>
          <pc:docMk/>
          <pc:sldMk cId="1843198118" sldId="328"/>
        </pc:sldMkLst>
        <pc:spChg chg="add mod">
          <ac:chgData name="Di Mattia Alessandro Edoardo Giorgio David" userId="f8954a66-e5ad-4a1c-9536-1d2117047f5f" providerId="ADAL" clId="{CDD3A680-70A0-4B3B-95E5-5D6AACE401AF}" dt="2021-09-06T15:16:58.677" v="8449" actId="122"/>
          <ac:spMkLst>
            <pc:docMk/>
            <pc:sldMk cId="1843198118" sldId="328"/>
            <ac:spMk id="2" creationId="{9EB8F142-00CC-45C2-A83A-7EB184639E08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1:26:18.071" v="9354" actId="20577"/>
          <ac:spMkLst>
            <pc:docMk/>
            <pc:sldMk cId="1843198118" sldId="328"/>
            <ac:spMk id="3" creationId="{F8A79BF8-D417-45E1-BC43-F0729499BA03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6T15:34:33.392" v="8606" actId="12788"/>
        <pc:sldMkLst>
          <pc:docMk/>
          <pc:sldMk cId="2662181927" sldId="329"/>
        </pc:sldMkLst>
        <pc:spChg chg="del">
          <ac:chgData name="Di Mattia Alessandro Edoardo Giorgio David" userId="f8954a66-e5ad-4a1c-9536-1d2117047f5f" providerId="ADAL" clId="{CDD3A680-70A0-4B3B-95E5-5D6AACE401AF}" dt="2021-09-06T15:34:22.531" v="8604" actId="700"/>
          <ac:spMkLst>
            <pc:docMk/>
            <pc:sldMk cId="2662181927" sldId="329"/>
            <ac:spMk id="2" creationId="{B239F656-B54F-4FE7-AC13-647159EB8D2B}"/>
          </ac:spMkLst>
        </pc:spChg>
        <pc:spChg chg="del">
          <ac:chgData name="Di Mattia Alessandro Edoardo Giorgio David" userId="f8954a66-e5ad-4a1c-9536-1d2117047f5f" providerId="ADAL" clId="{CDD3A680-70A0-4B3B-95E5-5D6AACE401AF}" dt="2021-09-06T15:34:13.933" v="8602"/>
          <ac:spMkLst>
            <pc:docMk/>
            <pc:sldMk cId="2662181927" sldId="329"/>
            <ac:spMk id="3" creationId="{D0B8E4B7-BF4B-48CB-9301-FBDAA08102C0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6T15:34:33.392" v="8606" actId="12788"/>
          <ac:picMkLst>
            <pc:docMk/>
            <pc:sldMk cId="2662181927" sldId="329"/>
            <ac:picMk id="4" creationId="{DC71271F-0BDF-47BE-A77C-FB830EC88494}"/>
          </ac:picMkLst>
        </pc:picChg>
      </pc:sldChg>
      <pc:sldChg chg="addSp modSp new del mod modClrScheme chgLayout">
        <pc:chgData name="Di Mattia Alessandro Edoardo Giorgio David" userId="f8954a66-e5ad-4a1c-9536-1d2117047f5f" providerId="ADAL" clId="{CDD3A680-70A0-4B3B-95E5-5D6AACE401AF}" dt="2021-09-07T14:11:40.600" v="8964" actId="2696"/>
        <pc:sldMkLst>
          <pc:docMk/>
          <pc:sldMk cId="803073443" sldId="330"/>
        </pc:sldMkLst>
        <pc:spChg chg="add mod">
          <ac:chgData name="Di Mattia Alessandro Edoardo Giorgio David" userId="f8954a66-e5ad-4a1c-9536-1d2117047f5f" providerId="ADAL" clId="{CDD3A680-70A0-4B3B-95E5-5D6AACE401AF}" dt="2021-09-06T15:35:32.165" v="8610" actId="122"/>
          <ac:spMkLst>
            <pc:docMk/>
            <pc:sldMk cId="803073443" sldId="330"/>
            <ac:spMk id="2" creationId="{A9C593AF-C345-4AD6-B998-6207670E645F}"/>
          </ac:spMkLst>
        </pc:spChg>
        <pc:spChg chg="add mod">
          <ac:chgData name="Di Mattia Alessandro Edoardo Giorgio David" userId="f8954a66-e5ad-4a1c-9536-1d2117047f5f" providerId="ADAL" clId="{CDD3A680-70A0-4B3B-95E5-5D6AACE401AF}" dt="2021-09-06T15:36:06.609" v="8673" actId="20577"/>
          <ac:spMkLst>
            <pc:docMk/>
            <pc:sldMk cId="803073443" sldId="330"/>
            <ac:spMk id="3" creationId="{FC3C2742-579F-4685-A7F9-BD89DE3CC86C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7T14:41:23.792" v="9343" actId="255"/>
        <pc:sldMkLst>
          <pc:docMk/>
          <pc:sldMk cId="3623829537" sldId="330"/>
        </pc:sldMkLst>
        <pc:spChg chg="mod">
          <ac:chgData name="Di Mattia Alessandro Edoardo Giorgio David" userId="f8954a66-e5ad-4a1c-9536-1d2117047f5f" providerId="ADAL" clId="{CDD3A680-70A0-4B3B-95E5-5D6AACE401AF}" dt="2021-09-07T14:16:40.219" v="9051" actId="20577"/>
          <ac:spMkLst>
            <pc:docMk/>
            <pc:sldMk cId="3623829537" sldId="330"/>
            <ac:spMk id="2" creationId="{9389EAEE-2AF4-47D0-9BFF-AC79EA8BBDDD}"/>
          </ac:spMkLst>
        </pc:spChg>
        <pc:spChg chg="mod">
          <ac:chgData name="Di Mattia Alessandro Edoardo Giorgio David" userId="f8954a66-e5ad-4a1c-9536-1d2117047f5f" providerId="ADAL" clId="{CDD3A680-70A0-4B3B-95E5-5D6AACE401AF}" dt="2021-09-07T14:41:23.792" v="9343" actId="255"/>
          <ac:spMkLst>
            <pc:docMk/>
            <pc:sldMk cId="3623829537" sldId="330"/>
            <ac:spMk id="3" creationId="{9294DB2D-7169-4460-AE6B-31DB9B4D33F4}"/>
          </ac:spMkLst>
        </pc:sp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7T14:41:11.975" v="9342" actId="255"/>
        <pc:sldMkLst>
          <pc:docMk/>
          <pc:sldMk cId="2381370227" sldId="331"/>
        </pc:sldMkLst>
        <pc:spChg chg="add mod">
          <ac:chgData name="Di Mattia Alessandro Edoardo Giorgio David" userId="f8954a66-e5ad-4a1c-9536-1d2117047f5f" providerId="ADAL" clId="{CDD3A680-70A0-4B3B-95E5-5D6AACE401AF}" dt="2021-09-07T14:41:01.902" v="9341" actId="20577"/>
          <ac:spMkLst>
            <pc:docMk/>
            <pc:sldMk cId="2381370227" sldId="331"/>
            <ac:spMk id="2" creationId="{037F6D96-7B95-4692-986F-553E002350E2}"/>
          </ac:spMkLst>
        </pc:spChg>
        <pc:spChg chg="add mod">
          <ac:chgData name="Di Mattia Alessandro Edoardo Giorgio David" userId="f8954a66-e5ad-4a1c-9536-1d2117047f5f" providerId="ADAL" clId="{CDD3A680-70A0-4B3B-95E5-5D6AACE401AF}" dt="2021-09-07T14:41:11.975" v="9342" actId="255"/>
          <ac:spMkLst>
            <pc:docMk/>
            <pc:sldMk cId="2381370227" sldId="331"/>
            <ac:spMk id="3" creationId="{722F5B8C-2F54-4705-BC8E-2EE7B3036F68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7T14:43:01.391" v="9352" actId="14100"/>
        <pc:sldMkLst>
          <pc:docMk/>
          <pc:sldMk cId="2199071209" sldId="332"/>
        </pc:sldMkLst>
        <pc:spChg chg="del">
          <ac:chgData name="Di Mattia Alessandro Edoardo Giorgio David" userId="f8954a66-e5ad-4a1c-9536-1d2117047f5f" providerId="ADAL" clId="{CDD3A680-70A0-4B3B-95E5-5D6AACE401AF}" dt="2021-09-07T14:42:47.783" v="9349" actId="700"/>
          <ac:spMkLst>
            <pc:docMk/>
            <pc:sldMk cId="2199071209" sldId="332"/>
            <ac:spMk id="2" creationId="{46DC0298-C9AE-4DCB-9511-DE2B2B7A26CE}"/>
          </ac:spMkLst>
        </pc:spChg>
        <pc:spChg chg="del">
          <ac:chgData name="Di Mattia Alessandro Edoardo Giorgio David" userId="f8954a66-e5ad-4a1c-9536-1d2117047f5f" providerId="ADAL" clId="{CDD3A680-70A0-4B3B-95E5-5D6AACE401AF}" dt="2021-09-07T14:42:43.828" v="9348"/>
          <ac:spMkLst>
            <pc:docMk/>
            <pc:sldMk cId="2199071209" sldId="332"/>
            <ac:spMk id="3" creationId="{8047B2BA-7428-44C8-99BD-5F21E5C6E64A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7T14:43:01.391" v="9352" actId="14100"/>
          <ac:picMkLst>
            <pc:docMk/>
            <pc:sldMk cId="2199071209" sldId="332"/>
            <ac:picMk id="4" creationId="{1971F22F-CE3B-45AE-A036-6611D1B3C989}"/>
          </ac:picMkLst>
        </pc:picChg>
      </pc:sldChg>
      <pc:sldChg chg="modSp add mod">
        <pc:chgData name="Di Mattia Alessandro Edoardo Giorgio David" userId="f8954a66-e5ad-4a1c-9536-1d2117047f5f" providerId="ADAL" clId="{CDD3A680-70A0-4B3B-95E5-5D6AACE401AF}" dt="2021-09-17T14:54:25.121" v="10907" actId="255"/>
        <pc:sldMkLst>
          <pc:docMk/>
          <pc:sldMk cId="3998298552" sldId="333"/>
        </pc:sldMkLst>
        <pc:spChg chg="mod">
          <ac:chgData name="Di Mattia Alessandro Edoardo Giorgio David" userId="f8954a66-e5ad-4a1c-9536-1d2117047f5f" providerId="ADAL" clId="{CDD3A680-70A0-4B3B-95E5-5D6AACE401AF}" dt="2021-09-17T14:54:25.121" v="10907" actId="255"/>
          <ac:spMkLst>
            <pc:docMk/>
            <pc:sldMk cId="3998298552" sldId="333"/>
            <ac:spMk id="3" creationId="{05F9DC6B-BE2E-4F44-8683-124873E3D646}"/>
          </ac:spMkLst>
        </pc:spChg>
      </pc:sldChg>
      <pc:sldChg chg="modSp add mod">
        <pc:chgData name="Di Mattia Alessandro Edoardo Giorgio David" userId="f8954a66-e5ad-4a1c-9536-1d2117047f5f" providerId="ADAL" clId="{CDD3A680-70A0-4B3B-95E5-5D6AACE401AF}" dt="2021-09-17T14:54:37.913" v="10908" actId="255"/>
        <pc:sldMkLst>
          <pc:docMk/>
          <pc:sldMk cId="52285566" sldId="334"/>
        </pc:sldMkLst>
        <pc:spChg chg="mod">
          <ac:chgData name="Di Mattia Alessandro Edoardo Giorgio David" userId="f8954a66-e5ad-4a1c-9536-1d2117047f5f" providerId="ADAL" clId="{CDD3A680-70A0-4B3B-95E5-5D6AACE401AF}" dt="2021-09-17T14:54:37.913" v="10908" actId="255"/>
          <ac:spMkLst>
            <pc:docMk/>
            <pc:sldMk cId="52285566" sldId="334"/>
            <ac:spMk id="3" creationId="{05F9DC6B-BE2E-4F44-8683-124873E3D646}"/>
          </ac:spMkLst>
        </pc:sp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4:41:23.463" v="10446" actId="1076"/>
        <pc:sldMkLst>
          <pc:docMk/>
          <pc:sldMk cId="3878715250" sldId="335"/>
        </pc:sldMkLst>
        <pc:spChg chg="add mod">
          <ac:chgData name="Di Mattia Alessandro Edoardo Giorgio David" userId="f8954a66-e5ad-4a1c-9536-1d2117047f5f" providerId="ADAL" clId="{CDD3A680-70A0-4B3B-95E5-5D6AACE401AF}" dt="2021-09-09T14:23:41.977" v="10182" actId="790"/>
          <ac:spMkLst>
            <pc:docMk/>
            <pc:sldMk cId="3878715250" sldId="335"/>
            <ac:spMk id="2" creationId="{1CDFCFDC-64C3-40D1-8401-417ABF5AEBB9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4:38:28.766" v="10441" actId="20577"/>
          <ac:spMkLst>
            <pc:docMk/>
            <pc:sldMk cId="3878715250" sldId="335"/>
            <ac:spMk id="3" creationId="{13E5D5CF-34D9-4DC9-A590-0C88FFF7C892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41:23.463" v="10446" actId="1076"/>
          <ac:picMkLst>
            <pc:docMk/>
            <pc:sldMk cId="3878715250" sldId="335"/>
            <ac:picMk id="5" creationId="{8BAF00BC-F74D-4499-84B3-3B50121DEC0A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09T14:46:29.621" v="10521" actId="20577"/>
        <pc:sldMkLst>
          <pc:docMk/>
          <pc:sldMk cId="1196585320" sldId="336"/>
        </pc:sldMkLst>
        <pc:spChg chg="mod">
          <ac:chgData name="Di Mattia Alessandro Edoardo Giorgio David" userId="f8954a66-e5ad-4a1c-9536-1d2117047f5f" providerId="ADAL" clId="{CDD3A680-70A0-4B3B-95E5-5D6AACE401AF}" dt="2021-09-09T14:45:15.176" v="10497" actId="20577"/>
          <ac:spMkLst>
            <pc:docMk/>
            <pc:sldMk cId="1196585320" sldId="336"/>
            <ac:spMk id="2" creationId="{F270F0E8-2F57-4071-BD49-0361AE245713}"/>
          </ac:spMkLst>
        </pc:spChg>
        <pc:spChg chg="mod">
          <ac:chgData name="Di Mattia Alessandro Edoardo Giorgio David" userId="f8954a66-e5ad-4a1c-9536-1d2117047f5f" providerId="ADAL" clId="{CDD3A680-70A0-4B3B-95E5-5D6AACE401AF}" dt="2021-09-09T14:46:29.621" v="10521" actId="20577"/>
          <ac:spMkLst>
            <pc:docMk/>
            <pc:sldMk cId="1196585320" sldId="336"/>
            <ac:spMk id="3" creationId="{1FB50D10-88CC-4C44-8733-96208BE58BD2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9-20T07:28:31.411" v="10980" actId="20577"/>
        <pc:sldMkLst>
          <pc:docMk/>
          <pc:sldMk cId="3412144097" sldId="337"/>
        </pc:sldMkLst>
        <pc:spChg chg="mod">
          <ac:chgData name="Di Mattia Alessandro Edoardo Giorgio David" userId="f8954a66-e5ad-4a1c-9536-1d2117047f5f" providerId="ADAL" clId="{CDD3A680-70A0-4B3B-95E5-5D6AACE401AF}" dt="2021-09-20T07:28:31.411" v="10980" actId="20577"/>
          <ac:spMkLst>
            <pc:docMk/>
            <pc:sldMk cId="3412144097" sldId="337"/>
            <ac:spMk id="2" creationId="{DEFD1029-23FD-4702-A606-84FBC7A03F88}"/>
          </ac:spMkLst>
        </pc:spChg>
        <pc:spChg chg="del">
          <ac:chgData name="Di Mattia Alessandro Edoardo Giorgio David" userId="f8954a66-e5ad-4a1c-9536-1d2117047f5f" providerId="ADAL" clId="{CDD3A680-70A0-4B3B-95E5-5D6AACE401AF}" dt="2021-09-09T14:48:28.969" v="10523"/>
          <ac:spMkLst>
            <pc:docMk/>
            <pc:sldMk cId="3412144097" sldId="337"/>
            <ac:spMk id="3" creationId="{10802D33-277B-4961-98A9-41688A75B89B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48:28.969" v="10523"/>
          <ac:picMkLst>
            <pc:docMk/>
            <pc:sldMk cId="3412144097" sldId="337"/>
            <ac:picMk id="4" creationId="{CD9FD5B1-721B-4710-84CA-0F53E9C09FDB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09T14:52:25.600" v="10529"/>
        <pc:sldMkLst>
          <pc:docMk/>
          <pc:sldMk cId="734881783" sldId="338"/>
        </pc:sldMkLst>
        <pc:spChg chg="mod">
          <ac:chgData name="Di Mattia Alessandro Edoardo Giorgio David" userId="f8954a66-e5ad-4a1c-9536-1d2117047f5f" providerId="ADAL" clId="{CDD3A680-70A0-4B3B-95E5-5D6AACE401AF}" dt="2021-09-09T14:49:10.320" v="10528"/>
          <ac:spMkLst>
            <pc:docMk/>
            <pc:sldMk cId="734881783" sldId="338"/>
            <ac:spMk id="2" creationId="{856946AD-6FD8-4A0E-8F45-A9734B94C7B9}"/>
          </ac:spMkLst>
        </pc:spChg>
        <pc:spChg chg="del">
          <ac:chgData name="Di Mattia Alessandro Edoardo Giorgio David" userId="f8954a66-e5ad-4a1c-9536-1d2117047f5f" providerId="ADAL" clId="{CDD3A680-70A0-4B3B-95E5-5D6AACE401AF}" dt="2021-09-09T14:52:25.600" v="10529"/>
          <ac:spMkLst>
            <pc:docMk/>
            <pc:sldMk cId="734881783" sldId="338"/>
            <ac:spMk id="3" creationId="{65E162B5-7388-474F-B218-31A00E2D8A49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52:25.600" v="10529"/>
          <ac:picMkLst>
            <pc:docMk/>
            <pc:sldMk cId="734881783" sldId="338"/>
            <ac:picMk id="4" creationId="{D47F4B04-5A19-4728-B33D-FF557D603D75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20T07:53:19.585" v="11546" actId="20577"/>
        <pc:sldMkLst>
          <pc:docMk/>
          <pc:sldMk cId="1841387797" sldId="339"/>
        </pc:sldMkLst>
        <pc:spChg chg="mod">
          <ac:chgData name="Di Mattia Alessandro Edoardo Giorgio David" userId="f8954a66-e5ad-4a1c-9536-1d2117047f5f" providerId="ADAL" clId="{CDD3A680-70A0-4B3B-95E5-5D6AACE401AF}" dt="2021-09-20T07:29:53.997" v="10993" actId="790"/>
          <ac:spMkLst>
            <pc:docMk/>
            <pc:sldMk cId="1841387797" sldId="339"/>
            <ac:spMk id="2" creationId="{2BDB0724-8854-4922-9DC8-2DB3E8207E9F}"/>
          </ac:spMkLst>
        </pc:spChg>
        <pc:spChg chg="mod">
          <ac:chgData name="Di Mattia Alessandro Edoardo Giorgio David" userId="f8954a66-e5ad-4a1c-9536-1d2117047f5f" providerId="ADAL" clId="{CDD3A680-70A0-4B3B-95E5-5D6AACE401AF}" dt="2021-09-20T07:53:19.585" v="11546" actId="20577"/>
          <ac:spMkLst>
            <pc:docMk/>
            <pc:sldMk cId="1841387797" sldId="339"/>
            <ac:spMk id="3" creationId="{0BD58A40-8316-4E53-88D8-77D5B8D2DD6C}"/>
          </ac:spMkLst>
        </pc:spChg>
      </pc:sldChg>
      <pc:sldMasterChg chg="addSp modSp mod modSldLayout">
        <pc:chgData name="Di Mattia Alessandro Edoardo Giorgio David" userId="f8954a66-e5ad-4a1c-9536-1d2117047f5f" providerId="ADAL" clId="{CDD3A680-70A0-4B3B-95E5-5D6AACE401AF}" dt="2021-09-09T13:58:53.238" v="9863" actId="1076"/>
        <pc:sldMasterMkLst>
          <pc:docMk/>
          <pc:sldMasterMk cId="626235760" sldId="2147483684"/>
        </pc:sldMasterMkLst>
        <pc:spChg chg="add mod">
          <ac:chgData name="Di Mattia Alessandro Edoardo Giorgio David" userId="f8954a66-e5ad-4a1c-9536-1d2117047f5f" providerId="ADAL" clId="{CDD3A680-70A0-4B3B-95E5-5D6AACE401AF}" dt="2021-09-09T13:58:53.238" v="9863" actId="1076"/>
          <ac:spMkLst>
            <pc:docMk/>
            <pc:sldMasterMk cId="626235760" sldId="2147483684"/>
            <ac:spMk id="2" creationId="{694CB108-4A1C-4218-9FA9-7C3065D8017E}"/>
          </ac:spMkLst>
        </pc:spChg>
        <pc:sldLayoutChg chg="addSp delSp modSp mod">
          <pc:chgData name="Di Mattia Alessandro Edoardo Giorgio David" userId="f8954a66-e5ad-4a1c-9536-1d2117047f5f" providerId="ADAL" clId="{CDD3A680-70A0-4B3B-95E5-5D6AACE401AF}" dt="2021-09-09T13:58:25.144" v="9859" actId="478"/>
          <pc:sldLayoutMkLst>
            <pc:docMk/>
            <pc:sldMasterMk cId="626235760" sldId="2147483684"/>
            <pc:sldLayoutMk cId="2014852939" sldId="2147483685"/>
          </pc:sldLayoutMkLst>
          <pc:spChg chg="add del mod">
            <ac:chgData name="Di Mattia Alessandro Edoardo Giorgio David" userId="f8954a66-e5ad-4a1c-9536-1d2117047f5f" providerId="ADAL" clId="{CDD3A680-70A0-4B3B-95E5-5D6AACE401AF}" dt="2021-09-09T13:58:25.144" v="9859" actId="478"/>
            <ac:spMkLst>
              <pc:docMk/>
              <pc:sldMasterMk cId="626235760" sldId="2147483684"/>
              <pc:sldLayoutMk cId="2014852939" sldId="2147483685"/>
              <ac:spMk id="4" creationId="{BCABABDB-DC79-4CAC-B055-22783CB88034}"/>
            </ac:spMkLst>
          </pc:spChg>
        </pc:sldLayoutChg>
      </pc:sldMasterChg>
    </pc:docChg>
  </pc:docChgLst>
  <pc:docChgLst>
    <pc:chgData name="Di Mattia Alessandro Edoardo Giorgio David" userId="f8954a66-e5ad-4a1c-9536-1d2117047f5f" providerId="ADAL" clId="{AC787D5D-10B8-4750-885F-805D7C9E9737}"/>
    <pc:docChg chg="undo custSel addSld modSld">
      <pc:chgData name="Di Mattia Alessandro Edoardo Giorgio David" userId="f8954a66-e5ad-4a1c-9536-1d2117047f5f" providerId="ADAL" clId="{AC787D5D-10B8-4750-885F-805D7C9E9737}" dt="2021-08-20T15:21:02.985" v="455" actId="20577"/>
      <pc:docMkLst>
        <pc:docMk/>
      </pc:docMkLst>
      <pc:sldChg chg="modSp new mod">
        <pc:chgData name="Di Mattia Alessandro Edoardo Giorgio David" userId="f8954a66-e5ad-4a1c-9536-1d2117047f5f" providerId="ADAL" clId="{AC787D5D-10B8-4750-885F-805D7C9E9737}" dt="2021-08-20T14:45:37.819" v="298" actId="20577"/>
        <pc:sldMkLst>
          <pc:docMk/>
          <pc:sldMk cId="3870998453" sldId="298"/>
        </pc:sldMkLst>
        <pc:spChg chg="mod">
          <ac:chgData name="Di Mattia Alessandro Edoardo Giorgio David" userId="f8954a66-e5ad-4a1c-9536-1d2117047f5f" providerId="ADAL" clId="{AC787D5D-10B8-4750-885F-805D7C9E9737}" dt="2021-08-20T14:38:55.348" v="14" actId="122"/>
          <ac:spMkLst>
            <pc:docMk/>
            <pc:sldMk cId="3870998453" sldId="298"/>
            <ac:spMk id="2" creationId="{CC70B360-B3ED-43E5-A748-F5B5C403C878}"/>
          </ac:spMkLst>
        </pc:spChg>
        <pc:spChg chg="mod">
          <ac:chgData name="Di Mattia Alessandro Edoardo Giorgio David" userId="f8954a66-e5ad-4a1c-9536-1d2117047f5f" providerId="ADAL" clId="{AC787D5D-10B8-4750-885F-805D7C9E9737}" dt="2021-08-20T14:45:37.819" v="298" actId="20577"/>
          <ac:spMkLst>
            <pc:docMk/>
            <pc:sldMk cId="3870998453" sldId="298"/>
            <ac:spMk id="3" creationId="{7AB3AA8F-0BE3-46AB-A9D7-309F7F97E4C0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AC787D5D-10B8-4750-885F-805D7C9E9737}" dt="2021-08-20T14:46:06.034" v="304"/>
        <pc:sldMkLst>
          <pc:docMk/>
          <pc:sldMk cId="316752284" sldId="299"/>
        </pc:sldMkLst>
        <pc:spChg chg="del">
          <ac:chgData name="Di Mattia Alessandro Edoardo Giorgio David" userId="f8954a66-e5ad-4a1c-9536-1d2117047f5f" providerId="ADAL" clId="{AC787D5D-10B8-4750-885F-805D7C9E9737}" dt="2021-08-20T14:46:03.679" v="303" actId="700"/>
          <ac:spMkLst>
            <pc:docMk/>
            <pc:sldMk cId="316752284" sldId="299"/>
            <ac:spMk id="2" creationId="{D510B283-081F-43CE-96F6-08C288F3DFFB}"/>
          </ac:spMkLst>
        </pc:spChg>
        <pc:spChg chg="del mod">
          <ac:chgData name="Di Mattia Alessandro Edoardo Giorgio David" userId="f8954a66-e5ad-4a1c-9536-1d2117047f5f" providerId="ADAL" clId="{AC787D5D-10B8-4750-885F-805D7C9E9737}" dt="2021-08-20T14:46:03.679" v="303" actId="700"/>
          <ac:spMkLst>
            <pc:docMk/>
            <pc:sldMk cId="316752284" sldId="299"/>
            <ac:spMk id="3" creationId="{61373EFE-DB58-42AD-8DA9-E7D7FBC43DC0}"/>
          </ac:spMkLst>
        </pc:spChg>
        <pc:picChg chg="add">
          <ac:chgData name="Di Mattia Alessandro Edoardo Giorgio David" userId="f8954a66-e5ad-4a1c-9536-1d2117047f5f" providerId="ADAL" clId="{AC787D5D-10B8-4750-885F-805D7C9E9737}" dt="2021-08-20T14:46:06.034" v="304"/>
          <ac:picMkLst>
            <pc:docMk/>
            <pc:sldMk cId="316752284" sldId="299"/>
            <ac:picMk id="4" creationId="{34E6A750-E0B8-41C0-A1C7-288A84AD5D95}"/>
          </ac:picMkLst>
        </pc:picChg>
      </pc:sldChg>
      <pc:sldChg chg="addSp modSp new mod">
        <pc:chgData name="Di Mattia Alessandro Edoardo Giorgio David" userId="f8954a66-e5ad-4a1c-9536-1d2117047f5f" providerId="ADAL" clId="{AC787D5D-10B8-4750-885F-805D7C9E9737}" dt="2021-08-20T14:51:41.672" v="307" actId="1076"/>
        <pc:sldMkLst>
          <pc:docMk/>
          <pc:sldMk cId="3144966826" sldId="300"/>
        </pc:sldMkLst>
        <pc:picChg chg="add mod">
          <ac:chgData name="Di Mattia Alessandro Edoardo Giorgio David" userId="f8954a66-e5ad-4a1c-9536-1d2117047f5f" providerId="ADAL" clId="{AC787D5D-10B8-4750-885F-805D7C9E9737}" dt="2021-08-20T14:51:41.672" v="307" actId="1076"/>
          <ac:picMkLst>
            <pc:docMk/>
            <pc:sldMk cId="3144966826" sldId="300"/>
            <ac:picMk id="2" creationId="{E613DE37-F2C5-40EB-9E94-3226883C95DB}"/>
          </ac:picMkLst>
        </pc:picChg>
      </pc:sldChg>
      <pc:sldChg chg="addSp modSp new mod modClrScheme chgLayout">
        <pc:chgData name="Di Mattia Alessandro Edoardo Giorgio David" userId="f8954a66-e5ad-4a1c-9536-1d2117047f5f" providerId="ADAL" clId="{AC787D5D-10B8-4750-885F-805D7C9E9737}" dt="2021-08-20T15:09:51.424" v="406" actId="20577"/>
        <pc:sldMkLst>
          <pc:docMk/>
          <pc:sldMk cId="941163814" sldId="301"/>
        </pc:sldMkLst>
        <pc:spChg chg="add mod">
          <ac:chgData name="Di Mattia Alessandro Edoardo Giorgio David" userId="f8954a66-e5ad-4a1c-9536-1d2117047f5f" providerId="ADAL" clId="{AC787D5D-10B8-4750-885F-805D7C9E9737}" dt="2021-08-20T14:59:05.983" v="313" actId="122"/>
          <ac:spMkLst>
            <pc:docMk/>
            <pc:sldMk cId="941163814" sldId="301"/>
            <ac:spMk id="2" creationId="{03192228-75B4-4CBA-B91B-AFD69837867A}"/>
          </ac:spMkLst>
        </pc:spChg>
        <pc:spChg chg="add mod">
          <ac:chgData name="Di Mattia Alessandro Edoardo Giorgio David" userId="f8954a66-e5ad-4a1c-9536-1d2117047f5f" providerId="ADAL" clId="{AC787D5D-10B8-4750-885F-805D7C9E9737}" dt="2021-08-20T15:09:51.424" v="406" actId="20577"/>
          <ac:spMkLst>
            <pc:docMk/>
            <pc:sldMk cId="941163814" sldId="301"/>
            <ac:spMk id="3" creationId="{A954FACC-FED0-4D82-87FB-6B26DCE06EC6}"/>
          </ac:spMkLst>
        </pc:spChg>
      </pc:sldChg>
      <pc:sldChg chg="addSp delSp modSp new mod">
        <pc:chgData name="Di Mattia Alessandro Edoardo Giorgio David" userId="f8954a66-e5ad-4a1c-9536-1d2117047f5f" providerId="ADAL" clId="{AC787D5D-10B8-4750-885F-805D7C9E9737}" dt="2021-08-20T15:00:15.602" v="322" actId="14100"/>
        <pc:sldMkLst>
          <pc:docMk/>
          <pc:sldMk cId="1062955294" sldId="302"/>
        </pc:sldMkLst>
        <pc:spChg chg="mod">
          <ac:chgData name="Di Mattia Alessandro Edoardo Giorgio David" userId="f8954a66-e5ad-4a1c-9536-1d2117047f5f" providerId="ADAL" clId="{AC787D5D-10B8-4750-885F-805D7C9E9737}" dt="2021-08-20T15:00:08.576" v="321" actId="122"/>
          <ac:spMkLst>
            <pc:docMk/>
            <pc:sldMk cId="1062955294" sldId="302"/>
            <ac:spMk id="2" creationId="{25EF509A-071D-411C-A0B0-D4208223146E}"/>
          </ac:spMkLst>
        </pc:spChg>
        <pc:spChg chg="del">
          <ac:chgData name="Di Mattia Alessandro Edoardo Giorgio David" userId="f8954a66-e5ad-4a1c-9536-1d2117047f5f" providerId="ADAL" clId="{AC787D5D-10B8-4750-885F-805D7C9E9737}" dt="2021-08-20T14:59:42.063" v="318"/>
          <ac:spMkLst>
            <pc:docMk/>
            <pc:sldMk cId="1062955294" sldId="302"/>
            <ac:spMk id="3" creationId="{BE19CB99-A33A-4A01-9905-9D0C3914D9D2}"/>
          </ac:spMkLst>
        </pc:spChg>
        <pc:picChg chg="add mod">
          <ac:chgData name="Di Mattia Alessandro Edoardo Giorgio David" userId="f8954a66-e5ad-4a1c-9536-1d2117047f5f" providerId="ADAL" clId="{AC787D5D-10B8-4750-885F-805D7C9E9737}" dt="2021-08-20T15:00:15.602" v="322" actId="14100"/>
          <ac:picMkLst>
            <pc:docMk/>
            <pc:sldMk cId="1062955294" sldId="302"/>
            <ac:picMk id="4" creationId="{5ED3C2D6-63C5-460B-A836-842FEB2B0177}"/>
          </ac:picMkLst>
        </pc:picChg>
      </pc:sldChg>
      <pc:sldChg chg="modSp new mod">
        <pc:chgData name="Di Mattia Alessandro Edoardo Giorgio David" userId="f8954a66-e5ad-4a1c-9536-1d2117047f5f" providerId="ADAL" clId="{AC787D5D-10B8-4750-885F-805D7C9E9737}" dt="2021-08-20T15:09:36.335" v="398" actId="14"/>
        <pc:sldMkLst>
          <pc:docMk/>
          <pc:sldMk cId="2044962240" sldId="303"/>
        </pc:sldMkLst>
        <pc:spChg chg="mod">
          <ac:chgData name="Di Mattia Alessandro Edoardo Giorgio David" userId="f8954a66-e5ad-4a1c-9536-1d2117047f5f" providerId="ADAL" clId="{AC787D5D-10B8-4750-885F-805D7C9E9737}" dt="2021-08-20T15:00:32.711" v="325" actId="122"/>
          <ac:spMkLst>
            <pc:docMk/>
            <pc:sldMk cId="2044962240" sldId="303"/>
            <ac:spMk id="2" creationId="{29243411-1081-421F-B743-6D9D5E11545B}"/>
          </ac:spMkLst>
        </pc:spChg>
        <pc:spChg chg="mod">
          <ac:chgData name="Di Mattia Alessandro Edoardo Giorgio David" userId="f8954a66-e5ad-4a1c-9536-1d2117047f5f" providerId="ADAL" clId="{AC787D5D-10B8-4750-885F-805D7C9E9737}" dt="2021-08-20T15:09:36.335" v="398" actId="14"/>
          <ac:spMkLst>
            <pc:docMk/>
            <pc:sldMk cId="2044962240" sldId="303"/>
            <ac:spMk id="3" creationId="{2A3AA81C-414F-4D7B-9C0E-C805FF24F569}"/>
          </ac:spMkLst>
        </pc:spChg>
      </pc:sldChg>
      <pc:sldChg chg="addSp delSp modSp new mod">
        <pc:chgData name="Di Mattia Alessandro Edoardo Giorgio David" userId="f8954a66-e5ad-4a1c-9536-1d2117047f5f" providerId="ADAL" clId="{AC787D5D-10B8-4750-885F-805D7C9E9737}" dt="2021-08-20T15:12:13.433" v="412"/>
        <pc:sldMkLst>
          <pc:docMk/>
          <pc:sldMk cId="3567292898" sldId="304"/>
        </pc:sldMkLst>
        <pc:spChg chg="mod">
          <ac:chgData name="Di Mattia Alessandro Edoardo Giorgio David" userId="f8954a66-e5ad-4a1c-9536-1d2117047f5f" providerId="ADAL" clId="{AC787D5D-10B8-4750-885F-805D7C9E9737}" dt="2021-08-20T15:10:13.213" v="409" actId="122"/>
          <ac:spMkLst>
            <pc:docMk/>
            <pc:sldMk cId="3567292898" sldId="304"/>
            <ac:spMk id="2" creationId="{B9A891B8-FCF3-4D10-8095-90B579A3DB40}"/>
          </ac:spMkLst>
        </pc:spChg>
        <pc:spChg chg="add del">
          <ac:chgData name="Di Mattia Alessandro Edoardo Giorgio David" userId="f8954a66-e5ad-4a1c-9536-1d2117047f5f" providerId="ADAL" clId="{AC787D5D-10B8-4750-885F-805D7C9E9737}" dt="2021-08-20T15:12:13.433" v="412"/>
          <ac:spMkLst>
            <pc:docMk/>
            <pc:sldMk cId="3567292898" sldId="304"/>
            <ac:spMk id="3" creationId="{DB645B7F-AD3D-4CAA-AD5D-BE21722A27B2}"/>
          </ac:spMkLst>
        </pc:spChg>
        <pc:picChg chg="add del mod">
          <ac:chgData name="Di Mattia Alessandro Edoardo Giorgio David" userId="f8954a66-e5ad-4a1c-9536-1d2117047f5f" providerId="ADAL" clId="{AC787D5D-10B8-4750-885F-805D7C9E9737}" dt="2021-08-20T15:11:48.619" v="411"/>
          <ac:picMkLst>
            <pc:docMk/>
            <pc:sldMk cId="3567292898" sldId="304"/>
            <ac:picMk id="4" creationId="{A0D49A57-9517-4AB9-A940-65FDCC83E125}"/>
          </ac:picMkLst>
        </pc:picChg>
        <pc:picChg chg="add mod">
          <ac:chgData name="Di Mattia Alessandro Edoardo Giorgio David" userId="f8954a66-e5ad-4a1c-9536-1d2117047f5f" providerId="ADAL" clId="{AC787D5D-10B8-4750-885F-805D7C9E9737}" dt="2021-08-20T15:12:13.433" v="412"/>
          <ac:picMkLst>
            <pc:docMk/>
            <pc:sldMk cId="3567292898" sldId="304"/>
            <ac:picMk id="5" creationId="{4596526A-0688-4381-B13F-22A6737478DA}"/>
          </ac:picMkLst>
        </pc:picChg>
      </pc:sldChg>
      <pc:sldChg chg="modSp new mod">
        <pc:chgData name="Di Mattia Alessandro Edoardo Giorgio David" userId="f8954a66-e5ad-4a1c-9536-1d2117047f5f" providerId="ADAL" clId="{AC787D5D-10B8-4750-885F-805D7C9E9737}" dt="2021-08-20T15:21:02.985" v="455" actId="20577"/>
        <pc:sldMkLst>
          <pc:docMk/>
          <pc:sldMk cId="2754829911" sldId="305"/>
        </pc:sldMkLst>
        <pc:spChg chg="mod">
          <ac:chgData name="Di Mattia Alessandro Edoardo Giorgio David" userId="f8954a66-e5ad-4a1c-9536-1d2117047f5f" providerId="ADAL" clId="{AC787D5D-10B8-4750-885F-805D7C9E9737}" dt="2021-08-20T15:16:02.926" v="427" actId="122"/>
          <ac:spMkLst>
            <pc:docMk/>
            <pc:sldMk cId="2754829911" sldId="305"/>
            <ac:spMk id="2" creationId="{11C634F8-0591-458A-96D5-622BD02845C3}"/>
          </ac:spMkLst>
        </pc:spChg>
        <pc:spChg chg="mod">
          <ac:chgData name="Di Mattia Alessandro Edoardo Giorgio David" userId="f8954a66-e5ad-4a1c-9536-1d2117047f5f" providerId="ADAL" clId="{AC787D5D-10B8-4750-885F-805D7C9E9737}" dt="2021-08-20T15:21:02.985" v="455" actId="20577"/>
          <ac:spMkLst>
            <pc:docMk/>
            <pc:sldMk cId="2754829911" sldId="305"/>
            <ac:spMk id="3" creationId="{D47B4779-A817-46F6-AAA3-146DBB18D8B5}"/>
          </ac:spMkLst>
        </pc:spChg>
      </pc:sldChg>
    </pc:docChg>
  </pc:docChgLst>
  <pc:docChgLst>
    <pc:chgData name="Alessandro Edoardo Giorgio David" userId="f8954a66-e5ad-4a1c-9536-1d2117047f5f" providerId="ADAL" clId="{D93D8B19-FA20-47A5-B3D7-0A6BF3F53C46}"/>
    <pc:docChg chg="undo custSel addSld delSld modSld sldOrd">
      <pc:chgData name="Alessandro Edoardo Giorgio David" userId="f8954a66-e5ad-4a1c-9536-1d2117047f5f" providerId="ADAL" clId="{D93D8B19-FA20-47A5-B3D7-0A6BF3F53C46}" dt="2021-08-10T13:18:36.419" v="625"/>
      <pc:docMkLst>
        <pc:docMk/>
      </pc:docMkLst>
      <pc:sldChg chg="modSp mod">
        <pc:chgData name="Alessandro Edoardo Giorgio David" userId="f8954a66-e5ad-4a1c-9536-1d2117047f5f" providerId="ADAL" clId="{D93D8B19-FA20-47A5-B3D7-0A6BF3F53C46}" dt="2021-08-10T10:46:13.837" v="233" actId="790"/>
        <pc:sldMkLst>
          <pc:docMk/>
          <pc:sldMk cId="3153607966" sldId="280"/>
        </pc:sldMkLst>
        <pc:spChg chg="mod">
          <ac:chgData name="Alessandro Edoardo Giorgio David" userId="f8954a66-e5ad-4a1c-9536-1d2117047f5f" providerId="ADAL" clId="{D93D8B19-FA20-47A5-B3D7-0A6BF3F53C46}" dt="2021-08-10T10:46:13.837" v="233" actId="790"/>
          <ac:spMkLst>
            <pc:docMk/>
            <pc:sldMk cId="3153607966" sldId="280"/>
            <ac:spMk id="2" creationId="{683FD103-5EF1-48AB-8EC6-4C1921FB118B}"/>
          </ac:spMkLst>
        </pc:spChg>
      </pc:sldChg>
      <pc:sldChg chg="modSp new mod">
        <pc:chgData name="Alessandro Edoardo Giorgio David" userId="f8954a66-e5ad-4a1c-9536-1d2117047f5f" providerId="ADAL" clId="{D93D8B19-FA20-47A5-B3D7-0A6BF3F53C46}" dt="2021-08-10T10:28:51.472" v="62" actId="207"/>
        <pc:sldMkLst>
          <pc:docMk/>
          <pc:sldMk cId="82894947" sldId="281"/>
        </pc:sldMkLst>
        <pc:spChg chg="mod">
          <ac:chgData name="Alessandro Edoardo Giorgio David" userId="f8954a66-e5ad-4a1c-9536-1d2117047f5f" providerId="ADAL" clId="{D93D8B19-FA20-47A5-B3D7-0A6BF3F53C46}" dt="2021-08-10T10:14:51.966" v="22" actId="20577"/>
          <ac:spMkLst>
            <pc:docMk/>
            <pc:sldMk cId="82894947" sldId="281"/>
            <ac:spMk id="2" creationId="{BE245DFD-974C-438A-8A62-383465C76576}"/>
          </ac:spMkLst>
        </pc:spChg>
        <pc:spChg chg="mod">
          <ac:chgData name="Alessandro Edoardo Giorgio David" userId="f8954a66-e5ad-4a1c-9536-1d2117047f5f" providerId="ADAL" clId="{D93D8B19-FA20-47A5-B3D7-0A6BF3F53C46}" dt="2021-08-10T10:28:51.472" v="62" actId="207"/>
          <ac:spMkLst>
            <pc:docMk/>
            <pc:sldMk cId="82894947" sldId="281"/>
            <ac:spMk id="3" creationId="{3E1E0E27-35DF-4C52-9582-63B1D4BF7111}"/>
          </ac:spMkLst>
        </pc:sp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53053765" sldId="28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00904179" sldId="282"/>
        </pc:sldMkLst>
      </pc:sldChg>
      <pc:sldChg chg="addSp delSp modSp new mod">
        <pc:chgData name="Alessandro Edoardo Giorgio David" userId="f8954a66-e5ad-4a1c-9536-1d2117047f5f" providerId="ADAL" clId="{D93D8B19-FA20-47A5-B3D7-0A6BF3F53C46}" dt="2021-08-10T10:38:07.634" v="232" actId="1076"/>
        <pc:sldMkLst>
          <pc:docMk/>
          <pc:sldMk cId="1895599324" sldId="282"/>
        </pc:sldMkLst>
        <pc:spChg chg="mod">
          <ac:chgData name="Alessandro Edoardo Giorgio David" userId="f8954a66-e5ad-4a1c-9536-1d2117047f5f" providerId="ADAL" clId="{D93D8B19-FA20-47A5-B3D7-0A6BF3F53C46}" dt="2021-08-10T10:16:08.123" v="32" actId="122"/>
          <ac:spMkLst>
            <pc:docMk/>
            <pc:sldMk cId="1895599324" sldId="282"/>
            <ac:spMk id="2" creationId="{87D71CA4-FA28-4119-9FA4-29A4F73E7090}"/>
          </ac:spMkLst>
        </pc:spChg>
        <pc:spChg chg="del">
          <ac:chgData name="Alessandro Edoardo Giorgio David" userId="f8954a66-e5ad-4a1c-9536-1d2117047f5f" providerId="ADAL" clId="{D93D8B19-FA20-47A5-B3D7-0A6BF3F53C46}" dt="2021-08-10T10:17:09.636" v="33"/>
          <ac:spMkLst>
            <pc:docMk/>
            <pc:sldMk cId="1895599324" sldId="282"/>
            <ac:spMk id="3" creationId="{3964FC0C-D925-4B0E-8291-EAA55CC211B1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8.383" v="230"/>
          <ac:spMkLst>
            <pc:docMk/>
            <pc:sldMk cId="1895599324" sldId="282"/>
            <ac:spMk id="6" creationId="{885E4550-8130-4F7F-9D52-4F66C2144B1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7" creationId="{2A424E35-37C5-4BB7-AEFD-7946AA8222DA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8" creationId="{44C2E0E1-D8A5-4A24-BE0B-79EC78EBE02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9" creationId="{8198573A-8C28-4217-A85B-862A88DCED6E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0" creationId="{1E390A35-27E2-40B5-8E8D-7FEEBE6CE22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1" creationId="{EC0EAA35-06DF-4699-993E-23771BD2209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2" creationId="{CA606416-93E9-42D9-AA61-D6EE5458D484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3" creationId="{C0340826-EC2D-45DE-B93E-F35862B6763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4" creationId="{627EC2C5-ACD9-4F36-ACCB-A890F2B84790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5" creationId="{EB70D244-E4BC-4AFA-95F6-DAF3B833275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6" creationId="{BC7EAA22-D807-4009-B776-7B37E328194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7" creationId="{E6876750-ED10-4516-B12A-766615DA7F5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8" creationId="{BBA170D5-161D-4106-9F6D-28DF6D145718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9" creationId="{42D6E6A3-2E91-458F-A94D-9CF6BCD3D80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0" creationId="{CB2ED075-60A6-4645-BDDD-643E5A2D19A4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1" creationId="{7DCCC8F3-7542-4668-93BD-298426BC6ECA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2" creationId="{52C17F89-292C-43F7-92D4-F63885EC090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3" creationId="{CFC0F26A-396A-423F-9A68-4FF321EC5CF6}"/>
          </ac:spMkLst>
        </pc:spChg>
        <pc:picChg chg="add del mod">
          <ac:chgData name="Alessandro Edoardo Giorgio David" userId="f8954a66-e5ad-4a1c-9536-1d2117047f5f" providerId="ADAL" clId="{D93D8B19-FA20-47A5-B3D7-0A6BF3F53C46}" dt="2021-08-10T10:37:53.344" v="227" actId="478"/>
          <ac:picMkLst>
            <pc:docMk/>
            <pc:sldMk cId="1895599324" sldId="282"/>
            <ac:picMk id="4" creationId="{C57ECC0F-431A-420F-AA1D-6673B1FA11EF}"/>
          </ac:picMkLst>
        </pc:picChg>
        <pc:picChg chg="add mod">
          <ac:chgData name="Alessandro Edoardo Giorgio David" userId="f8954a66-e5ad-4a1c-9536-1d2117047f5f" providerId="ADAL" clId="{D93D8B19-FA20-47A5-B3D7-0A6BF3F53C46}" dt="2021-08-10T10:38:07.634" v="232" actId="1076"/>
          <ac:picMkLst>
            <pc:docMk/>
            <pc:sldMk cId="1895599324" sldId="282"/>
            <ac:picMk id="24" creationId="{999DE7FE-82DE-48AD-BB23-F15CA56C5C1A}"/>
          </ac:picMkLst>
        </pc:pic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94577708" sldId="283"/>
        </pc:sldMkLst>
      </pc:sldChg>
      <pc:sldChg chg="modSp new mod ord">
        <pc:chgData name="Alessandro Edoardo Giorgio David" userId="f8954a66-e5ad-4a1c-9536-1d2117047f5f" providerId="ADAL" clId="{D93D8B19-FA20-47A5-B3D7-0A6BF3F53C46}" dt="2021-08-10T13:18:36.419" v="625"/>
        <pc:sldMkLst>
          <pc:docMk/>
          <pc:sldMk cId="4096371522" sldId="283"/>
        </pc:sldMkLst>
        <pc:spChg chg="mod">
          <ac:chgData name="Alessandro Edoardo Giorgio David" userId="f8954a66-e5ad-4a1c-9536-1d2117047f5f" providerId="ADAL" clId="{D93D8B19-FA20-47A5-B3D7-0A6BF3F53C46}" dt="2021-08-10T10:17:45.238" v="42" actId="122"/>
          <ac:spMkLst>
            <pc:docMk/>
            <pc:sldMk cId="4096371522" sldId="283"/>
            <ac:spMk id="2" creationId="{408B4B91-F23E-4673-8DB8-6A5A02D61CB6}"/>
          </ac:spMkLst>
        </pc:spChg>
        <pc:spChg chg="mod">
          <ac:chgData name="Alessandro Edoardo Giorgio David" userId="f8954a66-e5ad-4a1c-9536-1d2117047f5f" providerId="ADAL" clId="{D93D8B19-FA20-47A5-B3D7-0A6BF3F53C46}" dt="2021-08-10T13:14:41.330" v="611" actId="5793"/>
          <ac:spMkLst>
            <pc:docMk/>
            <pc:sldMk cId="4096371522" sldId="283"/>
            <ac:spMk id="3" creationId="{83BD5FD3-58A3-4593-BA71-B00F2D7F8C6A}"/>
          </ac:spMkLst>
        </pc:spChg>
      </pc:sldChg>
      <pc:sldChg chg="modSp new mod">
        <pc:chgData name="Alessandro Edoardo Giorgio David" userId="f8954a66-e5ad-4a1c-9536-1d2117047f5f" providerId="ADAL" clId="{D93D8B19-FA20-47A5-B3D7-0A6BF3F53C46}" dt="2021-08-10T10:52:43.487" v="551" actId="20577"/>
        <pc:sldMkLst>
          <pc:docMk/>
          <pc:sldMk cId="2952385952" sldId="284"/>
        </pc:sldMkLst>
        <pc:spChg chg="mod">
          <ac:chgData name="Alessandro Edoardo Giorgio David" userId="f8954a66-e5ad-4a1c-9536-1d2117047f5f" providerId="ADAL" clId="{D93D8B19-FA20-47A5-B3D7-0A6BF3F53C46}" dt="2021-08-10T10:47:33.137" v="259" actId="790"/>
          <ac:spMkLst>
            <pc:docMk/>
            <pc:sldMk cId="2952385952" sldId="284"/>
            <ac:spMk id="2" creationId="{A77BED49-8D96-4399-83D4-396828225BE7}"/>
          </ac:spMkLst>
        </pc:spChg>
        <pc:spChg chg="mod">
          <ac:chgData name="Alessandro Edoardo Giorgio David" userId="f8954a66-e5ad-4a1c-9536-1d2117047f5f" providerId="ADAL" clId="{D93D8B19-FA20-47A5-B3D7-0A6BF3F53C46}" dt="2021-08-10T10:52:43.487" v="551" actId="20577"/>
          <ac:spMkLst>
            <pc:docMk/>
            <pc:sldMk cId="2952385952" sldId="284"/>
            <ac:spMk id="3" creationId="{23098DAD-D0EB-4E6F-83C4-BF0416B344FF}"/>
          </ac:spMkLst>
        </pc:sp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040764519" sldId="28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677543011" sldId="285"/>
        </pc:sldMkLst>
      </pc:sldChg>
      <pc:sldChg chg="addSp delSp modSp new mod">
        <pc:chgData name="Alessandro Edoardo Giorgio David" userId="f8954a66-e5ad-4a1c-9536-1d2117047f5f" providerId="ADAL" clId="{D93D8B19-FA20-47A5-B3D7-0A6BF3F53C46}" dt="2021-08-10T13:12:18.984" v="608" actId="1076"/>
        <pc:sldMkLst>
          <pc:docMk/>
          <pc:sldMk cId="2360709121" sldId="285"/>
        </pc:sldMkLst>
        <pc:spChg chg="add del mod">
          <ac:chgData name="Alessandro Edoardo Giorgio David" userId="f8954a66-e5ad-4a1c-9536-1d2117047f5f" providerId="ADAL" clId="{D93D8B19-FA20-47A5-B3D7-0A6BF3F53C46}" dt="2021-08-10T13:10:40.139" v="601" actId="122"/>
          <ac:spMkLst>
            <pc:docMk/>
            <pc:sldMk cId="2360709121" sldId="285"/>
            <ac:spMk id="2" creationId="{850F8AE4-D095-492B-B6BD-51B7ED3135F8}"/>
          </ac:spMkLst>
        </pc:spChg>
        <pc:spChg chg="add del">
          <ac:chgData name="Alessandro Edoardo Giorgio David" userId="f8954a66-e5ad-4a1c-9536-1d2117047f5f" providerId="ADAL" clId="{D93D8B19-FA20-47A5-B3D7-0A6BF3F53C46}" dt="2021-08-10T13:12:03.331" v="606"/>
          <ac:spMkLst>
            <pc:docMk/>
            <pc:sldMk cId="2360709121" sldId="285"/>
            <ac:spMk id="3" creationId="{929EB4A7-08BB-45A8-B065-13489C10CDB2}"/>
          </ac:spMkLst>
        </pc:spChg>
        <pc:spChg chg="add del mod">
          <ac:chgData name="Alessandro Edoardo Giorgio David" userId="f8954a66-e5ad-4a1c-9536-1d2117047f5f" providerId="ADAL" clId="{D93D8B19-FA20-47A5-B3D7-0A6BF3F53C46}" dt="2021-08-10T13:10:19.179" v="554"/>
          <ac:spMkLst>
            <pc:docMk/>
            <pc:sldMk cId="2360709121" sldId="285"/>
            <ac:spMk id="4" creationId="{0CA50546-66E0-4814-8773-47BC0BE9B3C9}"/>
          </ac:spMkLst>
        </pc:spChg>
        <pc:picChg chg="add del mod">
          <ac:chgData name="Alessandro Edoardo Giorgio David" userId="f8954a66-e5ad-4a1c-9536-1d2117047f5f" providerId="ADAL" clId="{D93D8B19-FA20-47A5-B3D7-0A6BF3F53C46}" dt="2021-08-10T13:10:59.357" v="605"/>
          <ac:picMkLst>
            <pc:docMk/>
            <pc:sldMk cId="2360709121" sldId="285"/>
            <ac:picMk id="5" creationId="{6EDF5A3D-5180-4B47-A43F-F58ACF23AF90}"/>
          </ac:picMkLst>
        </pc:picChg>
        <pc:picChg chg="add mod">
          <ac:chgData name="Alessandro Edoardo Giorgio David" userId="f8954a66-e5ad-4a1c-9536-1d2117047f5f" providerId="ADAL" clId="{D93D8B19-FA20-47A5-B3D7-0A6BF3F53C46}" dt="2021-08-10T13:12:18.984" v="608" actId="1076"/>
          <ac:picMkLst>
            <pc:docMk/>
            <pc:sldMk cId="2360709121" sldId="285"/>
            <ac:picMk id="6" creationId="{FB3986C0-44F4-4DC9-9E52-F7C4AC423527}"/>
          </ac:picMkLst>
        </pc:picChg>
      </pc:sldChg>
      <pc:sldChg chg="addSp delSp modSp new mod">
        <pc:chgData name="Alessandro Edoardo Giorgio David" userId="f8954a66-e5ad-4a1c-9536-1d2117047f5f" providerId="ADAL" clId="{D93D8B19-FA20-47A5-B3D7-0A6BF3F53C46}" dt="2021-08-10T13:16:24.708" v="623" actId="122"/>
        <pc:sldMkLst>
          <pc:docMk/>
          <pc:sldMk cId="2169398848" sldId="286"/>
        </pc:sldMkLst>
        <pc:spChg chg="mod">
          <ac:chgData name="Alessandro Edoardo Giorgio David" userId="f8954a66-e5ad-4a1c-9536-1d2117047f5f" providerId="ADAL" clId="{D93D8B19-FA20-47A5-B3D7-0A6BF3F53C46}" dt="2021-08-10T13:16:24.708" v="623" actId="122"/>
          <ac:spMkLst>
            <pc:docMk/>
            <pc:sldMk cId="2169398848" sldId="286"/>
            <ac:spMk id="2" creationId="{E0281D5F-2FF9-472A-9E43-1E0BA5F276EA}"/>
          </ac:spMkLst>
        </pc:spChg>
        <pc:spChg chg="del">
          <ac:chgData name="Alessandro Edoardo Giorgio David" userId="f8954a66-e5ad-4a1c-9536-1d2117047f5f" providerId="ADAL" clId="{D93D8B19-FA20-47A5-B3D7-0A6BF3F53C46}" dt="2021-08-10T13:16:09.427" v="615"/>
          <ac:spMkLst>
            <pc:docMk/>
            <pc:sldMk cId="2169398848" sldId="286"/>
            <ac:spMk id="3" creationId="{3AEEC441-A224-4D27-A026-424493F51DF7}"/>
          </ac:spMkLst>
        </pc:spChg>
        <pc:picChg chg="add mod">
          <ac:chgData name="Alessandro Edoardo Giorgio David" userId="f8954a66-e5ad-4a1c-9536-1d2117047f5f" providerId="ADAL" clId="{D93D8B19-FA20-47A5-B3D7-0A6BF3F53C46}" dt="2021-08-10T13:16:17.535" v="617" actId="14100"/>
          <ac:picMkLst>
            <pc:docMk/>
            <pc:sldMk cId="2169398848" sldId="286"/>
            <ac:picMk id="4" creationId="{01EEE091-4AAC-4560-B6DB-CFE94541A2DF}"/>
          </ac:picMkLst>
        </pc:pic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56525904" sldId="28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42539799" sldId="28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776110747" sldId="28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865763563" sldId="28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64959005" sldId="29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41476595" sldId="29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2014483" sldId="29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79178667" sldId="29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84884542" sldId="29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61851639" sldId="29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877361358" sldId="29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622387223" sldId="29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07459007" sldId="29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18038807" sldId="29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79447115" sldId="30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21133994" sldId="30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63098522" sldId="30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179535889" sldId="30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32596017" sldId="30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4087049437" sldId="30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65762000" sldId="30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990846201" sldId="30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59165216" sldId="30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495603576" sldId="30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93460714" sldId="31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45643182" sldId="31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833125" sldId="31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0118312" sldId="31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26102579" sldId="31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521168260" sldId="31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72665201" sldId="31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61815205" sldId="31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78560338" sldId="31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618932863" sldId="31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39501348" sldId="32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78668927" sldId="32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535521216" sldId="32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879024289" sldId="32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07292240" sldId="32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12003161" sldId="32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71665624" sldId="32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140800234" sldId="32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41554749" sldId="32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26349041" sldId="32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892898324" sldId="33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188304425" sldId="33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22909339" sldId="33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49072842" sldId="33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10811804" sldId="33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00792181" sldId="33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23886345" sldId="33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386622032" sldId="33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863600783" sldId="33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760396929" sldId="33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4043709138" sldId="340"/>
        </pc:sldMkLst>
      </pc:sldChg>
    </pc:docChg>
  </pc:docChgLst>
  <pc:docChgLst>
    <pc:chgData name="Di Mattia Alessandro Edoardo Giorgio David" userId="f8954a66-e5ad-4a1c-9536-1d2117047f5f" providerId="ADAL" clId="{D8B22C94-5161-4D79-9F18-B740023E9373}"/>
    <pc:docChg chg="modSld">
      <pc:chgData name="Di Mattia Alessandro Edoardo Giorgio David" userId="f8954a66-e5ad-4a1c-9536-1d2117047f5f" providerId="ADAL" clId="{D8B22C94-5161-4D79-9F18-B740023E9373}" dt="2021-09-20T11:57:13.689" v="7" actId="20577"/>
      <pc:docMkLst>
        <pc:docMk/>
      </pc:docMkLst>
      <pc:sldChg chg="modSp mod">
        <pc:chgData name="Di Mattia Alessandro Edoardo Giorgio David" userId="f8954a66-e5ad-4a1c-9536-1d2117047f5f" providerId="ADAL" clId="{D8B22C94-5161-4D79-9F18-B740023E9373}" dt="2021-09-20T11:57:13.689" v="7" actId="20577"/>
        <pc:sldMkLst>
          <pc:docMk/>
          <pc:sldMk cId="1731353798" sldId="306"/>
        </pc:sldMkLst>
        <pc:spChg chg="mod">
          <ac:chgData name="Di Mattia Alessandro Edoardo Giorgio David" userId="f8954a66-e5ad-4a1c-9536-1d2117047f5f" providerId="ADAL" clId="{D8B22C94-5161-4D79-9F18-B740023E9373}" dt="2021-09-20T11:57:13.689" v="7" actId="20577"/>
          <ac:spMkLst>
            <pc:docMk/>
            <pc:sldMk cId="1731353798" sldId="306"/>
            <ac:spMk id="3" creationId="{2D430180-4BB9-4AD7-AA64-E3AA96044BF1}"/>
          </ac:spMkLst>
        </pc:spChg>
      </pc:sldChg>
    </pc:docChg>
  </pc:docChgLst>
  <pc:docChgLst>
    <pc:chgData name="Di Mattia Alessandro Edoardo Giorgio David" userId="f8954a66-e5ad-4a1c-9536-1d2117047f5f" providerId="ADAL" clId="{96580939-3941-4AA9-9C7B-12A6F94E39B6}"/>
    <pc:docChg chg="modSld">
      <pc:chgData name="Di Mattia Alessandro Edoardo Giorgio David" userId="f8954a66-e5ad-4a1c-9536-1d2117047f5f" providerId="ADAL" clId="{96580939-3941-4AA9-9C7B-12A6F94E39B6}" dt="2021-10-11T07:59:22.819" v="0" actId="1076"/>
      <pc:docMkLst>
        <pc:docMk/>
      </pc:docMkLst>
      <pc:sldChg chg="modSp mod">
        <pc:chgData name="Di Mattia Alessandro Edoardo Giorgio David" userId="f8954a66-e5ad-4a1c-9536-1d2117047f5f" providerId="ADAL" clId="{96580939-3941-4AA9-9C7B-12A6F94E39B6}" dt="2021-10-11T07:59:22.819" v="0" actId="1076"/>
        <pc:sldMkLst>
          <pc:docMk/>
          <pc:sldMk cId="2825981100" sldId="284"/>
        </pc:sldMkLst>
        <pc:picChg chg="mod">
          <ac:chgData name="Di Mattia Alessandro Edoardo Giorgio David" userId="f8954a66-e5ad-4a1c-9536-1d2117047f5f" providerId="ADAL" clId="{96580939-3941-4AA9-9C7B-12A6F94E39B6}" dt="2021-10-11T07:59:22.819" v="0" actId="1076"/>
          <ac:picMkLst>
            <pc:docMk/>
            <pc:sldMk cId="2825981100" sldId="284"/>
            <ac:picMk id="5" creationId="{A194120F-38EF-4FAB-9037-50EAE8E371C5}"/>
          </ac:picMkLst>
        </pc:picChg>
      </pc:sldChg>
    </pc:docChg>
  </pc:docChgLst>
  <pc:docChgLst>
    <pc:chgData name="Di Mattia Alessandro Edoardo Giorgio David" userId="f8954a66-e5ad-4a1c-9536-1d2117047f5f" providerId="ADAL" clId="{CFBF690A-D719-48D2-92B8-B5819DB24AC8}"/>
    <pc:docChg chg="undo custSel addSld modSld">
      <pc:chgData name="Di Mattia Alessandro Edoardo Giorgio David" userId="f8954a66-e5ad-4a1c-9536-1d2117047f5f" providerId="ADAL" clId="{CFBF690A-D719-48D2-92B8-B5819DB24AC8}" dt="2021-08-09T15:53:44.291" v="1952" actId="20577"/>
      <pc:docMkLst>
        <pc:docMk/>
      </pc:docMkLst>
      <pc:sldChg chg="modSp mod">
        <pc:chgData name="Di Mattia Alessandro Edoardo Giorgio David" userId="f8954a66-e5ad-4a1c-9536-1d2117047f5f" providerId="ADAL" clId="{CFBF690A-D719-48D2-92B8-B5819DB24AC8}" dt="2021-08-09T14:22:54.910" v="1329" actId="207"/>
        <pc:sldMkLst>
          <pc:docMk/>
          <pc:sldMk cId="1478560338" sldId="318"/>
        </pc:sldMkLst>
        <pc:spChg chg="mod">
          <ac:chgData name="Di Mattia Alessandro Edoardo Giorgio David" userId="f8954a66-e5ad-4a1c-9536-1d2117047f5f" providerId="ADAL" clId="{CFBF690A-D719-48D2-92B8-B5819DB24AC8}" dt="2021-08-09T14:22:54.910" v="1329" actId="207"/>
          <ac:spMkLst>
            <pc:docMk/>
            <pc:sldMk cId="1478560338" sldId="318"/>
            <ac:spMk id="3" creationId="{EE5866AE-9B94-40DE-9A9A-06E3998624FB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39:08.540" v="749" actId="108"/>
        <pc:sldMkLst>
          <pc:docMk/>
          <pc:sldMk cId="618932863" sldId="319"/>
        </pc:sldMkLst>
        <pc:spChg chg="mod">
          <ac:chgData name="Di Mattia Alessandro Edoardo Giorgio David" userId="f8954a66-e5ad-4a1c-9536-1d2117047f5f" providerId="ADAL" clId="{CFBF690A-D719-48D2-92B8-B5819DB24AC8}" dt="2021-08-08T17:38:48.221" v="748" actId="108"/>
          <ac:spMkLst>
            <pc:docMk/>
            <pc:sldMk cId="618932863" sldId="319"/>
            <ac:spMk id="12" creationId="{3487BAA1-91F3-4148-939C-9082D3EFBEC0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08.540" v="749" actId="108"/>
          <ac:spMkLst>
            <pc:docMk/>
            <pc:sldMk cId="618932863" sldId="319"/>
            <ac:spMk id="14" creationId="{D215CADD-3AA8-4C46-9B2F-7B1B1290C11F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39:51.365" v="751" actId="108"/>
        <pc:sldMkLst>
          <pc:docMk/>
          <pc:sldMk cId="3339501348" sldId="320"/>
        </pc:sldMkLst>
        <pc:spChg chg="mod">
          <ac:chgData name="Di Mattia Alessandro Edoardo Giorgio David" userId="f8954a66-e5ad-4a1c-9536-1d2117047f5f" providerId="ADAL" clId="{CFBF690A-D719-48D2-92B8-B5819DB24AC8}" dt="2021-08-08T17:39:51.365" v="751" actId="108"/>
          <ac:spMkLst>
            <pc:docMk/>
            <pc:sldMk cId="3339501348" sldId="320"/>
            <ac:spMk id="4" creationId="{CFED2F6F-3626-4CAA-B18C-531766945314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47.031" v="750" actId="108"/>
          <ac:spMkLst>
            <pc:docMk/>
            <pc:sldMk cId="3339501348" sldId="320"/>
            <ac:spMk id="14" creationId="{8616B098-DE37-4A20-94C2-E4684B16E6F0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40:03.415" v="753" actId="108"/>
        <pc:sldMkLst>
          <pc:docMk/>
          <pc:sldMk cId="1078668927" sldId="321"/>
        </pc:sldMkLst>
        <pc:spChg chg="mod">
          <ac:chgData name="Di Mattia Alessandro Edoardo Giorgio David" userId="f8954a66-e5ad-4a1c-9536-1d2117047f5f" providerId="ADAL" clId="{CFBF690A-D719-48D2-92B8-B5819DB24AC8}" dt="2021-08-08T17:40:03.415" v="753" actId="108"/>
          <ac:spMkLst>
            <pc:docMk/>
            <pc:sldMk cId="1078668927" sldId="321"/>
            <ac:spMk id="7" creationId="{0FC3C149-325B-4578-9826-6EF66F667717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59.952" v="752" actId="108"/>
          <ac:spMkLst>
            <pc:docMk/>
            <pc:sldMk cId="1078668927" sldId="321"/>
            <ac:spMk id="12" creationId="{5B0F863B-F364-4F8B-9D2A-934B17016FD5}"/>
          </ac:spMkLst>
        </pc:spChg>
      </pc:sldChg>
      <pc:sldChg chg="addSp modSp new mod setBg">
        <pc:chgData name="Di Mattia Alessandro Edoardo Giorgio David" userId="f8954a66-e5ad-4a1c-9536-1d2117047f5f" providerId="ADAL" clId="{CFBF690A-D719-48D2-92B8-B5819DB24AC8}" dt="2021-08-08T17:40:18.417" v="756"/>
        <pc:sldMkLst>
          <pc:docMk/>
          <pc:sldMk cId="3535521216" sldId="322"/>
        </pc:sldMkLst>
        <pc:spChg chg="add mod">
          <ac:chgData name="Di Mattia Alessandro Edoardo Giorgio David" userId="f8954a66-e5ad-4a1c-9536-1d2117047f5f" providerId="ADAL" clId="{CFBF690A-D719-48D2-92B8-B5819DB24AC8}" dt="2021-08-08T16:39:49.210" v="71" actId="20577"/>
          <ac:spMkLst>
            <pc:docMk/>
            <pc:sldMk cId="3535521216" sldId="322"/>
            <ac:spMk id="2" creationId="{EC727576-E01C-49B2-B415-6050BEB09417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6:40:59.662" v="157" actId="20577"/>
          <ac:spMkLst>
            <pc:docMk/>
            <pc:sldMk cId="3535521216" sldId="322"/>
            <ac:spMk id="3" creationId="{679C230D-DEB8-4664-B6E1-70585F169F99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09.364" v="754" actId="108"/>
          <ac:spMkLst>
            <pc:docMk/>
            <pc:sldMk cId="3535521216" sldId="322"/>
            <ac:spMk id="4" creationId="{84BA9142-2F18-4393-9507-27745B77C153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12.691" v="755" actId="108"/>
          <ac:spMkLst>
            <pc:docMk/>
            <pc:sldMk cId="3535521216" sldId="322"/>
            <ac:spMk id="5" creationId="{2E2022A0-A408-46E5-A774-DEC076549ADC}"/>
          </ac:spMkLst>
        </pc:spChg>
      </pc:sldChg>
      <pc:sldChg chg="addSp delSp modSp new mod">
        <pc:chgData name="Di Mattia Alessandro Edoardo Giorgio David" userId="f8954a66-e5ad-4a1c-9536-1d2117047f5f" providerId="ADAL" clId="{CFBF690A-D719-48D2-92B8-B5819DB24AC8}" dt="2021-08-09T10:29:26.169" v="1114" actId="20577"/>
        <pc:sldMkLst>
          <pc:docMk/>
          <pc:sldMk cId="879024289" sldId="323"/>
        </pc:sldMkLst>
        <pc:spChg chg="add del mod">
          <ac:chgData name="Di Mattia Alessandro Edoardo Giorgio David" userId="f8954a66-e5ad-4a1c-9536-1d2117047f5f" providerId="ADAL" clId="{CFBF690A-D719-48D2-92B8-B5819DB24AC8}" dt="2021-08-08T16:53:55.966" v="191"/>
          <ac:spMkLst>
            <pc:docMk/>
            <pc:sldMk cId="879024289" sldId="323"/>
            <ac:spMk id="3" creationId="{CFE02BB8-A9F5-4503-B2C7-E81886585D6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18:05.013" v="214"/>
          <ac:spMkLst>
            <pc:docMk/>
            <pc:sldMk cId="879024289" sldId="323"/>
            <ac:spMk id="4" creationId="{6FBAF4B8-08A7-44E4-A1D1-0D38537B45E9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29:26.169" v="1114" actId="20577"/>
          <ac:spMkLst>
            <pc:docMk/>
            <pc:sldMk cId="879024289" sldId="323"/>
            <ac:spMk id="5" creationId="{9B3D4137-6E15-473C-A64B-27FDB1D899A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23:17.474" v="312" actId="11529"/>
          <ac:spMkLst>
            <pc:docMk/>
            <pc:sldMk cId="879024289" sldId="323"/>
            <ac:spMk id="6" creationId="{BE394CD1-FBD5-4225-8C16-03EF7BFFE769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28:17.626" v="365" actId="1076"/>
          <ac:spMkLst>
            <pc:docMk/>
            <pc:sldMk cId="879024289" sldId="323"/>
            <ac:spMk id="7" creationId="{1D0C6519-F93A-4E09-9423-7B2AF81BE097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24:44.386" v="320" actId="17032"/>
          <ac:spMkLst>
            <pc:docMk/>
            <pc:sldMk cId="879024289" sldId="323"/>
            <ac:spMk id="8" creationId="{D772A39C-F542-4550-A73B-9B799493DF91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33.964" v="759" actId="108"/>
          <ac:spMkLst>
            <pc:docMk/>
            <pc:sldMk cId="879024289" sldId="323"/>
            <ac:spMk id="10" creationId="{5D8FFE11-A3B1-42AB-AA3E-5E40F7E2496E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37.387" v="760" actId="108"/>
          <ac:spMkLst>
            <pc:docMk/>
            <pc:sldMk cId="879024289" sldId="323"/>
            <ac:spMk id="12" creationId="{817DCC48-4C4D-4A07-B87F-570545352CEB}"/>
          </ac:spMkLst>
        </pc:spChg>
        <pc:picChg chg="add mod">
          <ac:chgData name="Di Mattia Alessandro Edoardo Giorgio David" userId="f8954a66-e5ad-4a1c-9536-1d2117047f5f" providerId="ADAL" clId="{CFBF690A-D719-48D2-92B8-B5819DB24AC8}" dt="2021-08-08T17:28:09.934" v="364" actId="1076"/>
          <ac:picMkLst>
            <pc:docMk/>
            <pc:sldMk cId="879024289" sldId="323"/>
            <ac:picMk id="2" creationId="{A0A31DEA-54EF-463F-98B0-86CBB8B1CBED}"/>
          </ac:picMkLst>
        </pc:picChg>
      </pc:sldChg>
      <pc:sldChg chg="modSp add mod setBg">
        <pc:chgData name="Di Mattia Alessandro Edoardo Giorgio David" userId="f8954a66-e5ad-4a1c-9536-1d2117047f5f" providerId="ADAL" clId="{CFBF690A-D719-48D2-92B8-B5819DB24AC8}" dt="2021-08-08T17:41:53.973" v="775" actId="1076"/>
        <pc:sldMkLst>
          <pc:docMk/>
          <pc:sldMk cId="2507292240" sldId="324"/>
        </pc:sldMkLst>
        <pc:spChg chg="mod">
          <ac:chgData name="Di Mattia Alessandro Edoardo Giorgio David" userId="f8954a66-e5ad-4a1c-9536-1d2117047f5f" providerId="ADAL" clId="{CFBF690A-D719-48D2-92B8-B5819DB24AC8}" dt="2021-08-08T17:41:53.973" v="775" actId="1076"/>
          <ac:spMkLst>
            <pc:docMk/>
            <pc:sldMk cId="2507292240" sldId="324"/>
            <ac:spMk id="5" creationId="{9B3D4137-6E15-473C-A64B-27FDB1D899A6}"/>
          </ac:spMkLst>
        </pc:spChg>
        <pc:spChg chg="mod">
          <ac:chgData name="Di Mattia Alessandro Edoardo Giorgio David" userId="f8954a66-e5ad-4a1c-9536-1d2117047f5f" providerId="ADAL" clId="{CFBF690A-D719-48D2-92B8-B5819DB24AC8}" dt="2021-08-08T17:28:32.286" v="366" actId="14100"/>
          <ac:spMkLst>
            <pc:docMk/>
            <pc:sldMk cId="2507292240" sldId="324"/>
            <ac:spMk id="7" creationId="{1D0C6519-F93A-4E09-9423-7B2AF81BE097}"/>
          </ac:spMkLst>
        </pc:spChg>
        <pc:spChg chg="mod">
          <ac:chgData name="Di Mattia Alessandro Edoardo Giorgio David" userId="f8954a66-e5ad-4a1c-9536-1d2117047f5f" providerId="ADAL" clId="{CFBF690A-D719-48D2-92B8-B5819DB24AC8}" dt="2021-08-08T17:26:55.175" v="333" actId="1076"/>
          <ac:spMkLst>
            <pc:docMk/>
            <pc:sldMk cId="2507292240" sldId="324"/>
            <ac:spMk id="8" creationId="{D772A39C-F542-4550-A73B-9B799493DF91}"/>
          </ac:spMkLst>
        </pc:spChg>
        <pc:spChg chg="mod">
          <ac:chgData name="Di Mattia Alessandro Edoardo Giorgio David" userId="f8954a66-e5ad-4a1c-9536-1d2117047f5f" providerId="ADAL" clId="{CFBF690A-D719-48D2-92B8-B5819DB24AC8}" dt="2021-08-08T17:40:58.531" v="764" actId="108"/>
          <ac:spMkLst>
            <pc:docMk/>
            <pc:sldMk cId="2507292240" sldId="324"/>
            <ac:spMk id="10" creationId="{5D8FFE11-A3B1-42AB-AA3E-5E40F7E2496E}"/>
          </ac:spMkLst>
        </pc:spChg>
        <pc:spChg chg="mod">
          <ac:chgData name="Di Mattia Alessandro Edoardo Giorgio David" userId="f8954a66-e5ad-4a1c-9536-1d2117047f5f" providerId="ADAL" clId="{CFBF690A-D719-48D2-92B8-B5819DB24AC8}" dt="2021-08-08T17:41:02.102" v="765" actId="108"/>
          <ac:spMkLst>
            <pc:docMk/>
            <pc:sldMk cId="2507292240" sldId="324"/>
            <ac:spMk id="12" creationId="{817DCC48-4C4D-4A07-B87F-570545352CEB}"/>
          </ac:spMkLst>
        </pc:spChg>
        <pc:picChg chg="mod">
          <ac:chgData name="Di Mattia Alessandro Edoardo Giorgio David" userId="f8954a66-e5ad-4a1c-9536-1d2117047f5f" providerId="ADAL" clId="{CFBF690A-D719-48D2-92B8-B5819DB24AC8}" dt="2021-08-08T17:27:34.254" v="359" actId="1076"/>
          <ac:picMkLst>
            <pc:docMk/>
            <pc:sldMk cId="2507292240" sldId="324"/>
            <ac:picMk id="2" creationId="{A0A31DEA-54EF-463F-98B0-86CBB8B1CBED}"/>
          </ac:picMkLst>
        </pc:picChg>
      </pc:sldChg>
      <pc:sldChg chg="addSp delSp modSp new mod">
        <pc:chgData name="Di Mattia Alessandro Edoardo Giorgio David" userId="f8954a66-e5ad-4a1c-9536-1d2117047f5f" providerId="ADAL" clId="{CFBF690A-D719-48D2-92B8-B5819DB24AC8}" dt="2021-08-09T10:38:12.375" v="1134" actId="20577"/>
        <pc:sldMkLst>
          <pc:docMk/>
          <pc:sldMk cId="2212003161" sldId="325"/>
        </pc:sldMkLst>
        <pc:spChg chg="add del mod">
          <ac:chgData name="Di Mattia Alessandro Edoardo Giorgio David" userId="f8954a66-e5ad-4a1c-9536-1d2117047f5f" providerId="ADAL" clId="{CFBF690A-D719-48D2-92B8-B5819DB24AC8}" dt="2021-08-08T17:32:17.251" v="515"/>
          <ac:spMkLst>
            <pc:docMk/>
            <pc:sldMk cId="2212003161" sldId="325"/>
            <ac:spMk id="2" creationId="{053F468A-6B00-4E50-B268-FA6901E2578D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29:43.988" v="1122" actId="20577"/>
          <ac:spMkLst>
            <pc:docMk/>
            <pc:sldMk cId="2212003161" sldId="325"/>
            <ac:spMk id="4" creationId="{4E105DD7-ED18-4D77-BE30-789352B7F98F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2:35.960" v="784" actId="108"/>
          <ac:spMkLst>
            <pc:docMk/>
            <pc:sldMk cId="2212003161" sldId="325"/>
            <ac:spMk id="5" creationId="{6A4E8D29-91B3-43E5-BA8D-84E17885461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38:12.375" v="1134" actId="20577"/>
          <ac:spMkLst>
            <pc:docMk/>
            <pc:sldMk cId="2212003161" sldId="325"/>
            <ac:spMk id="6" creationId="{F804A9CF-DC2A-444F-A1A9-0BEEB91832B5}"/>
          </ac:spMkLst>
        </pc:spChg>
      </pc:sldChg>
      <pc:sldChg chg="addSp modSp new mod modAnim">
        <pc:chgData name="Di Mattia Alessandro Edoardo Giorgio David" userId="f8954a66-e5ad-4a1c-9536-1d2117047f5f" providerId="ADAL" clId="{CFBF690A-D719-48D2-92B8-B5819DB24AC8}" dt="2021-08-08T17:46:20.840" v="903" actId="1076"/>
        <pc:sldMkLst>
          <pc:docMk/>
          <pc:sldMk cId="1071665624" sldId="326"/>
        </pc:sldMkLst>
        <pc:spChg chg="add mod">
          <ac:chgData name="Di Mattia Alessandro Edoardo Giorgio David" userId="f8954a66-e5ad-4a1c-9536-1d2117047f5f" providerId="ADAL" clId="{CFBF690A-D719-48D2-92B8-B5819DB24AC8}" dt="2021-08-08T17:46:20.840" v="903" actId="1076"/>
          <ac:spMkLst>
            <pc:docMk/>
            <pc:sldMk cId="1071665624" sldId="326"/>
            <ac:spMk id="4" creationId="{0F4B1099-4E99-4BF5-AD16-C39C5D90A943}"/>
          </ac:spMkLst>
        </pc:spChg>
        <pc:graphicFrameChg chg="add mod modGraphic">
          <ac:chgData name="Di Mattia Alessandro Edoardo Giorgio David" userId="f8954a66-e5ad-4a1c-9536-1d2117047f5f" providerId="ADAL" clId="{CFBF690A-D719-48D2-92B8-B5819DB24AC8}" dt="2021-08-08T17:44:20.679" v="791" actId="14100"/>
          <ac:graphicFrameMkLst>
            <pc:docMk/>
            <pc:sldMk cId="1071665624" sldId="326"/>
            <ac:graphicFrameMk id="2" creationId="{6EEB5749-7593-43BA-B938-76D1F2534684}"/>
          </ac:graphicFrameMkLst>
        </pc:graphicFrameChg>
      </pc:sldChg>
      <pc:sldChg chg="addSp delSp modSp new mod delAnim modAnim">
        <pc:chgData name="Di Mattia Alessandro Edoardo Giorgio David" userId="f8954a66-e5ad-4a1c-9536-1d2117047f5f" providerId="ADAL" clId="{CFBF690A-D719-48D2-92B8-B5819DB24AC8}" dt="2021-08-08T17:53:56.667" v="1052" actId="21"/>
        <pc:sldMkLst>
          <pc:docMk/>
          <pc:sldMk cId="2140800234" sldId="327"/>
        </pc:sldMkLst>
        <pc:spChg chg="add mod">
          <ac:chgData name="Di Mattia Alessandro Edoardo Giorgio David" userId="f8954a66-e5ad-4a1c-9536-1d2117047f5f" providerId="ADAL" clId="{CFBF690A-D719-48D2-92B8-B5819DB24AC8}" dt="2021-08-08T17:50:29.420" v="1006" actId="122"/>
          <ac:spMkLst>
            <pc:docMk/>
            <pc:sldMk cId="2140800234" sldId="327"/>
            <ac:spMk id="3" creationId="{C22EA0BD-83CD-47CE-879C-B8E67600057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53:53.511" v="1051" actId="478"/>
          <ac:spMkLst>
            <pc:docMk/>
            <pc:sldMk cId="2140800234" sldId="327"/>
            <ac:spMk id="5" creationId="{C88AE3D3-E6E7-41FE-B1A4-5DEF776F945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53:56.667" v="1052" actId="21"/>
          <ac:spMkLst>
            <pc:docMk/>
            <pc:sldMk cId="2140800234" sldId="327"/>
            <ac:spMk id="7" creationId="{9AE07881-68E1-48B5-A96C-E07F0AA11531}"/>
          </ac:spMkLst>
        </pc:spChg>
        <pc:graphicFrameChg chg="add mod">
          <ac:chgData name="Di Mattia Alessandro Edoardo Giorgio David" userId="f8954a66-e5ad-4a1c-9536-1d2117047f5f" providerId="ADAL" clId="{CFBF690A-D719-48D2-92B8-B5819DB24AC8}" dt="2021-08-08T17:47:05.493" v="905"/>
          <ac:graphicFrameMkLst>
            <pc:docMk/>
            <pc:sldMk cId="2140800234" sldId="327"/>
            <ac:graphicFrameMk id="2" creationId="{876DC8AA-98E3-43C1-ACE4-6D79802114D8}"/>
          </ac:graphicFrameMkLst>
        </pc:graphicFrameChg>
        <pc:picChg chg="add mod">
          <ac:chgData name="Di Mattia Alessandro Edoardo Giorgio David" userId="f8954a66-e5ad-4a1c-9536-1d2117047f5f" providerId="ADAL" clId="{CFBF690A-D719-48D2-92B8-B5819DB24AC8}" dt="2021-08-08T17:51:25.496" v="1008" actId="1076"/>
          <ac:picMkLst>
            <pc:docMk/>
            <pc:sldMk cId="2140800234" sldId="327"/>
            <ac:picMk id="4" creationId="{11755E01-2AF0-4A03-8D26-D68F2F0651E1}"/>
          </ac:picMkLst>
        </pc:picChg>
        <pc:picChg chg="add del">
          <ac:chgData name="Di Mattia Alessandro Edoardo Giorgio David" userId="f8954a66-e5ad-4a1c-9536-1d2117047f5f" providerId="ADAL" clId="{CFBF690A-D719-48D2-92B8-B5819DB24AC8}" dt="2021-08-08T17:52:57.698" v="1044"/>
          <ac:picMkLst>
            <pc:docMk/>
            <pc:sldMk cId="2140800234" sldId="327"/>
            <ac:picMk id="6" creationId="{35FF09AC-8AE0-4139-BFE7-03A3FF6204A2}"/>
          </ac:picMkLst>
        </pc:picChg>
      </pc:sldChg>
      <pc:sldChg chg="addSp delSp modSp new mod delAnim modAnim">
        <pc:chgData name="Di Mattia Alessandro Edoardo Giorgio David" userId="f8954a66-e5ad-4a1c-9536-1d2117047f5f" providerId="ADAL" clId="{CFBF690A-D719-48D2-92B8-B5819DB24AC8}" dt="2021-08-09T10:35:30.787" v="1123" actId="20577"/>
        <pc:sldMkLst>
          <pc:docMk/>
          <pc:sldMk cId="2741554749" sldId="328"/>
        </pc:sldMkLst>
        <pc:spChg chg="add mod">
          <ac:chgData name="Di Mattia Alessandro Edoardo Giorgio David" userId="f8954a66-e5ad-4a1c-9536-1d2117047f5f" providerId="ADAL" clId="{CFBF690A-D719-48D2-92B8-B5819DB24AC8}" dt="2021-08-09T10:35:30.787" v="1123" actId="20577"/>
          <ac:spMkLst>
            <pc:docMk/>
            <pc:sldMk cId="2741554749" sldId="328"/>
            <ac:spMk id="2" creationId="{56E0AF04-5706-48DE-B45A-8BDA35675443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56:47.837" v="1065"/>
          <ac:spMkLst>
            <pc:docMk/>
            <pc:sldMk cId="2741554749" sldId="328"/>
            <ac:spMk id="3" creationId="{A3C36983-ECB3-4E34-B9A7-5FA335222AAD}"/>
          </ac:spMkLst>
        </pc:spChg>
        <pc:graphicFrameChg chg="add del mod modGraphic">
          <ac:chgData name="Di Mattia Alessandro Edoardo Giorgio David" userId="f8954a66-e5ad-4a1c-9536-1d2117047f5f" providerId="ADAL" clId="{CFBF690A-D719-48D2-92B8-B5819DB24AC8}" dt="2021-08-09T10:28:18.733" v="1086" actId="478"/>
          <ac:graphicFrameMkLst>
            <pc:docMk/>
            <pc:sldMk cId="2741554749" sldId="328"/>
            <ac:graphicFrameMk id="4" creationId="{79FDAE47-7486-4180-94CF-31DE77B6955E}"/>
          </ac:graphicFrameMkLst>
        </pc:graphicFrameChg>
        <pc:graphicFrameChg chg="add del mod modGraphic">
          <ac:chgData name="Di Mattia Alessandro Edoardo Giorgio David" userId="f8954a66-e5ad-4a1c-9536-1d2117047f5f" providerId="ADAL" clId="{CFBF690A-D719-48D2-92B8-B5819DB24AC8}" dt="2021-08-09T10:28:24.956" v="1090" actId="478"/>
          <ac:graphicFrameMkLst>
            <pc:docMk/>
            <pc:sldMk cId="2741554749" sldId="328"/>
            <ac:graphicFrameMk id="6" creationId="{70435F5D-8374-40BE-BB6F-AA2FEE96AD3B}"/>
          </ac:graphicFrameMkLst>
        </pc:graphicFrameChg>
        <pc:graphicFrameChg chg="add mod modGraphic">
          <ac:chgData name="Di Mattia Alessandro Edoardo Giorgio David" userId="f8954a66-e5ad-4a1c-9536-1d2117047f5f" providerId="ADAL" clId="{CFBF690A-D719-48D2-92B8-B5819DB24AC8}" dt="2021-08-09T10:28:51.990" v="1095" actId="1076"/>
          <ac:graphicFrameMkLst>
            <pc:docMk/>
            <pc:sldMk cId="2741554749" sldId="328"/>
            <ac:graphicFrameMk id="7" creationId="{3960835B-A40E-4F95-A75D-58967E7A1CC5}"/>
          </ac:graphicFrameMkLst>
        </pc:graphicFrameChg>
        <pc:picChg chg="add del mod">
          <ac:chgData name="Di Mattia Alessandro Edoardo Giorgio David" userId="f8954a66-e5ad-4a1c-9536-1d2117047f5f" providerId="ADAL" clId="{CFBF690A-D719-48D2-92B8-B5819DB24AC8}" dt="2021-08-09T10:28:20.010" v="1087" actId="478"/>
          <ac:picMkLst>
            <pc:docMk/>
            <pc:sldMk cId="2741554749" sldId="328"/>
            <ac:picMk id="5" creationId="{B3E64F8E-DA85-430C-B345-FA8C8ED7D2E6}"/>
          </ac:picMkLst>
        </pc:picChg>
      </pc:sldChg>
      <pc:sldChg chg="addSp delSp modSp new mod modAnim">
        <pc:chgData name="Di Mattia Alessandro Edoardo Giorgio David" userId="f8954a66-e5ad-4a1c-9536-1d2117047f5f" providerId="ADAL" clId="{CFBF690A-D719-48D2-92B8-B5819DB24AC8}" dt="2021-08-09T15:12:35.814" v="1839" actId="20577"/>
        <pc:sldMkLst>
          <pc:docMk/>
          <pc:sldMk cId="1026349041" sldId="329"/>
        </pc:sldMkLst>
        <pc:spChg chg="add mod">
          <ac:chgData name="Di Mattia Alessandro Edoardo Giorgio David" userId="f8954a66-e5ad-4a1c-9536-1d2117047f5f" providerId="ADAL" clId="{CFBF690A-D719-48D2-92B8-B5819DB24AC8}" dt="2021-08-09T15:12:35.814" v="1839" actId="20577"/>
          <ac:spMkLst>
            <pc:docMk/>
            <pc:sldMk cId="1026349041" sldId="329"/>
            <ac:spMk id="4" creationId="{987EDC07-C130-431E-8952-20B6CF56FEC3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15:52.987" v="1303" actId="113"/>
          <ac:spMkLst>
            <pc:docMk/>
            <pc:sldMk cId="1026349041" sldId="329"/>
            <ac:spMk id="5" creationId="{4BA48415-D8CB-43C1-B67C-49183FBD0368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16:07.942" v="1316" actId="20577"/>
          <ac:spMkLst>
            <pc:docMk/>
            <pc:sldMk cId="1026349041" sldId="329"/>
            <ac:spMk id="6" creationId="{7633950F-2995-4718-9772-8F6F21C33A2B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51:06.588" v="1183" actId="1076"/>
          <ac:spMkLst>
            <pc:docMk/>
            <pc:sldMk cId="1026349041" sldId="329"/>
            <ac:spMk id="7" creationId="{651C318D-C586-4D9D-9D0E-5C0AC43A050B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0:44:42.610" v="1137" actId="478"/>
          <ac:picMkLst>
            <pc:docMk/>
            <pc:sldMk cId="1026349041" sldId="329"/>
            <ac:picMk id="2" creationId="{D0354408-0743-4BA8-B210-509B7E792CAA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0:44:49.207" v="1139" actId="1076"/>
          <ac:picMkLst>
            <pc:docMk/>
            <pc:sldMk cId="1026349041" sldId="329"/>
            <ac:picMk id="3" creationId="{4A0BF7A2-344A-4B0D-BEB9-49E1BBA1FD3F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4:26:57.215" v="1340" actId="20577"/>
        <pc:sldMkLst>
          <pc:docMk/>
          <pc:sldMk cId="2892898324" sldId="330"/>
        </pc:sldMkLst>
        <pc:spChg chg="add mod">
          <ac:chgData name="Di Mattia Alessandro Edoardo Giorgio David" userId="f8954a66-e5ad-4a1c-9536-1d2117047f5f" providerId="ADAL" clId="{CFBF690A-D719-48D2-92B8-B5819DB24AC8}" dt="2021-08-09T14:26:57.215" v="1340" actId="20577"/>
          <ac:spMkLst>
            <pc:docMk/>
            <pc:sldMk cId="2892898324" sldId="330"/>
            <ac:spMk id="2" creationId="{376A20E8-0080-4E6F-885C-CB0C938C88E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8" creationId="{A5416496-9236-4DBD-82D1-6A95A319B1C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9" creationId="{A3AA9FF8-637A-444F-BC41-94A30890340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0" creationId="{59886D3F-95C7-4956-AD17-B6F92892275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1" creationId="{7534BEBF-DD5F-4FFD-A264-16D5029F761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2" creationId="{7D2F5234-C9C6-4013-98C5-159E60B99B3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3" creationId="{8A22D28E-AC6C-41B1-857D-B61324DAB06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4" creationId="{E93EB8F5-768E-46A0-AAC4-9B9F3C1EFC0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5" creationId="{6473ABBE-5B9B-420D-A6A8-78F735B028F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8" creationId="{DE035E5B-E49A-4E7D-8B8A-21909F524B70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9" creationId="{6B394C40-0C91-4B6C-AB58-7E09A78A3A3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0" creationId="{3B580C25-4815-413D-968D-71996D75836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1" creationId="{9F18590E-ED48-4206-B829-46FB6CB98B8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4" creationId="{0DB23D63-DD70-44FF-A790-2BE198204E3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5" creationId="{5F015413-6766-4E57-9ADB-27DFAC10D06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7" creationId="{19CC77A6-6E1C-4F8B-89F6-C2F548D3396F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1:14:29.066" v="1302" actId="20577"/>
          <ac:spMkLst>
            <pc:docMk/>
            <pc:sldMk cId="2892898324" sldId="330"/>
            <ac:spMk id="29" creationId="{F03B629E-348D-4450-8ED8-F595BA048C88}"/>
          </ac:spMkLst>
        </pc:spChg>
        <pc:spChg chg="add del mod ord">
          <ac:chgData name="Di Mattia Alessandro Edoardo Giorgio David" userId="f8954a66-e5ad-4a1c-9536-1d2117047f5f" providerId="ADAL" clId="{CFBF690A-D719-48D2-92B8-B5819DB24AC8}" dt="2021-08-09T14:26:22.912" v="1331" actId="700"/>
          <ac:spMkLst>
            <pc:docMk/>
            <pc:sldMk cId="2892898324" sldId="330"/>
            <ac:spMk id="30" creationId="{C05059BB-A12A-483C-B528-649D3F49A36C}"/>
          </ac:spMkLst>
        </pc:spChg>
        <pc:spChg chg="add del mod ord">
          <ac:chgData name="Di Mattia Alessandro Edoardo Giorgio David" userId="f8954a66-e5ad-4a1c-9536-1d2117047f5f" providerId="ADAL" clId="{CFBF690A-D719-48D2-92B8-B5819DB24AC8}" dt="2021-08-09T14:26:22.912" v="1331" actId="700"/>
          <ac:spMkLst>
            <pc:docMk/>
            <pc:sldMk cId="2892898324" sldId="330"/>
            <ac:spMk id="31" creationId="{4DEF32E2-291C-4D35-97F0-AF3334E27C08}"/>
          </ac:spMkLst>
        </pc:spChg>
        <pc:picChg chg="add del">
          <ac:chgData name="Di Mattia Alessandro Edoardo Giorgio David" userId="f8954a66-e5ad-4a1c-9536-1d2117047f5f" providerId="ADAL" clId="{CFBF690A-D719-48D2-92B8-B5819DB24AC8}" dt="2021-08-09T11:04:02.376" v="1188"/>
          <ac:picMkLst>
            <pc:docMk/>
            <pc:sldMk cId="2892898324" sldId="330"/>
            <ac:picMk id="3" creationId="{31BDA1D8-0112-41CA-B0A3-E60A72E41ED3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1:04:30.310" v="1194" actId="1076"/>
          <ac:picMkLst>
            <pc:docMk/>
            <pc:sldMk cId="2892898324" sldId="330"/>
            <ac:picMk id="28" creationId="{72E4D6E6-D737-4175-BAEA-F6B55F2062DE}"/>
          </ac:picMkLst>
        </pc:pic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4" creationId="{03A9EC22-0B42-4BBA-AE61-2871EFD887D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5" creationId="{9B49AB2B-1C8D-4B58-9499-C51E454B10C4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6" creationId="{EB1973C9-5192-4E82-8DD9-3C75FB77D5D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7" creationId="{74987818-4BCD-4BF9-9E63-89AC25200BC9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16" creationId="{D653E655-D1FE-4DA9-A1D1-0D3935939F4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17" creationId="{DF630E6E-1E01-49D6-820D-9AD55D37F952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2" creationId="{DAA2EDCB-CAEB-4470-92E9-44CF17DB2AB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3" creationId="{26248D7F-5C05-4014-B09B-60D7F69EA140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6" creationId="{3746B332-18D5-4F4E-A0A8-5FD1058D89C2}"/>
          </ac:cxnSpMkLst>
        </pc:cxn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08:40.114" v="1827" actId="20577"/>
        <pc:sldMkLst>
          <pc:docMk/>
          <pc:sldMk cId="3188304425" sldId="331"/>
        </pc:sldMkLst>
        <pc:spChg chg="add del mod">
          <ac:chgData name="Di Mattia Alessandro Edoardo Giorgio David" userId="f8954a66-e5ad-4a1c-9536-1d2117047f5f" providerId="ADAL" clId="{CFBF690A-D719-48D2-92B8-B5819DB24AC8}" dt="2021-08-09T14:30:43.977" v="1397" actId="478"/>
          <ac:spMkLst>
            <pc:docMk/>
            <pc:sldMk cId="3188304425" sldId="331"/>
            <ac:spMk id="2" creationId="{CDEFFC8B-D382-4556-8CC2-B7D53C9AA4E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27:39.535" v="1343"/>
          <ac:spMkLst>
            <pc:docMk/>
            <pc:sldMk cId="3188304425" sldId="331"/>
            <ac:spMk id="3" creationId="{92112D97-C846-4A99-8D71-F81FAE59572B}"/>
          </ac:spMkLst>
        </pc:spChg>
        <pc:spChg chg="add mod ord">
          <ac:chgData name="Di Mattia Alessandro Edoardo Giorgio David" userId="f8954a66-e5ad-4a1c-9536-1d2117047f5f" providerId="ADAL" clId="{CFBF690A-D719-48D2-92B8-B5819DB24AC8}" dt="2021-08-09T14:31:01.756" v="1399" actId="1076"/>
          <ac:spMkLst>
            <pc:docMk/>
            <pc:sldMk cId="3188304425" sldId="331"/>
            <ac:spMk id="4" creationId="{F2303436-C45C-4B2E-B14E-30FF81694386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08:40.114" v="1827" actId="20577"/>
          <ac:spMkLst>
            <pc:docMk/>
            <pc:sldMk cId="3188304425" sldId="331"/>
            <ac:spMk id="5" creationId="{03C674BE-6751-4189-8E9B-74929348ABB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30:57.701" v="1398" actId="700"/>
          <ac:spMkLst>
            <pc:docMk/>
            <pc:sldMk cId="3188304425" sldId="331"/>
            <ac:spMk id="8" creationId="{18D2EAB0-1281-4C92-8167-0873964CB047}"/>
          </ac:spMkLst>
        </pc:spChg>
        <pc:picChg chg="add mod">
          <ac:chgData name="Di Mattia Alessandro Edoardo Giorgio David" userId="f8954a66-e5ad-4a1c-9536-1d2117047f5f" providerId="ADAL" clId="{CFBF690A-D719-48D2-92B8-B5819DB24AC8}" dt="2021-08-09T14:31:05.582" v="1401" actId="14100"/>
          <ac:picMkLst>
            <pc:docMk/>
            <pc:sldMk cId="3188304425" sldId="331"/>
            <ac:picMk id="6" creationId="{B8065D7D-9B8F-4D8E-ACE2-63DB2C740530}"/>
          </ac:picMkLst>
        </pc:picChg>
      </pc:sldChg>
      <pc:sldChg chg="addSp delSp modSp new mod">
        <pc:chgData name="Di Mattia Alessandro Edoardo Giorgio David" userId="f8954a66-e5ad-4a1c-9536-1d2117047f5f" providerId="ADAL" clId="{CFBF690A-D719-48D2-92B8-B5819DB24AC8}" dt="2021-08-09T14:42:50.648" v="1490" actId="1076"/>
        <pc:sldMkLst>
          <pc:docMk/>
          <pc:sldMk cId="3922909339" sldId="332"/>
        </pc:sldMkLst>
        <pc:spChg chg="mod">
          <ac:chgData name="Di Mattia Alessandro Edoardo Giorgio David" userId="f8954a66-e5ad-4a1c-9536-1d2117047f5f" providerId="ADAL" clId="{CFBF690A-D719-48D2-92B8-B5819DB24AC8}" dt="2021-08-09T14:31:17.227" v="1404" actId="20577"/>
          <ac:spMkLst>
            <pc:docMk/>
            <pc:sldMk cId="3922909339" sldId="332"/>
            <ac:spMk id="2" creationId="{C88B502F-7BAF-4520-B5DE-BA944E962A37}"/>
          </ac:spMkLst>
        </pc:spChg>
        <pc:spChg chg="del">
          <ac:chgData name="Di Mattia Alessandro Edoardo Giorgio David" userId="f8954a66-e5ad-4a1c-9536-1d2117047f5f" providerId="ADAL" clId="{CFBF690A-D719-48D2-92B8-B5819DB24AC8}" dt="2021-08-09T14:38:02.899" v="1431"/>
          <ac:spMkLst>
            <pc:docMk/>
            <pc:sldMk cId="3922909339" sldId="332"/>
            <ac:spMk id="3" creationId="{AF2E8C1F-EE6E-4D85-9549-AD3488D74A8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39:19.405" v="1476" actId="20577"/>
          <ac:spMkLst>
            <pc:docMk/>
            <pc:sldMk cId="3922909339" sldId="332"/>
            <ac:spMk id="4" creationId="{06517CCA-98F8-454B-B0DE-A108925C30A1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4:41:36.558" v="1482" actId="21"/>
          <ac:picMkLst>
            <pc:docMk/>
            <pc:sldMk cId="3922909339" sldId="332"/>
            <ac:picMk id="5" creationId="{72C56154-7785-4249-A305-FB450B6A6A22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42:50.648" v="1490" actId="1076"/>
          <ac:picMkLst>
            <pc:docMk/>
            <pc:sldMk cId="3922909339" sldId="332"/>
            <ac:picMk id="6" creationId="{DBA80245-BC9D-4BD0-B7C2-DBC234FA13C4}"/>
          </ac:picMkLst>
        </pc:picChg>
      </pc:sldChg>
      <pc:sldChg chg="addSp modSp new mod modClrScheme chgLayout">
        <pc:chgData name="Di Mattia Alessandro Edoardo Giorgio David" userId="f8954a66-e5ad-4a1c-9536-1d2117047f5f" providerId="ADAL" clId="{CFBF690A-D719-48D2-92B8-B5819DB24AC8}" dt="2021-08-09T15:06:58.774" v="1826" actId="20577"/>
        <pc:sldMkLst>
          <pc:docMk/>
          <pc:sldMk cId="1049072842" sldId="333"/>
        </pc:sldMkLst>
        <pc:spChg chg="add mod">
          <ac:chgData name="Di Mattia Alessandro Edoardo Giorgio David" userId="f8954a66-e5ad-4a1c-9536-1d2117047f5f" providerId="ADAL" clId="{CFBF690A-D719-48D2-92B8-B5819DB24AC8}" dt="2021-08-09T14:32:36.658" v="1428" actId="122"/>
          <ac:spMkLst>
            <pc:docMk/>
            <pc:sldMk cId="1049072842" sldId="333"/>
            <ac:spMk id="2" creationId="{61FC6002-6461-40FF-B287-11F3E4FEAADD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06:58.774" v="1826" actId="20577"/>
          <ac:spMkLst>
            <pc:docMk/>
            <pc:sldMk cId="1049072842" sldId="333"/>
            <ac:spMk id="3" creationId="{D17F2EA0-EA8D-4305-8C87-36045BBC7A40}"/>
          </ac:spMkLst>
        </pc:sp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21:10.123" v="1841" actId="20577"/>
        <pc:sldMkLst>
          <pc:docMk/>
          <pc:sldMk cId="2210811804" sldId="334"/>
        </pc:sldMkLst>
        <pc:spChg chg="del">
          <ac:chgData name="Di Mattia Alessandro Edoardo Giorgio David" userId="f8954a66-e5ad-4a1c-9536-1d2117047f5f" providerId="ADAL" clId="{CFBF690A-D719-48D2-92B8-B5819DB24AC8}" dt="2021-08-09T14:41:42.530" v="1483" actId="700"/>
          <ac:spMkLst>
            <pc:docMk/>
            <pc:sldMk cId="2210811804" sldId="334"/>
            <ac:spMk id="2" creationId="{6FEE1349-2CA4-4854-82C1-44EF09D1E21D}"/>
          </ac:spMkLst>
        </pc:spChg>
        <pc:spChg chg="del">
          <ac:chgData name="Di Mattia Alessandro Edoardo Giorgio David" userId="f8954a66-e5ad-4a1c-9536-1d2117047f5f" providerId="ADAL" clId="{CFBF690A-D719-48D2-92B8-B5819DB24AC8}" dt="2021-08-09T14:41:42.530" v="1483" actId="700"/>
          <ac:spMkLst>
            <pc:docMk/>
            <pc:sldMk cId="2210811804" sldId="334"/>
            <ac:spMk id="3" creationId="{B7DADE0C-CD18-409F-9D36-5DF9FE8C3AF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21:10.123" v="1841" actId="20577"/>
          <ac:spMkLst>
            <pc:docMk/>
            <pc:sldMk cId="2210811804" sldId="334"/>
            <ac:spMk id="6" creationId="{41EA1939-30E4-4F33-BE35-58FD4DBC9375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4:42:23.100" v="1486" actId="478"/>
          <ac:picMkLst>
            <pc:docMk/>
            <pc:sldMk cId="2210811804" sldId="334"/>
            <ac:picMk id="4" creationId="{24605447-37D4-404E-99ED-902EE2D8B922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42:37.777" v="1488" actId="14100"/>
          <ac:picMkLst>
            <pc:docMk/>
            <pc:sldMk cId="2210811804" sldId="334"/>
            <ac:picMk id="5" creationId="{C8173CEE-5733-4F06-8846-1F044EF62DF3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FBF690A-D719-48D2-92B8-B5819DB24AC8}" dt="2021-08-09T14:50:54.091" v="1624" actId="1076"/>
        <pc:sldMkLst>
          <pc:docMk/>
          <pc:sldMk cId="2200792181" sldId="335"/>
        </pc:sldMkLst>
        <pc:spChg chg="add mod">
          <ac:chgData name="Di Mattia Alessandro Edoardo Giorgio David" userId="f8954a66-e5ad-4a1c-9536-1d2117047f5f" providerId="ADAL" clId="{CFBF690A-D719-48D2-92B8-B5819DB24AC8}" dt="2021-08-09T14:45:44.476" v="1512" actId="122"/>
          <ac:spMkLst>
            <pc:docMk/>
            <pc:sldMk cId="2200792181" sldId="335"/>
            <ac:spMk id="2" creationId="{FCF4069D-6886-4790-A116-B041AE894394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46:39.728" v="1591" actId="122"/>
          <ac:spMkLst>
            <pc:docMk/>
            <pc:sldMk cId="2200792181" sldId="335"/>
            <ac:spMk id="3" creationId="{8E0B66F6-F8B9-4217-BA84-5C4E0E4FE3BC}"/>
          </ac:spMkLst>
        </pc:spChg>
        <pc:graphicFrameChg chg="add del mod">
          <ac:chgData name="Di Mattia Alessandro Edoardo Giorgio David" userId="f8954a66-e5ad-4a1c-9536-1d2117047f5f" providerId="ADAL" clId="{CFBF690A-D719-48D2-92B8-B5819DB24AC8}" dt="2021-08-09T14:50:48.455" v="1622" actId="478"/>
          <ac:graphicFrameMkLst>
            <pc:docMk/>
            <pc:sldMk cId="2200792181" sldId="335"/>
            <ac:graphicFrameMk id="6" creationId="{0AE95D00-6FA0-4537-B372-65E8ED0A9AC1}"/>
          </ac:graphicFrameMkLst>
        </pc:graphicFrameChg>
        <pc:picChg chg="add del mod">
          <ac:chgData name="Di Mattia Alessandro Edoardo Giorgio David" userId="f8954a66-e5ad-4a1c-9536-1d2117047f5f" providerId="ADAL" clId="{CFBF690A-D719-48D2-92B8-B5819DB24AC8}" dt="2021-08-09T14:47:32.848" v="1594" actId="478"/>
          <ac:picMkLst>
            <pc:docMk/>
            <pc:sldMk cId="2200792181" sldId="335"/>
            <ac:picMk id="4" creationId="{53E05C4C-75C2-4F37-AE43-AB70D00D60B9}"/>
          </ac:picMkLst>
        </pc:picChg>
        <pc:picChg chg="add del mod">
          <ac:chgData name="Di Mattia Alessandro Edoardo Giorgio David" userId="f8954a66-e5ad-4a1c-9536-1d2117047f5f" providerId="ADAL" clId="{CFBF690A-D719-48D2-92B8-B5819DB24AC8}" dt="2021-08-09T14:48:12.834" v="1605" actId="478"/>
          <ac:picMkLst>
            <pc:docMk/>
            <pc:sldMk cId="2200792181" sldId="335"/>
            <ac:picMk id="5" creationId="{AAD7F8D2-7C98-4B9F-82C9-F335F2AD6D53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50:54.091" v="1624" actId="1076"/>
          <ac:picMkLst>
            <pc:docMk/>
            <pc:sldMk cId="2200792181" sldId="335"/>
            <ac:picMk id="7" creationId="{3189569D-242A-473A-9A94-6E5144F443C6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14:08.515" v="1840" actId="20577"/>
        <pc:sldMkLst>
          <pc:docMk/>
          <pc:sldMk cId="2223886345" sldId="336"/>
        </pc:sldMkLst>
        <pc:spChg chg="del">
          <ac:chgData name="Di Mattia Alessandro Edoardo Giorgio David" userId="f8954a66-e5ad-4a1c-9536-1d2117047f5f" providerId="ADAL" clId="{CFBF690A-D719-48D2-92B8-B5819DB24AC8}" dt="2021-08-09T14:48:03.037" v="1600" actId="700"/>
          <ac:spMkLst>
            <pc:docMk/>
            <pc:sldMk cId="2223886345" sldId="336"/>
            <ac:spMk id="2" creationId="{8CDA5BD7-348D-4E9A-A336-7B5060530500}"/>
          </ac:spMkLst>
        </pc:spChg>
        <pc:spChg chg="del">
          <ac:chgData name="Di Mattia Alessandro Edoardo Giorgio David" userId="f8954a66-e5ad-4a1c-9536-1d2117047f5f" providerId="ADAL" clId="{CFBF690A-D719-48D2-92B8-B5819DB24AC8}" dt="2021-08-09T14:48:03.037" v="1600" actId="700"/>
          <ac:spMkLst>
            <pc:docMk/>
            <pc:sldMk cId="2223886345" sldId="336"/>
            <ac:spMk id="3" creationId="{94508F87-AA89-40C9-8509-F268A3C82A2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8" creationId="{5FF703F0-EB1C-4FFD-8951-0113FC7F1B0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9" creationId="{225F9005-786E-4857-9FE1-1FEC06D2D6A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0" creationId="{4B61D133-C592-4931-AC7C-9F2AA338288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1" creationId="{03F80E16-953A-4201-ACAD-C8C26051041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2" creationId="{FE947521-229B-40D8-9B89-45E44326531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3" creationId="{076256BD-0358-43A2-901D-B155235DCAE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4" creationId="{ACB2BECF-A34B-4987-B049-C2C37FE64F5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5" creationId="{2A1DC70E-79A8-45E9-B2BA-149F605A600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8" creationId="{15FC0AD6-12AC-4970-9712-4EB6ACFDBFB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9" creationId="{CDC0AC11-B839-410A-8D79-9F035CA1D23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0" creationId="{196B9437-658A-4659-BBB6-B4A497AA06D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3" creationId="{A2644825-FA9E-453B-BF19-4B8D07E4534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4" creationId="{6E1FFEE6-0187-41FF-AE34-CEAE210D7F8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5" creationId="{920D2067-A783-4E4E-9FF7-FB271043AC8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7" creationId="{777EF625-B53E-429A-BDA0-7F41661D232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9" creationId="{6D906C3B-A46F-4500-910A-CD28C96FDC7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31" creationId="{B7CA1F7E-FC41-44A5-90E9-F09EAA9E5A1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6" creationId="{604EFD12-9F33-4BC0-9572-4D50FE266E8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7" creationId="{43CEEA71-91D6-4A9F-96B8-C53D69404D0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8" creationId="{E5B9B17A-167C-4C0B-B85D-4C2BC6408AC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9" creationId="{49C71CEF-75F6-402F-9D15-67190837180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0" creationId="{9CDC1496-E3A8-43C4-8272-CD52FB4A5FE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1" creationId="{C98B0ABB-4032-4AB0-984A-B125EDE819D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2" creationId="{32C41F58-2E2B-469F-8638-CAAC876B58ED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3" creationId="{291D4AC3-9E9D-4F16-867F-64184D4DE8D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6" creationId="{453C5643-A61B-4E89-8EF0-BDAF28856B2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7" creationId="{0C7F490F-88DC-44D1-8035-EBD5C2A1E36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8" creationId="{2172E6FD-ADCE-4FF9-AADA-1D1297BCAC7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1" creationId="{3F18B746-E115-40AA-BA2E-0DDAA61C239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2" creationId="{FDA1651F-C7C9-40FB-BBE9-98C7D4B605E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3" creationId="{73CB2228-6D00-4D03-9B29-6DC6B7F96F4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5" creationId="{BE1EB5B1-738F-4239-8A84-B9B04394BD8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7" creationId="{7AED626B-97F1-43E5-A445-59B175E1522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9" creationId="{437CF595-ACF0-4BD2-80B1-8B5855F4A5C7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14:08.515" v="1840" actId="20577"/>
          <ac:spMkLst>
            <pc:docMk/>
            <pc:sldMk cId="2223886345" sldId="336"/>
            <ac:spMk id="61" creationId="{58A6B7EB-1412-40A2-821F-8F47923E2B39}"/>
          </ac:spMkLst>
        </pc:spChg>
        <pc:picChg chg="add mod">
          <ac:chgData name="Di Mattia Alessandro Edoardo Giorgio David" userId="f8954a66-e5ad-4a1c-9536-1d2117047f5f" providerId="ADAL" clId="{CFBF690A-D719-48D2-92B8-B5819DB24AC8}" dt="2021-08-09T14:48:10.430" v="1604" actId="1076"/>
          <ac:picMkLst>
            <pc:docMk/>
            <pc:sldMk cId="2223886345" sldId="336"/>
            <ac:picMk id="60" creationId="{2590DDC6-8B95-4B75-8711-8A2E65160AA8}"/>
          </ac:picMkLst>
        </pc:pic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4" creationId="{BC484C7D-75A2-4ABE-A739-0C23D4AE049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5" creationId="{6B2E5369-D18A-4DF8-BC51-68923888350B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6" creationId="{05FEBAFD-17DF-4BF3-BD5F-0D83A2A336E6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7" creationId="{376F227D-A81C-4408-BF91-603AD8D90AED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16" creationId="{706D481C-C88C-451F-9603-C6844D644468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17" creationId="{7F085B11-4192-4971-9B4A-1DE921B3EE23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1" creationId="{3C19582E-008F-4868-935A-BA97171821CD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2" creationId="{2433AA6C-8B96-4A69-A243-5D4A48BD138A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6" creationId="{CAEC6E02-BB37-47FE-9A68-08BD2FD0C4D6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8" creationId="{8463F2B2-6C9B-4F68-B982-05D65A088563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30" creationId="{C8154AE7-1365-4E27-94C0-2EC5322E841A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2" creationId="{CA0DAAD7-573C-4B03-BB18-6053A94887E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3" creationId="{DA32C806-A58C-49A2-971F-32C07B3CA4CF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4" creationId="{C0063E2F-35BA-4031-893B-972A4D55572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5" creationId="{871AD2F4-EA57-4B83-B727-A2D41B5D1728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4" creationId="{31C1F4D0-7EDD-4865-86C7-CA727B567D5F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5" creationId="{C7EBAB87-F838-4CEE-80D1-C10A63F33CB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9" creationId="{635E5550-4519-4203-AA35-0A850BD524C9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0" creationId="{A095B073-9050-4EB3-A76C-A5F0D6A6CB9B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4" creationId="{BC9A19AE-D379-4AB1-88EF-7CB8197322DC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6" creationId="{817E96AF-6E57-450F-91FD-05ACEEAE37A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8" creationId="{9796C8FA-4681-4C87-A057-F2A1B61B3DAB}"/>
          </ac:cxnSpMkLst>
        </pc:cxnChg>
      </pc:sldChg>
      <pc:sldChg chg="addSp delSp modSp new mod modClrScheme chgLayout">
        <pc:chgData name="Di Mattia Alessandro Edoardo Giorgio David" userId="f8954a66-e5ad-4a1c-9536-1d2117047f5f" providerId="ADAL" clId="{CFBF690A-D719-48D2-92B8-B5819DB24AC8}" dt="2021-08-09T15:32:30.204" v="1895" actId="20577"/>
        <pc:sldMkLst>
          <pc:docMk/>
          <pc:sldMk cId="2386622032" sldId="337"/>
        </pc:sldMkLst>
        <pc:spChg chg="add mod">
          <ac:chgData name="Di Mattia Alessandro Edoardo Giorgio David" userId="f8954a66-e5ad-4a1c-9536-1d2117047f5f" providerId="ADAL" clId="{CFBF690A-D719-48D2-92B8-B5819DB24AC8}" dt="2021-08-09T15:32:30.204" v="1895" actId="20577"/>
          <ac:spMkLst>
            <pc:docMk/>
            <pc:sldMk cId="2386622032" sldId="337"/>
            <ac:spMk id="2" creationId="{4955EB03-85E3-48BD-8D11-98871C2CDE2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5:27:22.293" v="1853"/>
          <ac:spMkLst>
            <pc:docMk/>
            <pc:sldMk cId="2386622032" sldId="337"/>
            <ac:spMk id="3" creationId="{FE07B3C5-277D-4534-989E-90ED4C47E697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32:20.672" v="1882" actId="20577"/>
          <ac:spMkLst>
            <pc:docMk/>
            <pc:sldMk cId="2386622032" sldId="337"/>
            <ac:spMk id="4" creationId="{5C20FEFB-367B-47CF-9F2F-2780ADC071F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5:27:37.834" v="1857"/>
          <ac:spMkLst>
            <pc:docMk/>
            <pc:sldMk cId="2386622032" sldId="337"/>
            <ac:spMk id="5" creationId="{B684725E-159F-4B29-A899-2F15DEBA6CC5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5:32:02.161" v="1860" actId="478"/>
          <ac:picMkLst>
            <pc:docMk/>
            <pc:sldMk cId="2386622032" sldId="337"/>
            <ac:picMk id="7" creationId="{DD149F64-9B26-400A-8535-BFB846A828F6}"/>
          </ac:picMkLst>
        </pc:picChg>
      </pc:sldChg>
      <pc:sldChg chg="modSp new mod modNotesTx">
        <pc:chgData name="Di Mattia Alessandro Edoardo Giorgio David" userId="f8954a66-e5ad-4a1c-9536-1d2117047f5f" providerId="ADAL" clId="{CFBF690A-D719-48D2-92B8-B5819DB24AC8}" dt="2021-08-09T15:35:06.200" v="1903"/>
        <pc:sldMkLst>
          <pc:docMk/>
          <pc:sldMk cId="863600783" sldId="338"/>
        </pc:sldMkLst>
        <pc:spChg chg="mod">
          <ac:chgData name="Di Mattia Alessandro Edoardo Giorgio David" userId="f8954a66-e5ad-4a1c-9536-1d2117047f5f" providerId="ADAL" clId="{CFBF690A-D719-48D2-92B8-B5819DB24AC8}" dt="2021-08-09T15:34:20.370" v="1901" actId="20577"/>
          <ac:spMkLst>
            <pc:docMk/>
            <pc:sldMk cId="863600783" sldId="338"/>
            <ac:spMk id="2" creationId="{9A7E9ECD-A824-405F-93D7-214E7E8CED7B}"/>
          </ac:spMkLst>
        </pc:spChg>
        <pc:spChg chg="mod">
          <ac:chgData name="Di Mattia Alessandro Edoardo Giorgio David" userId="f8954a66-e5ad-4a1c-9536-1d2117047f5f" providerId="ADAL" clId="{CFBF690A-D719-48D2-92B8-B5819DB24AC8}" dt="2021-08-09T15:34:39.134" v="1902"/>
          <ac:spMkLst>
            <pc:docMk/>
            <pc:sldMk cId="863600783" sldId="338"/>
            <ac:spMk id="3" creationId="{7EEDFC4A-3855-4AB5-8115-C4399C82CF5B}"/>
          </ac:spMkLst>
        </pc:spChg>
      </pc:sldChg>
      <pc:sldChg chg="modSp new mod">
        <pc:chgData name="Di Mattia Alessandro Edoardo Giorgio David" userId="f8954a66-e5ad-4a1c-9536-1d2117047f5f" providerId="ADAL" clId="{CFBF690A-D719-48D2-92B8-B5819DB24AC8}" dt="2021-08-09T15:53:44.291" v="1952" actId="20577"/>
        <pc:sldMkLst>
          <pc:docMk/>
          <pc:sldMk cId="3760396929" sldId="339"/>
        </pc:sldMkLst>
        <pc:spChg chg="mod">
          <ac:chgData name="Di Mattia Alessandro Edoardo Giorgio David" userId="f8954a66-e5ad-4a1c-9536-1d2117047f5f" providerId="ADAL" clId="{CFBF690A-D719-48D2-92B8-B5819DB24AC8}" dt="2021-08-09T15:53:44.291" v="1952" actId="20577"/>
          <ac:spMkLst>
            <pc:docMk/>
            <pc:sldMk cId="3760396929" sldId="339"/>
            <ac:spMk id="2" creationId="{49AEAE09-0BED-4CAC-8212-5B93D7A70FDE}"/>
          </ac:spMkLst>
        </pc:spChg>
        <pc:spChg chg="mod">
          <ac:chgData name="Di Mattia Alessandro Edoardo Giorgio David" userId="f8954a66-e5ad-4a1c-9536-1d2117047f5f" providerId="ADAL" clId="{CFBF690A-D719-48D2-92B8-B5819DB24AC8}" dt="2021-08-09T15:50:25.508" v="1918"/>
          <ac:spMkLst>
            <pc:docMk/>
            <pc:sldMk cId="3760396929" sldId="339"/>
            <ac:spMk id="3" creationId="{1D30359C-CBBF-48E2-90A8-845B2C301D3C}"/>
          </ac:spMkLst>
        </pc:spChg>
      </pc:sldChg>
      <pc:sldChg chg="modSp new mod">
        <pc:chgData name="Di Mattia Alessandro Edoardo Giorgio David" userId="f8954a66-e5ad-4a1c-9536-1d2117047f5f" providerId="ADAL" clId="{CFBF690A-D719-48D2-92B8-B5819DB24AC8}" dt="2021-08-09T15:53:36.979" v="1949" actId="20577"/>
        <pc:sldMkLst>
          <pc:docMk/>
          <pc:sldMk cId="4043709138" sldId="340"/>
        </pc:sldMkLst>
        <pc:spChg chg="mod">
          <ac:chgData name="Di Mattia Alessandro Edoardo Giorgio David" userId="f8954a66-e5ad-4a1c-9536-1d2117047f5f" providerId="ADAL" clId="{CFBF690A-D719-48D2-92B8-B5819DB24AC8}" dt="2021-08-09T15:53:36.979" v="1949" actId="20577"/>
          <ac:spMkLst>
            <pc:docMk/>
            <pc:sldMk cId="4043709138" sldId="340"/>
            <ac:spMk id="2" creationId="{88FDEB9A-7D04-42C6-8A80-9906B92F3B49}"/>
          </ac:spMkLst>
        </pc:spChg>
        <pc:spChg chg="mod">
          <ac:chgData name="Di Mattia Alessandro Edoardo Giorgio David" userId="f8954a66-e5ad-4a1c-9536-1d2117047f5f" providerId="ADAL" clId="{CFBF690A-D719-48D2-92B8-B5819DB24AC8}" dt="2021-08-09T15:53:27.145" v="1938" actId="5793"/>
          <ac:spMkLst>
            <pc:docMk/>
            <pc:sldMk cId="4043709138" sldId="340"/>
            <ac:spMk id="3" creationId="{8DC0EF51-28F2-45F6-BD96-33F38C1708AE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AF77F2E4-9D97-4FC3-AFDE-ED3FA11200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0AA25600-84AB-4F94-B5CB-A476CB8FC6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A781A-1859-4C85-BF75-12C8100C455E}" type="datetimeFigureOut">
              <a:rPr lang="nb-NO" smtClean="0"/>
              <a:t>10.09.2026</a:t>
            </a:fld>
            <a:endParaRPr lang="nb-NO" dirty="0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2FA93902-B21B-4A6E-859D-90790E6FAC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7800144-E8A4-43A6-AAD7-1921F2CC0D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98403-76B7-4BFA-AF44-FE0FA5E8362E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533853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42447-825E-F44A-AE66-BBD0FC2F1FF6}" type="datetimeFigureOut">
              <a:rPr lang="nb-NO" smtClean="0"/>
              <a:t>10.09.2026</a:t>
            </a:fld>
            <a:endParaRPr lang="nb-NO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E51CF-144B-7241-A1FB-D978B63A9AA3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2097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852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194118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593889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7519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30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30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12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030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71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108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37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0906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0"/>
            <a:ext cx="4629150" cy="447164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406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398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337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328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rgbClr val="2E538D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2879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00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85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05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875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4685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7932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18619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264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012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2E538D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0387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6695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6759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7020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932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52849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8756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09171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6909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5249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06080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349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9543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5269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932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35072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8756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12858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FC4F5-E04A-C641-ABCB-7855A6634966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5104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FC4F5-E04A-C641-ABCB-7855A6634966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D9C70E-8304-E34A-89DB-70A9D8CEA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6591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B52D60-7F03-9E4C-B3FD-70C0B65CC0EF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0877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B52D60-7F03-9E4C-B3FD-70C0B65CC0EF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3188BB-F162-1949-90AF-2F0207E360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6719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4410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C5FA70-7C6F-2F49-8925-6BF1B8A79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gradFill flip="none" rotWithShape="1">
            <a:gsLst>
              <a:gs pos="0">
                <a:srgbClr val="E9A592"/>
              </a:gs>
              <a:gs pos="100000">
                <a:srgbClr val="E97C6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8002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tiff"/><Relationship Id="rId11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theme" Target="../theme/theme2.xml"/><Relationship Id="rId10" Type="http://schemas.openxmlformats.org/officeDocument/2006/relationships/image" Target="../media/image3.png"/><Relationship Id="rId11" Type="http://schemas.openxmlformats.org/officeDocument/2006/relationships/image" Target="../media/image4.tif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theme" Target="../theme/theme3.xml"/><Relationship Id="rId10" Type="http://schemas.openxmlformats.org/officeDocument/2006/relationships/image" Target="../media/image5.png"/><Relationship Id="rId11" Type="http://schemas.openxmlformats.org/officeDocument/2006/relationships/image" Target="../media/image3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theme" Target="../theme/theme4.xml"/><Relationship Id="rId10" Type="http://schemas.openxmlformats.org/officeDocument/2006/relationships/image" Target="../media/image2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270661-5897-294E-8E62-63F1988A13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43424" y="4545000"/>
            <a:ext cx="2100576" cy="1170000"/>
          </a:xfrm>
          <a:prstGeom prst="rect">
            <a:avLst/>
          </a:prstGeom>
        </p:spPr>
      </p:pic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9FD4B4-DFF1-934C-A28A-5210B685895E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4CB108-4A1C-4218-9FA9-7C3065D8017E}"/>
              </a:ext>
            </a:extLst>
          </p:cNvPr>
          <p:cNvSpPr txBox="1"/>
          <p:nvPr userDrawn="1"/>
        </p:nvSpPr>
        <p:spPr>
          <a:xfrm>
            <a:off x="4572000" y="5168900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8C48452-7A9B-4D5F-88FD-7FB0AA86F4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235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90" r:id="rId5"/>
    <p:sldLayoutId id="2147483691" r:id="rId6"/>
    <p:sldLayoutId id="2147483692" r:id="rId7"/>
    <p:sldLayoutId id="2147483693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839661-8C50-454D-B833-FE346B672CFE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F53048-47FA-4243-88AA-13DAFFB349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0972" y="4741664"/>
            <a:ext cx="2183027" cy="97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22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b="0" i="0" dirty="0">
              <a:ln>
                <a:noFill/>
              </a:ln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4963A4-30EA-BA44-A3C1-3E0310FE12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6919" y="4509170"/>
            <a:ext cx="1977081" cy="1205829"/>
          </a:xfrm>
          <a:prstGeom prst="rect">
            <a:avLst/>
          </a:prstGeom>
        </p:spPr>
      </p:pic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0D1645-1E9C-5B4B-9DFE-AB79493B122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56ED686-BC76-AF49-B1B1-A237E9A1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244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4C622C5-82B1-4746-AD46-30041CB9FD80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gradFill flip="none" rotWithShape="1">
            <a:gsLst>
              <a:gs pos="0">
                <a:srgbClr val="E9A592"/>
              </a:gs>
              <a:gs pos="100000">
                <a:srgbClr val="E97C6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56ED686-BC76-AF49-B1B1-A237E9A1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F0A790-7D3B-5240-8FBF-57EBDBFE5BA2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917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b="0" i="0" dirty="0">
              <a:ln>
                <a:noFill/>
              </a:ln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809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9" r:id="rId2"/>
    <p:sldLayoutId id="2147483715" r:id="rId3"/>
    <p:sldLayoutId id="2147483727" r:id="rId4"/>
    <p:sldLayoutId id="2147483714" r:id="rId5"/>
    <p:sldLayoutId id="2147483728" r:id="rId6"/>
    <p:sldLayoutId id="2147483716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TT Commons" panose="02000506040000020004" pitchFamily="2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83FD103-5EF1-48AB-8EC6-4C1921FB1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2793" y="470143"/>
            <a:ext cx="6858000" cy="1483627"/>
          </a:xfrm>
        </p:spPr>
        <p:txBody>
          <a:bodyPr>
            <a:normAutofit/>
          </a:bodyPr>
          <a:lstStyle/>
          <a:p>
            <a:pPr algn="ctr"/>
            <a:r>
              <a:rPr kumimoji="0" lang="en-US" altLang="en-US" sz="4500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  <a:t>Lecture</a:t>
            </a:r>
            <a:r>
              <a:rPr kumimoji="0" lang="it-IT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  <a:t> #5</a:t>
            </a:r>
            <a:br>
              <a:rPr kumimoji="0" lang="it-IT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</a:br>
            <a:r>
              <a:rPr kumimoji="0" lang="it-IT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  <a:t>Supply</a:t>
            </a:r>
            <a:endParaRPr lang="en-GB" dirty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B36D34FB-1F7C-40AB-BF82-E481F6CD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2445" y="2050574"/>
            <a:ext cx="2212383" cy="345936"/>
          </a:xfrm>
        </p:spPr>
        <p:txBody>
          <a:bodyPr/>
          <a:lstStyle/>
          <a:p>
            <a:r>
              <a:rPr lang="nb-NO" dirty="0"/>
              <a:t>Alessandro Di Mattia</a:t>
            </a:r>
          </a:p>
          <a:p>
            <a:endParaRPr lang="nb-N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EF24E2-7FCE-4595-9068-53A69F6EE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384" y="2761276"/>
            <a:ext cx="1042506" cy="124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607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3A8DA-7280-4BA1-B96F-CA435663D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Supply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33D46-AA8E-4DB8-ABB6-F6A771FBE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Quantity supplied of any good or service is the amount that sellers are willing and able to sell.</a:t>
            </a:r>
          </a:p>
          <a:p>
            <a:r>
              <a:rPr lang="en-US" sz="2400" dirty="0">
                <a:solidFill>
                  <a:srgbClr val="FFFF00"/>
                </a:solidFill>
              </a:rPr>
              <a:t>The law of supply</a:t>
            </a:r>
            <a:r>
              <a:rPr lang="en-US" sz="2400" dirty="0"/>
              <a:t>: Other things equal, when the price of a good rises, the quantity supplied of good (output price) also rises and vise versa.</a:t>
            </a:r>
          </a:p>
          <a:p>
            <a:r>
              <a:rPr lang="en-US" sz="2400" dirty="0">
                <a:solidFill>
                  <a:srgbClr val="FFFF00"/>
                </a:solidFill>
              </a:rPr>
              <a:t>Supply schedule  </a:t>
            </a:r>
            <a:r>
              <a:rPr lang="en-US" sz="2400" dirty="0"/>
              <a:t>- A table that describes how much product a supplier will have to produce to meet consumer demand at a specific price based on the supply curve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865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412F8-E960-4C94-B722-0CD62652A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Supply schedule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416856-1617-46F9-A8E7-0220ADA294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4345" y="1545392"/>
            <a:ext cx="7535309" cy="3090940"/>
          </a:xfrm>
        </p:spPr>
      </p:pic>
    </p:spTree>
    <p:extLst>
      <p:ext uri="{BB962C8B-B14F-4D97-AF65-F5344CB8AC3E}">
        <p14:creationId xmlns:p14="http://schemas.microsoft.com/office/powerpoint/2010/main" val="1960727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74FBA-7DEF-40D1-9B6F-00EBC7852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Supply Curve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81B6D-5C0A-45B0-B15C-B4EA45328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The Supply curve shows the correlation between the price of a good or service and the quantity supplied for a given period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08938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94120F-38EF-4FAB-9037-50EAE8E371C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223084" y="275948"/>
            <a:ext cx="5843587" cy="467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981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23FF3-619B-4850-A7E9-A0146E72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Individual Supply VS Market Supply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331DB-ED7C-45F1-8CB7-0191CC667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u="sng" dirty="0"/>
              <a:t>Individual</a:t>
            </a:r>
            <a:r>
              <a:rPr lang="it-IT" sz="2400" dirty="0"/>
              <a:t> Supply refers to the quantity of a good or service supplied by a </a:t>
            </a:r>
            <a:r>
              <a:rPr lang="it-IT" sz="2400" u="sng" dirty="0"/>
              <a:t>single seller</a:t>
            </a:r>
          </a:p>
          <a:p>
            <a:r>
              <a:rPr lang="it-IT" sz="2400" u="sng" dirty="0"/>
              <a:t>Individual</a:t>
            </a:r>
            <a:r>
              <a:rPr lang="it-IT" sz="2400" dirty="0"/>
              <a:t> supply is a </a:t>
            </a:r>
            <a:r>
              <a:rPr lang="it-IT" sz="2400" u="sng" dirty="0"/>
              <a:t>component</a:t>
            </a:r>
            <a:r>
              <a:rPr lang="it-IT" sz="2400" dirty="0"/>
              <a:t> of Market Supply</a:t>
            </a:r>
          </a:p>
          <a:p>
            <a:r>
              <a:rPr lang="en-US" sz="2400" u="sng" dirty="0"/>
              <a:t>Market </a:t>
            </a:r>
            <a:r>
              <a:rPr lang="en-US" sz="2400" dirty="0"/>
              <a:t>supply refers to the quantity of a good or service supplied by all the sellers or firms in the market.</a:t>
            </a:r>
          </a:p>
          <a:p>
            <a:r>
              <a:rPr lang="it-IT" sz="2400" dirty="0"/>
              <a:t>Market Supply is shown by the Market Supply Schedule and Market Supply Curve</a:t>
            </a:r>
          </a:p>
          <a:p>
            <a:r>
              <a:rPr lang="it-IT" sz="2400" dirty="0"/>
              <a:t>Market Supply is the aggregation of different individual supplies</a:t>
            </a:r>
          </a:p>
          <a:p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350214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A9857E-6C86-42AE-B524-9B9A96D64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97" y="1363851"/>
            <a:ext cx="7541406" cy="298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342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0D0571-C88A-491F-95AE-99E3F5AD4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91" y="297455"/>
            <a:ext cx="7155018" cy="32461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1BF28D-CB7B-4348-9A5E-0CCAF8AE4C6E}"/>
              </a:ext>
            </a:extLst>
          </p:cNvPr>
          <p:cNvSpPr txBox="1"/>
          <p:nvPr/>
        </p:nvSpPr>
        <p:spPr>
          <a:xfrm>
            <a:off x="1388125" y="3734718"/>
            <a:ext cx="6510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Individual Supply is relatively steeper while Market Supply is relatively flatter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5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9EA24-FE9C-4433-99EE-B5003E3A7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Supply Determinants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9421E03-EDFC-460B-98B8-AFB44F07BA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5781" y="1597446"/>
            <a:ext cx="5034082" cy="344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825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6989E-D494-4FFE-A8AE-A3E7A4D04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Input Prices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647D8-33AF-432A-B65C-444A87600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As the price of an input used to produce the good rises, profitability decreases: leading to a decrease in the quantity of good supplied </a:t>
            </a:r>
            <a:r>
              <a:rPr lang="it-IT" u="sng" dirty="0"/>
              <a:t>at any price</a:t>
            </a:r>
            <a:endParaRPr lang="en-US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6FF0E1-A43B-4C46-B719-29008CB0B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191" y="2117492"/>
            <a:ext cx="4779619" cy="289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482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EE921-6333-4051-9D40-1D59F0E2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Technology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FADD5-62B7-4755-B2F3-7B748B284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Technological improvements (and any changes that raise the productivity of labor) lower production costs and increase profitability.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314C5B-B9B4-4718-9D84-A1F7112D9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458" y="1884983"/>
            <a:ext cx="5636925" cy="341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891212"/>
      </p:ext>
    </p:extLst>
  </p:cSld>
  <p:clrMapOvr>
    <a:masterClrMapping/>
  </p:clrMapOvr>
</p:sld>
</file>

<file path=ppt/theme/theme1.xml><?xml version="1.0" encoding="utf-8"?>
<a:theme xmlns:a="http://schemas.openxmlformats.org/drawingml/2006/main" name="1_Mørkblå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8848261F-96B4-4A1E-AFBA-10763A3AA5ED}"/>
    </a:ext>
  </a:extLst>
</a:theme>
</file>

<file path=ppt/theme/theme2.xml><?xml version="1.0" encoding="utf-8"?>
<a:theme xmlns:a="http://schemas.openxmlformats.org/drawingml/2006/main" name="2_Lysblå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CCABFE4B-7D70-46E5-9E7F-52BCF378F20D}"/>
    </a:ext>
  </a:extLst>
</a:theme>
</file>

<file path=ppt/theme/theme3.xml><?xml version="1.0" encoding="utf-8"?>
<a:theme xmlns:a="http://schemas.openxmlformats.org/drawingml/2006/main" name="3_Hvit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gendefinert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3C5EFE4C-45C1-4EF4-AC98-B948AE8648C2}"/>
    </a:ext>
  </a:extLst>
</a:theme>
</file>

<file path=ppt/theme/theme4.xml><?xml version="1.0" encoding="utf-8"?>
<a:theme xmlns:a="http://schemas.openxmlformats.org/drawingml/2006/main" name="4_Si ifra!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15A5869B-4A0C-4888-B30C-D7769D56BDCD}"/>
    </a:ext>
  </a:extLst>
</a:theme>
</file>

<file path=ppt/theme/theme5.xml><?xml version="1.0" encoding="utf-8"?>
<a:theme xmlns:a="http://schemas.openxmlformats.org/drawingml/2006/main" name="4_Blanko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56C785A7-A997-4AA5-9FD3-E663D0D495D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86B82B2E673BB48BBFD907EF88B1F72" ma:contentTypeVersion="0" ma:contentTypeDescription="Opprett et nytt dokument." ma:contentTypeScope="" ma:versionID="0653049da3c7d6103ba0b9e54f21c3f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e2500873ed525c1cf306a41cba81ed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299F0B8-F1FA-4547-8345-D1C345C8AD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7479CE2-CFF2-495B-B6E0-2F66375CDB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AC7484-FE6E-40E6-83CA-83D55D847BA8}">
  <ds:schemaRefs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HiMolde presentation template</Template>
  <TotalTime>3376</TotalTime>
  <Words>254</Words>
  <Application>Microsoft Office PowerPoint</Application>
  <PresentationFormat>On-screen Show (16:10)</PresentationFormat>
  <Paragraphs>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TT Commons</vt:lpstr>
      <vt:lpstr>1_Mørkblå-bakgrunn</vt:lpstr>
      <vt:lpstr>2_Lysblå-bakgrunn</vt:lpstr>
      <vt:lpstr>3_Hvit-bakgrunn</vt:lpstr>
      <vt:lpstr>4_Si ifra!</vt:lpstr>
      <vt:lpstr>4_Blanko</vt:lpstr>
      <vt:lpstr>Lecture #5 Supply</vt:lpstr>
      <vt:lpstr>Supply</vt:lpstr>
      <vt:lpstr>Supply schedule</vt:lpstr>
      <vt:lpstr>Supply Curve</vt:lpstr>
      <vt:lpstr>PowerPoint Presentation</vt:lpstr>
      <vt:lpstr>Individual Supply VS Market Supply</vt:lpstr>
      <vt:lpstr>PowerPoint Presentation</vt:lpstr>
      <vt:lpstr>PowerPoint Presentation</vt:lpstr>
      <vt:lpstr>Supply Determinants</vt:lpstr>
      <vt:lpstr>Input Prices</vt:lpstr>
      <vt:lpstr>Technology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Economics for Sport Management   </dc:title>
  <dc:creator>Alessandro Di Mattia</dc:creator>
  <cp:lastModifiedBy>Alessandro Edoardo Giorgio David Di Mattia</cp:lastModifiedBy>
  <cp:revision>16</cp:revision>
  <dcterms:created xsi:type="dcterms:W3CDTF">2021-07-15T16:00:15Z</dcterms:created>
  <dcterms:modified xsi:type="dcterms:W3CDTF">2026-09-10T08:53:49Z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0x010100086B82B2E673BB48BBFD907EF88B1F72</vt:lpwstr>
  </property>
  <property fmtid="{D5CDD505-2E9C-101B-9397-08002B2CF9AE}" pid="3" name="MSIP_Label_ee59125d-3421-490c-8c49-713131ff88a1_Enabled">
    <vt:lpwstr>true</vt:lpwstr>
  </property>
  <property fmtid="{D5CDD505-2E9C-101B-9397-08002B2CF9AE}" pid="4" name="MSIP_Label_ee59125d-3421-490c-8c49-713131ff88a1_SetDate">
    <vt:lpwstr>2026-09-10T08:53:48Z</vt:lpwstr>
  </property>
  <property fmtid="{D5CDD505-2E9C-101B-9397-08002B2CF9AE}" pid="5" name="MSIP_Label_ee59125d-3421-490c-8c49-713131ff88a1_Method">
    <vt:lpwstr>Standard</vt:lpwstr>
  </property>
  <property fmtid="{D5CDD505-2E9C-101B-9397-08002B2CF9AE}" pid="6" name="MSIP_Label_ee59125d-3421-490c-8c49-713131ff88a1_Name">
    <vt:lpwstr>Yellow</vt:lpwstr>
  </property>
  <property fmtid="{D5CDD505-2E9C-101B-9397-08002B2CF9AE}" pid="7" name="MSIP_Label_ee59125d-3421-490c-8c49-713131ff88a1_SiteId">
    <vt:lpwstr>938c1eb0-9d08-484b-92b9-53f583bd08fb</vt:lpwstr>
  </property>
  <property fmtid="{D5CDD505-2E9C-101B-9397-08002B2CF9AE}" pid="8" name="MSIP_Label_ee59125d-3421-490c-8c49-713131ff88a1_ActionId">
    <vt:lpwstr>25b8a641-d198-457d-8d59-ac9c73387e01</vt:lpwstr>
  </property>
  <property fmtid="{D5CDD505-2E9C-101B-9397-08002B2CF9AE}" pid="9" name="MSIP_Label_ee59125d-3421-490c-8c49-713131ff88a1_ContentBits">
    <vt:lpwstr>0</vt:lpwstr>
  </property>
  <property fmtid="{D5CDD505-2E9C-101B-9397-08002B2CF9AE}" pid="10" name="MSIP_Label_ee59125d-3421-490c-8c49-713131ff88a1_Tag">
    <vt:lpwstr>10, 3, 0, 1</vt:lpwstr>
  </property>
</Properties>
</file>