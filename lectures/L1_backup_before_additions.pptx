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4.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heme/themeOverride1.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 id="2147483694" r:id="rId5"/>
    <p:sldMasterId id="2147483703" r:id="rId6"/>
    <p:sldMasterId id="2147483718" r:id="rId7"/>
    <p:sldMasterId id="2147483712" r:id="rId8"/>
  </p:sldMasterIdLst>
  <p:notesMasterIdLst>
    <p:notesMasterId r:id="rId39"/>
  </p:notesMasterIdLst>
  <p:handoutMasterIdLst>
    <p:handoutMasterId r:id="rId40"/>
  </p:handoutMasterIdLst>
  <p:sldIdLst>
    <p:sldId id="280" r:id="rId9"/>
    <p:sldId id="310" r:id="rId10"/>
    <p:sldId id="311" r:id="rId11"/>
    <p:sldId id="312" r:id="rId12"/>
    <p:sldId id="287" r:id="rId13"/>
    <p:sldId id="288" r:id="rId14"/>
    <p:sldId id="290" r:id="rId15"/>
    <p:sldId id="291" r:id="rId16"/>
    <p:sldId id="292" r:id="rId17"/>
    <p:sldId id="293" r:id="rId18"/>
    <p:sldId id="294" r:id="rId19"/>
    <p:sldId id="315" r:id="rId20"/>
    <p:sldId id="295" r:id="rId21"/>
    <p:sldId id="299" r:id="rId22"/>
    <p:sldId id="296" r:id="rId23"/>
    <p:sldId id="314" r:id="rId24"/>
    <p:sldId id="300" r:id="rId25"/>
    <p:sldId id="301" r:id="rId26"/>
    <p:sldId id="316" r:id="rId27"/>
    <p:sldId id="317" r:id="rId28"/>
    <p:sldId id="302" r:id="rId29"/>
    <p:sldId id="303" r:id="rId30"/>
    <p:sldId id="304" r:id="rId31"/>
    <p:sldId id="305" r:id="rId32"/>
    <p:sldId id="318" r:id="rId33"/>
    <p:sldId id="307" r:id="rId34"/>
    <p:sldId id="309" r:id="rId35"/>
    <p:sldId id="308" r:id="rId36"/>
    <p:sldId id="298" r:id="rId37"/>
    <p:sldId id="297" r:id="rId38"/>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DCAF0DF-8818-4E63-A787-5889410F3782}">
          <p14:sldIdLst>
            <p14:sldId id="280"/>
            <p14:sldId id="310"/>
            <p14:sldId id="311"/>
            <p14:sldId id="312"/>
            <p14:sldId id="287"/>
            <p14:sldId id="288"/>
            <p14:sldId id="290"/>
            <p14:sldId id="291"/>
            <p14:sldId id="292"/>
            <p14:sldId id="293"/>
            <p14:sldId id="294"/>
            <p14:sldId id="315"/>
            <p14:sldId id="295"/>
            <p14:sldId id="299"/>
            <p14:sldId id="296"/>
            <p14:sldId id="314"/>
            <p14:sldId id="300"/>
            <p14:sldId id="301"/>
            <p14:sldId id="316"/>
            <p14:sldId id="317"/>
            <p14:sldId id="302"/>
            <p14:sldId id="303"/>
            <p14:sldId id="304"/>
            <p14:sldId id="305"/>
            <p14:sldId id="318"/>
            <p14:sldId id="307"/>
            <p14:sldId id="309"/>
            <p14:sldId id="308"/>
            <p14:sldId id="298"/>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 Mattia Alessandro Edoardo Giorgio David" initials="DMAEGD" lastIdx="1" clrIdx="0">
    <p:extLst>
      <p:ext uri="{19B8F6BF-5375-455C-9EA6-DF929625EA0E}">
        <p15:presenceInfo xmlns:p15="http://schemas.microsoft.com/office/powerpoint/2012/main" userId="S::aldi@himolde.no::f8954a66-e5ad-4a1c-9536-1d2117047f5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CC0000"/>
    <a:srgbClr val="FF0000"/>
    <a:srgbClr val="0000FF"/>
    <a:srgbClr val="E97C67"/>
    <a:srgbClr val="E9A592"/>
    <a:srgbClr val="005CA3"/>
    <a:srgbClr val="2E538D"/>
    <a:srgbClr val="EDF6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E42BE-21F7-4D17-A842-CF78566FAA32}" v="19" dt="2021-09-09T13:47:28.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84" autoAdjust="0"/>
    <p:restoredTop sz="94712" autoAdjust="0"/>
  </p:normalViewPr>
  <p:slideViewPr>
    <p:cSldViewPr snapToGrid="0" snapToObjects="1">
      <p:cViewPr varScale="1">
        <p:scale>
          <a:sx n="137" d="100"/>
          <a:sy n="137" d="100"/>
        </p:scale>
        <p:origin x="1182" y="11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6" d="100"/>
          <a:sy n="96" d="100"/>
        </p:scale>
        <p:origin x="2784"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notesMaster" Target="notesMasters/notesMaster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microsoft.com/office/2016/11/relationships/changesInfo" Target="changesInfos/changesInfo1.xml"/><Relationship Id="rId20" Type="http://schemas.openxmlformats.org/officeDocument/2006/relationships/slide" Target="slides/slide12.xml"/><Relationship Id="rId41"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 Mattia Alessandro Edoardo Giorgio David" userId="f8954a66-e5ad-4a1c-9536-1d2117047f5f" providerId="ADAL" clId="{A26DA42A-6BA9-4589-B8A8-A3EB08EA5636}"/>
    <pc:docChg chg="undo custSel addSld delSld modSld sldOrd">
      <pc:chgData name="Di Mattia Alessandro Edoardo Giorgio David" userId="f8954a66-e5ad-4a1c-9536-1d2117047f5f" providerId="ADAL" clId="{A26DA42A-6BA9-4589-B8A8-A3EB08EA5636}" dt="2021-07-23T08:14:26.006" v="1995" actId="1076"/>
      <pc:docMkLst>
        <pc:docMk/>
      </pc:docMkLst>
      <pc:sldChg chg="addSp delSp modSp mod">
        <pc:chgData name="Di Mattia Alessandro Edoardo Giorgio David" userId="f8954a66-e5ad-4a1c-9536-1d2117047f5f" providerId="ADAL" clId="{A26DA42A-6BA9-4589-B8A8-A3EB08EA5636}" dt="2021-07-23T08:04:14.666" v="1943" actId="1076"/>
        <pc:sldMkLst>
          <pc:docMk/>
          <pc:sldMk cId="3153607966" sldId="280"/>
        </pc:sldMkLst>
        <pc:spChg chg="mod">
          <ac:chgData name="Di Mattia Alessandro Edoardo Giorgio David" userId="f8954a66-e5ad-4a1c-9536-1d2117047f5f" providerId="ADAL" clId="{A26DA42A-6BA9-4589-B8A8-A3EB08EA5636}" dt="2021-07-23T08:04:11.186" v="1942" actId="1076"/>
          <ac:spMkLst>
            <pc:docMk/>
            <pc:sldMk cId="3153607966" sldId="280"/>
            <ac:spMk id="3" creationId="{B36D34FB-1F7C-40AB-BF82-E481F6CDD12B}"/>
          </ac:spMkLst>
        </pc:spChg>
        <pc:spChg chg="add del mod">
          <ac:chgData name="Di Mattia Alessandro Edoardo Giorgio David" userId="f8954a66-e5ad-4a1c-9536-1d2117047f5f" providerId="ADAL" clId="{A26DA42A-6BA9-4589-B8A8-A3EB08EA5636}" dt="2021-07-23T08:00:07.756" v="1922"/>
          <ac:spMkLst>
            <pc:docMk/>
            <pc:sldMk cId="3153607966" sldId="280"/>
            <ac:spMk id="5" creationId="{B127BE39-BB32-46DC-9E06-1E884D0725C3}"/>
          </ac:spMkLst>
        </pc:spChg>
        <pc:spChg chg="add mod">
          <ac:chgData name="Di Mattia Alessandro Edoardo Giorgio David" userId="f8954a66-e5ad-4a1c-9536-1d2117047f5f" providerId="ADAL" clId="{A26DA42A-6BA9-4589-B8A8-A3EB08EA5636}" dt="2021-07-23T08:04:02.586" v="1940" actId="1076"/>
          <ac:spMkLst>
            <pc:docMk/>
            <pc:sldMk cId="3153607966" sldId="280"/>
            <ac:spMk id="6" creationId="{EAE26B52-8AAF-4FB1-96E8-4F69B1518E69}"/>
          </ac:spMkLst>
        </pc:spChg>
        <pc:spChg chg="mod">
          <ac:chgData name="Di Mattia Alessandro Edoardo Giorgio David" userId="f8954a66-e5ad-4a1c-9536-1d2117047f5f" providerId="ADAL" clId="{A26DA42A-6BA9-4589-B8A8-A3EB08EA5636}" dt="2021-07-23T08:04:05.921" v="1941" actId="1076"/>
          <ac:spMkLst>
            <pc:docMk/>
            <pc:sldMk cId="3153607966" sldId="280"/>
            <ac:spMk id="9" creationId="{F6914B83-9E2E-45A8-9DBF-ABAB0EE37D3E}"/>
          </ac:spMkLst>
        </pc:spChg>
        <pc:picChg chg="mod">
          <ac:chgData name="Di Mattia Alessandro Edoardo Giorgio David" userId="f8954a66-e5ad-4a1c-9536-1d2117047f5f" providerId="ADAL" clId="{A26DA42A-6BA9-4589-B8A8-A3EB08EA5636}" dt="2021-07-23T08:04:14.666" v="1943" actId="1076"/>
          <ac:picMkLst>
            <pc:docMk/>
            <pc:sldMk cId="3153607966" sldId="280"/>
            <ac:picMk id="4" creationId="{27EF24E2-7FCE-4595-9068-53A69F6EEC7B}"/>
          </ac:picMkLst>
        </pc:picChg>
      </pc:sldChg>
      <pc:sldChg chg="modSp mod">
        <pc:chgData name="Di Mattia Alessandro Edoardo Giorgio David" userId="f8954a66-e5ad-4a1c-9536-1d2117047f5f" providerId="ADAL" clId="{A26DA42A-6BA9-4589-B8A8-A3EB08EA5636}" dt="2021-07-21T10:31:45.264" v="619"/>
        <pc:sldMkLst>
          <pc:docMk/>
          <pc:sldMk cId="3008050408" sldId="289"/>
        </pc:sldMkLst>
        <pc:spChg chg="mod">
          <ac:chgData name="Di Mattia Alessandro Edoardo Giorgio David" userId="f8954a66-e5ad-4a1c-9536-1d2117047f5f" providerId="ADAL" clId="{A26DA42A-6BA9-4589-B8A8-A3EB08EA5636}" dt="2021-07-21T10:31:35.084" v="615" actId="21"/>
          <ac:spMkLst>
            <pc:docMk/>
            <pc:sldMk cId="3008050408" sldId="289"/>
            <ac:spMk id="2" creationId="{C382DEBE-E01D-43CB-AA28-73183EABB747}"/>
          </ac:spMkLst>
        </pc:spChg>
        <pc:spChg chg="mod">
          <ac:chgData name="Di Mattia Alessandro Edoardo Giorgio David" userId="f8954a66-e5ad-4a1c-9536-1d2117047f5f" providerId="ADAL" clId="{A26DA42A-6BA9-4589-B8A8-A3EB08EA5636}" dt="2021-07-21T10:31:45.264" v="619"/>
          <ac:spMkLst>
            <pc:docMk/>
            <pc:sldMk cId="3008050408" sldId="289"/>
            <ac:spMk id="3" creationId="{FF5A08EE-80AF-4340-BDD1-E70D5CB996DC}"/>
          </ac:spMkLst>
        </pc:spChg>
      </pc:sldChg>
      <pc:sldChg chg="modSp mod">
        <pc:chgData name="Di Mattia Alessandro Edoardo Giorgio David" userId="f8954a66-e5ad-4a1c-9536-1d2117047f5f" providerId="ADAL" clId="{A26DA42A-6BA9-4589-B8A8-A3EB08EA5636}" dt="2021-07-21T10:32:28.840" v="625"/>
        <pc:sldMkLst>
          <pc:docMk/>
          <pc:sldMk cId="2148027120" sldId="290"/>
        </pc:sldMkLst>
        <pc:spChg chg="mod">
          <ac:chgData name="Di Mattia Alessandro Edoardo Giorgio David" userId="f8954a66-e5ad-4a1c-9536-1d2117047f5f" providerId="ADAL" clId="{A26DA42A-6BA9-4589-B8A8-A3EB08EA5636}" dt="2021-07-21T10:32:28.840" v="625"/>
          <ac:spMkLst>
            <pc:docMk/>
            <pc:sldMk cId="2148027120" sldId="290"/>
            <ac:spMk id="2" creationId="{92C3E231-93C7-47BB-BC40-689F5C042285}"/>
          </ac:spMkLst>
        </pc:spChg>
        <pc:spChg chg="mod">
          <ac:chgData name="Di Mattia Alessandro Edoardo Giorgio David" userId="f8954a66-e5ad-4a1c-9536-1d2117047f5f" providerId="ADAL" clId="{A26DA42A-6BA9-4589-B8A8-A3EB08EA5636}" dt="2021-07-21T10:31:59.238" v="620" actId="21"/>
          <ac:spMkLst>
            <pc:docMk/>
            <pc:sldMk cId="2148027120" sldId="290"/>
            <ac:spMk id="3" creationId="{72679CAF-7B69-45D0-96E0-87249FBE140D}"/>
          </ac:spMkLst>
        </pc:spChg>
      </pc:sldChg>
      <pc:sldChg chg="modSp mod">
        <pc:chgData name="Di Mattia Alessandro Edoardo Giorgio David" userId="f8954a66-e5ad-4a1c-9536-1d2117047f5f" providerId="ADAL" clId="{A26DA42A-6BA9-4589-B8A8-A3EB08EA5636}" dt="2021-07-21T08:44:51.262" v="9" actId="20577"/>
        <pc:sldMkLst>
          <pc:docMk/>
          <pc:sldMk cId="1197235474" sldId="291"/>
        </pc:sldMkLst>
        <pc:spChg chg="mod">
          <ac:chgData name="Di Mattia Alessandro Edoardo Giorgio David" userId="f8954a66-e5ad-4a1c-9536-1d2117047f5f" providerId="ADAL" clId="{A26DA42A-6BA9-4589-B8A8-A3EB08EA5636}" dt="2021-07-21T08:26:06.678" v="1" actId="122"/>
          <ac:spMkLst>
            <pc:docMk/>
            <pc:sldMk cId="1197235474" sldId="291"/>
            <ac:spMk id="2" creationId="{DAFF4795-1829-4125-B19A-494A3CA86854}"/>
          </ac:spMkLst>
        </pc:spChg>
        <pc:spChg chg="mod">
          <ac:chgData name="Di Mattia Alessandro Edoardo Giorgio David" userId="f8954a66-e5ad-4a1c-9536-1d2117047f5f" providerId="ADAL" clId="{A26DA42A-6BA9-4589-B8A8-A3EB08EA5636}" dt="2021-07-21T08:44:51.262" v="9" actId="20577"/>
          <ac:spMkLst>
            <pc:docMk/>
            <pc:sldMk cId="1197235474" sldId="291"/>
            <ac:spMk id="3" creationId="{7230EB8D-FCCF-4A0B-B333-7A87E8A3A048}"/>
          </ac:spMkLst>
        </pc:spChg>
      </pc:sldChg>
      <pc:sldChg chg="modSp new mod">
        <pc:chgData name="Di Mattia Alessandro Edoardo Giorgio David" userId="f8954a66-e5ad-4a1c-9536-1d2117047f5f" providerId="ADAL" clId="{A26DA42A-6BA9-4589-B8A8-A3EB08EA5636}" dt="2021-07-21T09:13:45.356" v="53" actId="255"/>
        <pc:sldMkLst>
          <pc:docMk/>
          <pc:sldMk cId="797190478" sldId="292"/>
        </pc:sldMkLst>
        <pc:spChg chg="mod">
          <ac:chgData name="Di Mattia Alessandro Edoardo Giorgio David" userId="f8954a66-e5ad-4a1c-9536-1d2117047f5f" providerId="ADAL" clId="{A26DA42A-6BA9-4589-B8A8-A3EB08EA5636}" dt="2021-07-21T08:45:54.415" v="12" actId="122"/>
          <ac:spMkLst>
            <pc:docMk/>
            <pc:sldMk cId="797190478" sldId="292"/>
            <ac:spMk id="2" creationId="{46A23CC3-E123-41E0-B69D-3B888F068531}"/>
          </ac:spMkLst>
        </pc:spChg>
        <pc:spChg chg="mod">
          <ac:chgData name="Di Mattia Alessandro Edoardo Giorgio David" userId="f8954a66-e5ad-4a1c-9536-1d2117047f5f" providerId="ADAL" clId="{A26DA42A-6BA9-4589-B8A8-A3EB08EA5636}" dt="2021-07-21T09:13:45.356" v="53" actId="255"/>
          <ac:spMkLst>
            <pc:docMk/>
            <pc:sldMk cId="797190478" sldId="292"/>
            <ac:spMk id="3" creationId="{3E29AB00-849F-4686-8EBB-30B2CF0CB250}"/>
          </ac:spMkLst>
        </pc:spChg>
      </pc:sldChg>
      <pc:sldChg chg="modSp new mod">
        <pc:chgData name="Di Mattia Alessandro Edoardo Giorgio David" userId="f8954a66-e5ad-4a1c-9536-1d2117047f5f" providerId="ADAL" clId="{A26DA42A-6BA9-4589-B8A8-A3EB08EA5636}" dt="2021-07-21T09:13:36.500" v="52" actId="255"/>
        <pc:sldMkLst>
          <pc:docMk/>
          <pc:sldMk cId="3616276181" sldId="293"/>
        </pc:sldMkLst>
        <pc:spChg chg="mod">
          <ac:chgData name="Di Mattia Alessandro Edoardo Giorgio David" userId="f8954a66-e5ad-4a1c-9536-1d2117047f5f" providerId="ADAL" clId="{A26DA42A-6BA9-4589-B8A8-A3EB08EA5636}" dt="2021-07-21T08:46:27.882" v="16" actId="122"/>
          <ac:spMkLst>
            <pc:docMk/>
            <pc:sldMk cId="3616276181" sldId="293"/>
            <ac:spMk id="2" creationId="{A4A830D7-61C1-4DFE-A65F-1727C36C1495}"/>
          </ac:spMkLst>
        </pc:spChg>
        <pc:spChg chg="mod">
          <ac:chgData name="Di Mattia Alessandro Edoardo Giorgio David" userId="f8954a66-e5ad-4a1c-9536-1d2117047f5f" providerId="ADAL" clId="{A26DA42A-6BA9-4589-B8A8-A3EB08EA5636}" dt="2021-07-21T09:13:36.500" v="52" actId="255"/>
          <ac:spMkLst>
            <pc:docMk/>
            <pc:sldMk cId="3616276181" sldId="293"/>
            <ac:spMk id="3" creationId="{532A8393-E309-4748-B4B7-4142722CB061}"/>
          </ac:spMkLst>
        </pc:spChg>
      </pc:sldChg>
      <pc:sldChg chg="addSp modSp new mod">
        <pc:chgData name="Di Mattia Alessandro Edoardo Giorgio David" userId="f8954a66-e5ad-4a1c-9536-1d2117047f5f" providerId="ADAL" clId="{A26DA42A-6BA9-4589-B8A8-A3EB08EA5636}" dt="2021-07-21T08:59:47.698" v="47" actId="20577"/>
        <pc:sldMkLst>
          <pc:docMk/>
          <pc:sldMk cId="651533540" sldId="294"/>
        </pc:sldMkLst>
        <pc:spChg chg="mod">
          <ac:chgData name="Di Mattia Alessandro Edoardo Giorgio David" userId="f8954a66-e5ad-4a1c-9536-1d2117047f5f" providerId="ADAL" clId="{A26DA42A-6BA9-4589-B8A8-A3EB08EA5636}" dt="2021-07-21T08:58:01.915" v="27" actId="20577"/>
          <ac:spMkLst>
            <pc:docMk/>
            <pc:sldMk cId="651533540" sldId="294"/>
            <ac:spMk id="2" creationId="{F12E37F9-4EE5-4560-8217-ADDFCE89AFE4}"/>
          </ac:spMkLst>
        </pc:spChg>
        <pc:spChg chg="mod">
          <ac:chgData name="Di Mattia Alessandro Edoardo Giorgio David" userId="f8954a66-e5ad-4a1c-9536-1d2117047f5f" providerId="ADAL" clId="{A26DA42A-6BA9-4589-B8A8-A3EB08EA5636}" dt="2021-07-21T08:59:47.698" v="47" actId="20577"/>
          <ac:spMkLst>
            <pc:docMk/>
            <pc:sldMk cId="651533540" sldId="294"/>
            <ac:spMk id="3" creationId="{8DC27814-28D0-445E-8345-564D82571754}"/>
          </ac:spMkLst>
        </pc:spChg>
        <pc:picChg chg="add mod">
          <ac:chgData name="Di Mattia Alessandro Edoardo Giorgio David" userId="f8954a66-e5ad-4a1c-9536-1d2117047f5f" providerId="ADAL" clId="{A26DA42A-6BA9-4589-B8A8-A3EB08EA5636}" dt="2021-07-21T08:59:09.810" v="36" actId="1076"/>
          <ac:picMkLst>
            <pc:docMk/>
            <pc:sldMk cId="651533540" sldId="294"/>
            <ac:picMk id="4" creationId="{D562F559-EE0E-4745-9A3C-90B63F8D9F7E}"/>
          </ac:picMkLst>
        </pc:picChg>
      </pc:sldChg>
      <pc:sldChg chg="modSp new mod">
        <pc:chgData name="Di Mattia Alessandro Edoardo Giorgio David" userId="f8954a66-e5ad-4a1c-9536-1d2117047f5f" providerId="ADAL" clId="{A26DA42A-6BA9-4589-B8A8-A3EB08EA5636}" dt="2021-07-21T09:24:42.208" v="58" actId="115"/>
        <pc:sldMkLst>
          <pc:docMk/>
          <pc:sldMk cId="3480535318" sldId="295"/>
        </pc:sldMkLst>
        <pc:spChg chg="mod">
          <ac:chgData name="Di Mattia Alessandro Edoardo Giorgio David" userId="f8954a66-e5ad-4a1c-9536-1d2117047f5f" providerId="ADAL" clId="{A26DA42A-6BA9-4589-B8A8-A3EB08EA5636}" dt="2021-07-21T09:13:16.881" v="51" actId="122"/>
          <ac:spMkLst>
            <pc:docMk/>
            <pc:sldMk cId="3480535318" sldId="295"/>
            <ac:spMk id="2" creationId="{2F098929-4F7B-4773-8EE5-229B2C136BA4}"/>
          </ac:spMkLst>
        </pc:spChg>
        <pc:spChg chg="mod">
          <ac:chgData name="Di Mattia Alessandro Edoardo Giorgio David" userId="f8954a66-e5ad-4a1c-9536-1d2117047f5f" providerId="ADAL" clId="{A26DA42A-6BA9-4589-B8A8-A3EB08EA5636}" dt="2021-07-21T09:24:42.208" v="58" actId="115"/>
          <ac:spMkLst>
            <pc:docMk/>
            <pc:sldMk cId="3480535318" sldId="295"/>
            <ac:spMk id="3" creationId="{17A6DE2A-3610-4DE9-BD9B-ED834154CF46}"/>
          </ac:spMkLst>
        </pc:spChg>
      </pc:sldChg>
      <pc:sldChg chg="modSp new mod">
        <pc:chgData name="Di Mattia Alessandro Edoardo Giorgio David" userId="f8954a66-e5ad-4a1c-9536-1d2117047f5f" providerId="ADAL" clId="{A26DA42A-6BA9-4589-B8A8-A3EB08EA5636}" dt="2021-07-21T09:54:09.894" v="65"/>
        <pc:sldMkLst>
          <pc:docMk/>
          <pc:sldMk cId="81612075" sldId="296"/>
        </pc:sldMkLst>
        <pc:spChg chg="mod">
          <ac:chgData name="Di Mattia Alessandro Edoardo Giorgio David" userId="f8954a66-e5ad-4a1c-9536-1d2117047f5f" providerId="ADAL" clId="{A26DA42A-6BA9-4589-B8A8-A3EB08EA5636}" dt="2021-07-21T09:25:29.311" v="60" actId="122"/>
          <ac:spMkLst>
            <pc:docMk/>
            <pc:sldMk cId="81612075" sldId="296"/>
            <ac:spMk id="2" creationId="{CABCA7AB-7A96-4A16-9F55-8B467D019B79}"/>
          </ac:spMkLst>
        </pc:spChg>
        <pc:spChg chg="mod">
          <ac:chgData name="Di Mattia Alessandro Edoardo Giorgio David" userId="f8954a66-e5ad-4a1c-9536-1d2117047f5f" providerId="ADAL" clId="{A26DA42A-6BA9-4589-B8A8-A3EB08EA5636}" dt="2021-07-21T09:54:09.894" v="65"/>
          <ac:spMkLst>
            <pc:docMk/>
            <pc:sldMk cId="81612075" sldId="296"/>
            <ac:spMk id="3" creationId="{CC90668C-DC4C-4D71-B9FB-8CE5BED07E6B}"/>
          </ac:spMkLst>
        </pc:spChg>
      </pc:sldChg>
      <pc:sldChg chg="modSp new mod ord">
        <pc:chgData name="Di Mattia Alessandro Edoardo Giorgio David" userId="f8954a66-e5ad-4a1c-9536-1d2117047f5f" providerId="ADAL" clId="{A26DA42A-6BA9-4589-B8A8-A3EB08EA5636}" dt="2021-07-21T11:01:47.025" v="1869"/>
        <pc:sldMkLst>
          <pc:docMk/>
          <pc:sldMk cId="1579566878" sldId="297"/>
        </pc:sldMkLst>
        <pc:spChg chg="mod">
          <ac:chgData name="Di Mattia Alessandro Edoardo Giorgio David" userId="f8954a66-e5ad-4a1c-9536-1d2117047f5f" providerId="ADAL" clId="{A26DA42A-6BA9-4589-B8A8-A3EB08EA5636}" dt="2021-07-21T09:55:26.521" v="90" actId="122"/>
          <ac:spMkLst>
            <pc:docMk/>
            <pc:sldMk cId="1579566878" sldId="297"/>
            <ac:spMk id="2" creationId="{AC98517D-F6A0-4743-B0A4-3C690426E81D}"/>
          </ac:spMkLst>
        </pc:spChg>
        <pc:spChg chg="mod">
          <ac:chgData name="Di Mattia Alessandro Edoardo Giorgio David" userId="f8954a66-e5ad-4a1c-9536-1d2117047f5f" providerId="ADAL" clId="{A26DA42A-6BA9-4589-B8A8-A3EB08EA5636}" dt="2021-07-21T10:01:54.843" v="151" actId="20577"/>
          <ac:spMkLst>
            <pc:docMk/>
            <pc:sldMk cId="1579566878" sldId="297"/>
            <ac:spMk id="3" creationId="{BD14444C-04B4-4F70-ACF1-576B97DBA16F}"/>
          </ac:spMkLst>
        </pc:spChg>
      </pc:sldChg>
      <pc:sldChg chg="modSp new mod">
        <pc:chgData name="Di Mattia Alessandro Edoardo Giorgio David" userId="f8954a66-e5ad-4a1c-9536-1d2117047f5f" providerId="ADAL" clId="{A26DA42A-6BA9-4589-B8A8-A3EB08EA5636}" dt="2021-07-21T10:09:54.031" v="243"/>
        <pc:sldMkLst>
          <pc:docMk/>
          <pc:sldMk cId="4076425306" sldId="298"/>
        </pc:sldMkLst>
        <pc:spChg chg="mod">
          <ac:chgData name="Di Mattia Alessandro Edoardo Giorgio David" userId="f8954a66-e5ad-4a1c-9536-1d2117047f5f" providerId="ADAL" clId="{A26DA42A-6BA9-4589-B8A8-A3EB08EA5636}" dt="2021-07-21T10:09:54.031" v="243"/>
          <ac:spMkLst>
            <pc:docMk/>
            <pc:sldMk cId="4076425306" sldId="298"/>
            <ac:spMk id="2" creationId="{4E147369-803D-46D6-97E1-4AD44109675B}"/>
          </ac:spMkLst>
        </pc:spChg>
        <pc:spChg chg="mod">
          <ac:chgData name="Di Mattia Alessandro Edoardo Giorgio David" userId="f8954a66-e5ad-4a1c-9536-1d2117047f5f" providerId="ADAL" clId="{A26DA42A-6BA9-4589-B8A8-A3EB08EA5636}" dt="2021-07-21T10:09:30.568" v="241" actId="207"/>
          <ac:spMkLst>
            <pc:docMk/>
            <pc:sldMk cId="4076425306" sldId="298"/>
            <ac:spMk id="3" creationId="{EFD26365-D2D9-4CA3-B689-219BD29EACE0}"/>
          </ac:spMkLst>
        </pc:spChg>
      </pc:sldChg>
      <pc:sldChg chg="modSp new mod">
        <pc:chgData name="Di Mattia Alessandro Edoardo Giorgio David" userId="f8954a66-e5ad-4a1c-9536-1d2117047f5f" providerId="ADAL" clId="{A26DA42A-6BA9-4589-B8A8-A3EB08EA5636}" dt="2021-07-21T10:17:29.202" v="251" actId="27636"/>
        <pc:sldMkLst>
          <pc:docMk/>
          <pc:sldMk cId="3324279392" sldId="299"/>
        </pc:sldMkLst>
        <pc:spChg chg="mod">
          <ac:chgData name="Di Mattia Alessandro Edoardo Giorgio David" userId="f8954a66-e5ad-4a1c-9536-1d2117047f5f" providerId="ADAL" clId="{A26DA42A-6BA9-4589-B8A8-A3EB08EA5636}" dt="2021-07-21T10:16:50.978" v="247" actId="122"/>
          <ac:spMkLst>
            <pc:docMk/>
            <pc:sldMk cId="3324279392" sldId="299"/>
            <ac:spMk id="2" creationId="{52B38CF5-95B0-4D5D-A65E-745077891175}"/>
          </ac:spMkLst>
        </pc:spChg>
        <pc:spChg chg="mod">
          <ac:chgData name="Di Mattia Alessandro Edoardo Giorgio David" userId="f8954a66-e5ad-4a1c-9536-1d2117047f5f" providerId="ADAL" clId="{A26DA42A-6BA9-4589-B8A8-A3EB08EA5636}" dt="2021-07-21T10:17:29.202" v="251" actId="27636"/>
          <ac:spMkLst>
            <pc:docMk/>
            <pc:sldMk cId="3324279392" sldId="299"/>
            <ac:spMk id="3" creationId="{95F54D2A-0C60-41E7-8D71-6AC380819A26}"/>
          </ac:spMkLst>
        </pc:spChg>
      </pc:sldChg>
      <pc:sldChg chg="modSp new mod">
        <pc:chgData name="Di Mattia Alessandro Edoardo Giorgio David" userId="f8954a66-e5ad-4a1c-9536-1d2117047f5f" providerId="ADAL" clId="{A26DA42A-6BA9-4589-B8A8-A3EB08EA5636}" dt="2021-07-21T10:20:12.995" v="273" actId="12"/>
        <pc:sldMkLst>
          <pc:docMk/>
          <pc:sldMk cId="225687662" sldId="300"/>
        </pc:sldMkLst>
        <pc:spChg chg="mod">
          <ac:chgData name="Di Mattia Alessandro Edoardo Giorgio David" userId="f8954a66-e5ad-4a1c-9536-1d2117047f5f" providerId="ADAL" clId="{A26DA42A-6BA9-4589-B8A8-A3EB08EA5636}" dt="2021-07-21T10:18:05.733" v="254" actId="122"/>
          <ac:spMkLst>
            <pc:docMk/>
            <pc:sldMk cId="225687662" sldId="300"/>
            <ac:spMk id="2" creationId="{B79755BF-51CC-4E95-9269-1CA31C1F0E05}"/>
          </ac:spMkLst>
        </pc:spChg>
        <pc:spChg chg="mod">
          <ac:chgData name="Di Mattia Alessandro Edoardo Giorgio David" userId="f8954a66-e5ad-4a1c-9536-1d2117047f5f" providerId="ADAL" clId="{A26DA42A-6BA9-4589-B8A8-A3EB08EA5636}" dt="2021-07-21T10:20:12.995" v="273" actId="12"/>
          <ac:spMkLst>
            <pc:docMk/>
            <pc:sldMk cId="225687662" sldId="300"/>
            <ac:spMk id="3" creationId="{97CB8A60-5C60-4659-BCE2-C4533971E4C8}"/>
          </ac:spMkLst>
        </pc:spChg>
      </pc:sldChg>
      <pc:sldChg chg="modSp new mod">
        <pc:chgData name="Di Mattia Alessandro Edoardo Giorgio David" userId="f8954a66-e5ad-4a1c-9536-1d2117047f5f" providerId="ADAL" clId="{A26DA42A-6BA9-4589-B8A8-A3EB08EA5636}" dt="2021-07-21T10:20:03.643" v="272"/>
        <pc:sldMkLst>
          <pc:docMk/>
          <pc:sldMk cId="744850061" sldId="301"/>
        </pc:sldMkLst>
        <pc:spChg chg="mod">
          <ac:chgData name="Di Mattia Alessandro Edoardo Giorgio David" userId="f8954a66-e5ad-4a1c-9536-1d2117047f5f" providerId="ADAL" clId="{A26DA42A-6BA9-4589-B8A8-A3EB08EA5636}" dt="2021-07-21T10:19:53.553" v="271" actId="122"/>
          <ac:spMkLst>
            <pc:docMk/>
            <pc:sldMk cId="744850061" sldId="301"/>
            <ac:spMk id="2" creationId="{F6B80902-39F9-4ECE-8D55-9B80147AA5FF}"/>
          </ac:spMkLst>
        </pc:spChg>
        <pc:spChg chg="mod">
          <ac:chgData name="Di Mattia Alessandro Edoardo Giorgio David" userId="f8954a66-e5ad-4a1c-9536-1d2117047f5f" providerId="ADAL" clId="{A26DA42A-6BA9-4589-B8A8-A3EB08EA5636}" dt="2021-07-21T10:20:03.643" v="272"/>
          <ac:spMkLst>
            <pc:docMk/>
            <pc:sldMk cId="744850061" sldId="301"/>
            <ac:spMk id="3" creationId="{7BDB49B7-D2A6-41C0-8D4C-19DADABD99D7}"/>
          </ac:spMkLst>
        </pc:spChg>
      </pc:sldChg>
      <pc:sldChg chg="modSp new mod">
        <pc:chgData name="Di Mattia Alessandro Edoardo Giorgio David" userId="f8954a66-e5ad-4a1c-9536-1d2117047f5f" providerId="ADAL" clId="{A26DA42A-6BA9-4589-B8A8-A3EB08EA5636}" dt="2021-07-23T07:16:53.497" v="1873" actId="20577"/>
        <pc:sldMkLst>
          <pc:docMk/>
          <pc:sldMk cId="481165966" sldId="302"/>
        </pc:sldMkLst>
        <pc:spChg chg="mod">
          <ac:chgData name="Di Mattia Alessandro Edoardo Giorgio David" userId="f8954a66-e5ad-4a1c-9536-1d2117047f5f" providerId="ADAL" clId="{A26DA42A-6BA9-4589-B8A8-A3EB08EA5636}" dt="2021-07-21T10:20:59.313" v="276" actId="122"/>
          <ac:spMkLst>
            <pc:docMk/>
            <pc:sldMk cId="481165966" sldId="302"/>
            <ac:spMk id="2" creationId="{7BF3F928-B784-4EF6-912B-9A542F71A63F}"/>
          </ac:spMkLst>
        </pc:spChg>
        <pc:spChg chg="mod">
          <ac:chgData name="Di Mattia Alessandro Edoardo Giorgio David" userId="f8954a66-e5ad-4a1c-9536-1d2117047f5f" providerId="ADAL" clId="{A26DA42A-6BA9-4589-B8A8-A3EB08EA5636}" dt="2021-07-23T07:16:53.497" v="1873" actId="20577"/>
          <ac:spMkLst>
            <pc:docMk/>
            <pc:sldMk cId="481165966" sldId="302"/>
            <ac:spMk id="3" creationId="{46115679-DA23-4F01-99F7-E5D91FC0E01F}"/>
          </ac:spMkLst>
        </pc:spChg>
      </pc:sldChg>
      <pc:sldChg chg="modSp new mod">
        <pc:chgData name="Di Mattia Alessandro Edoardo Giorgio David" userId="f8954a66-e5ad-4a1c-9536-1d2117047f5f" providerId="ADAL" clId="{A26DA42A-6BA9-4589-B8A8-A3EB08EA5636}" dt="2021-07-21T10:21:43.255" v="282" actId="255"/>
        <pc:sldMkLst>
          <pc:docMk/>
          <pc:sldMk cId="1155579859" sldId="303"/>
        </pc:sldMkLst>
        <pc:spChg chg="mod">
          <ac:chgData name="Di Mattia Alessandro Edoardo Giorgio David" userId="f8954a66-e5ad-4a1c-9536-1d2117047f5f" providerId="ADAL" clId="{A26DA42A-6BA9-4589-B8A8-A3EB08EA5636}" dt="2021-07-21T10:21:26.932" v="280" actId="122"/>
          <ac:spMkLst>
            <pc:docMk/>
            <pc:sldMk cId="1155579859" sldId="303"/>
            <ac:spMk id="2" creationId="{6C68ABED-9A30-4948-8C8B-FC4C731070C2}"/>
          </ac:spMkLst>
        </pc:spChg>
        <pc:spChg chg="mod">
          <ac:chgData name="Di Mattia Alessandro Edoardo Giorgio David" userId="f8954a66-e5ad-4a1c-9536-1d2117047f5f" providerId="ADAL" clId="{A26DA42A-6BA9-4589-B8A8-A3EB08EA5636}" dt="2021-07-21T10:21:43.255" v="282" actId="255"/>
          <ac:spMkLst>
            <pc:docMk/>
            <pc:sldMk cId="1155579859" sldId="303"/>
            <ac:spMk id="3" creationId="{9826C287-C45E-40F6-AAE7-951DF240949D}"/>
          </ac:spMkLst>
        </pc:spChg>
      </pc:sldChg>
      <pc:sldChg chg="modSp new mod">
        <pc:chgData name="Di Mattia Alessandro Edoardo Giorgio David" userId="f8954a66-e5ad-4a1c-9536-1d2117047f5f" providerId="ADAL" clId="{A26DA42A-6BA9-4589-B8A8-A3EB08EA5636}" dt="2021-07-21T10:33:10.311" v="626" actId="255"/>
        <pc:sldMkLst>
          <pc:docMk/>
          <pc:sldMk cId="2884062032" sldId="304"/>
        </pc:sldMkLst>
        <pc:spChg chg="mod">
          <ac:chgData name="Di Mattia Alessandro Edoardo Giorgio David" userId="f8954a66-e5ad-4a1c-9536-1d2117047f5f" providerId="ADAL" clId="{A26DA42A-6BA9-4589-B8A8-A3EB08EA5636}" dt="2021-07-21T10:23:10.643" v="289" actId="20577"/>
          <ac:spMkLst>
            <pc:docMk/>
            <pc:sldMk cId="2884062032" sldId="304"/>
            <ac:spMk id="2" creationId="{9CE0169D-67F0-4524-9185-FAD222AA98DE}"/>
          </ac:spMkLst>
        </pc:spChg>
        <pc:spChg chg="mod">
          <ac:chgData name="Di Mattia Alessandro Edoardo Giorgio David" userId="f8954a66-e5ad-4a1c-9536-1d2117047f5f" providerId="ADAL" clId="{A26DA42A-6BA9-4589-B8A8-A3EB08EA5636}" dt="2021-07-21T10:33:10.311" v="626" actId="255"/>
          <ac:spMkLst>
            <pc:docMk/>
            <pc:sldMk cId="2884062032" sldId="304"/>
            <ac:spMk id="3" creationId="{28A38B16-658D-4F9D-8D10-581928A447F4}"/>
          </ac:spMkLst>
        </pc:spChg>
      </pc:sldChg>
      <pc:sldChg chg="modSp new mod">
        <pc:chgData name="Di Mattia Alessandro Edoardo Giorgio David" userId="f8954a66-e5ad-4a1c-9536-1d2117047f5f" providerId="ADAL" clId="{A26DA42A-6BA9-4589-B8A8-A3EB08EA5636}" dt="2021-07-21T10:59:54.306" v="1827" actId="20577"/>
        <pc:sldMkLst>
          <pc:docMk/>
          <pc:sldMk cId="1501240204" sldId="305"/>
        </pc:sldMkLst>
        <pc:spChg chg="mod">
          <ac:chgData name="Di Mattia Alessandro Edoardo Giorgio David" userId="f8954a66-e5ad-4a1c-9536-1d2117047f5f" providerId="ADAL" clId="{A26DA42A-6BA9-4589-B8A8-A3EB08EA5636}" dt="2021-07-21T10:33:28.588" v="647" actId="122"/>
          <ac:spMkLst>
            <pc:docMk/>
            <pc:sldMk cId="1501240204" sldId="305"/>
            <ac:spMk id="2" creationId="{BDCCA8DD-BF90-4160-BFF7-7C63B553DA3A}"/>
          </ac:spMkLst>
        </pc:spChg>
        <pc:spChg chg="mod">
          <ac:chgData name="Di Mattia Alessandro Edoardo Giorgio David" userId="f8954a66-e5ad-4a1c-9536-1d2117047f5f" providerId="ADAL" clId="{A26DA42A-6BA9-4589-B8A8-A3EB08EA5636}" dt="2021-07-21T10:59:54.306" v="1827" actId="20577"/>
          <ac:spMkLst>
            <pc:docMk/>
            <pc:sldMk cId="1501240204" sldId="305"/>
            <ac:spMk id="3" creationId="{84B3DB84-DD07-4659-84A3-6EC8E2114711}"/>
          </ac:spMkLst>
        </pc:spChg>
      </pc:sldChg>
      <pc:sldChg chg="new del">
        <pc:chgData name="Di Mattia Alessandro Edoardo Giorgio David" userId="f8954a66-e5ad-4a1c-9536-1d2117047f5f" providerId="ADAL" clId="{A26DA42A-6BA9-4589-B8A8-A3EB08EA5636}" dt="2021-07-21T10:51:42.575" v="1371" actId="2696"/>
        <pc:sldMkLst>
          <pc:docMk/>
          <pc:sldMk cId="1712021500" sldId="306"/>
        </pc:sldMkLst>
      </pc:sldChg>
      <pc:sldChg chg="modSp add mod">
        <pc:chgData name="Di Mattia Alessandro Edoardo Giorgio David" userId="f8954a66-e5ad-4a1c-9536-1d2117047f5f" providerId="ADAL" clId="{A26DA42A-6BA9-4589-B8A8-A3EB08EA5636}" dt="2021-07-21T11:00:34.174" v="1849" actId="20577"/>
        <pc:sldMkLst>
          <pc:docMk/>
          <pc:sldMk cId="3935194249" sldId="307"/>
        </pc:sldMkLst>
        <pc:spChg chg="mod">
          <ac:chgData name="Di Mattia Alessandro Edoardo Giorgio David" userId="f8954a66-e5ad-4a1c-9536-1d2117047f5f" providerId="ADAL" clId="{A26DA42A-6BA9-4589-B8A8-A3EB08EA5636}" dt="2021-07-21T10:51:52.728" v="1380" actId="20577"/>
          <ac:spMkLst>
            <pc:docMk/>
            <pc:sldMk cId="3935194249" sldId="307"/>
            <ac:spMk id="2" creationId="{BDCCA8DD-BF90-4160-BFF7-7C63B553DA3A}"/>
          </ac:spMkLst>
        </pc:spChg>
        <pc:spChg chg="mod">
          <ac:chgData name="Di Mattia Alessandro Edoardo Giorgio David" userId="f8954a66-e5ad-4a1c-9536-1d2117047f5f" providerId="ADAL" clId="{A26DA42A-6BA9-4589-B8A8-A3EB08EA5636}" dt="2021-07-21T11:00:34.174" v="1849" actId="20577"/>
          <ac:spMkLst>
            <pc:docMk/>
            <pc:sldMk cId="3935194249" sldId="307"/>
            <ac:spMk id="3" creationId="{84B3DB84-DD07-4659-84A3-6EC8E2114711}"/>
          </ac:spMkLst>
        </pc:spChg>
      </pc:sldChg>
      <pc:sldChg chg="modSp add mod ord">
        <pc:chgData name="Di Mattia Alessandro Edoardo Giorgio David" userId="f8954a66-e5ad-4a1c-9536-1d2117047f5f" providerId="ADAL" clId="{A26DA42A-6BA9-4589-B8A8-A3EB08EA5636}" dt="2021-07-23T07:22:02.937" v="1884" actId="20577"/>
        <pc:sldMkLst>
          <pc:docMk/>
          <pc:sldMk cId="3337750865" sldId="308"/>
        </pc:sldMkLst>
        <pc:spChg chg="mod">
          <ac:chgData name="Di Mattia Alessandro Edoardo Giorgio David" userId="f8954a66-e5ad-4a1c-9536-1d2117047f5f" providerId="ADAL" clId="{A26DA42A-6BA9-4589-B8A8-A3EB08EA5636}" dt="2021-07-21T11:01:40.482" v="1867"/>
          <ac:spMkLst>
            <pc:docMk/>
            <pc:sldMk cId="3337750865" sldId="308"/>
            <ac:spMk id="2" creationId="{4E147369-803D-46D6-97E1-4AD44109675B}"/>
          </ac:spMkLst>
        </pc:spChg>
        <pc:spChg chg="mod">
          <ac:chgData name="Di Mattia Alessandro Edoardo Giorgio David" userId="f8954a66-e5ad-4a1c-9536-1d2117047f5f" providerId="ADAL" clId="{A26DA42A-6BA9-4589-B8A8-A3EB08EA5636}" dt="2021-07-23T07:22:02.937" v="1884" actId="20577"/>
          <ac:spMkLst>
            <pc:docMk/>
            <pc:sldMk cId="3337750865" sldId="308"/>
            <ac:spMk id="3" creationId="{EFD26365-D2D9-4CA3-B689-219BD29EACE0}"/>
          </ac:spMkLst>
        </pc:spChg>
      </pc:sldChg>
      <pc:sldChg chg="addSp delSp modSp new mod ord">
        <pc:chgData name="Di Mattia Alessandro Edoardo Giorgio David" userId="f8954a66-e5ad-4a1c-9536-1d2117047f5f" providerId="ADAL" clId="{A26DA42A-6BA9-4589-B8A8-A3EB08EA5636}" dt="2021-07-23T07:24:29.563" v="1914" actId="478"/>
        <pc:sldMkLst>
          <pc:docMk/>
          <pc:sldMk cId="2901887797" sldId="309"/>
        </pc:sldMkLst>
        <pc:spChg chg="mod">
          <ac:chgData name="Di Mattia Alessandro Edoardo Giorgio David" userId="f8954a66-e5ad-4a1c-9536-1d2117047f5f" providerId="ADAL" clId="{A26DA42A-6BA9-4589-B8A8-A3EB08EA5636}" dt="2021-07-23T07:19:28.023" v="1878" actId="122"/>
          <ac:spMkLst>
            <pc:docMk/>
            <pc:sldMk cId="2901887797" sldId="309"/>
            <ac:spMk id="2" creationId="{AD12CD33-1634-4318-B6A9-1B4A74523B71}"/>
          </ac:spMkLst>
        </pc:spChg>
        <pc:spChg chg="mod">
          <ac:chgData name="Di Mattia Alessandro Edoardo Giorgio David" userId="f8954a66-e5ad-4a1c-9536-1d2117047f5f" providerId="ADAL" clId="{A26DA42A-6BA9-4589-B8A8-A3EB08EA5636}" dt="2021-07-23T07:23:37.617" v="1906" actId="20577"/>
          <ac:spMkLst>
            <pc:docMk/>
            <pc:sldMk cId="2901887797" sldId="309"/>
            <ac:spMk id="3" creationId="{27182EDD-4107-4213-BC06-386C8182761A}"/>
          </ac:spMkLst>
        </pc:spChg>
        <pc:picChg chg="add del mod">
          <ac:chgData name="Di Mattia Alessandro Edoardo Giorgio David" userId="f8954a66-e5ad-4a1c-9536-1d2117047f5f" providerId="ADAL" clId="{A26DA42A-6BA9-4589-B8A8-A3EB08EA5636}" dt="2021-07-23T07:23:48.249" v="1910"/>
          <ac:picMkLst>
            <pc:docMk/>
            <pc:sldMk cId="2901887797" sldId="309"/>
            <ac:picMk id="4" creationId="{D91C8555-36C6-48C0-B723-20493C295707}"/>
          </ac:picMkLst>
        </pc:picChg>
        <pc:picChg chg="add del mod">
          <ac:chgData name="Di Mattia Alessandro Edoardo Giorgio David" userId="f8954a66-e5ad-4a1c-9536-1d2117047f5f" providerId="ADAL" clId="{A26DA42A-6BA9-4589-B8A8-A3EB08EA5636}" dt="2021-07-23T07:24:29.563" v="1914" actId="478"/>
          <ac:picMkLst>
            <pc:docMk/>
            <pc:sldMk cId="2901887797" sldId="309"/>
            <ac:picMk id="5" creationId="{12AE6321-CA88-4B5F-8214-FAE8D31189D6}"/>
          </ac:picMkLst>
        </pc:picChg>
      </pc:sldChg>
      <pc:sldChg chg="addSp delSp modSp new mod modClrScheme chgLayout">
        <pc:chgData name="Di Mattia Alessandro Edoardo Giorgio David" userId="f8954a66-e5ad-4a1c-9536-1d2117047f5f" providerId="ADAL" clId="{A26DA42A-6BA9-4589-B8A8-A3EB08EA5636}" dt="2021-07-23T08:14:26.006" v="1995" actId="1076"/>
        <pc:sldMkLst>
          <pc:docMk/>
          <pc:sldMk cId="2181610595" sldId="310"/>
        </pc:sldMkLst>
        <pc:spChg chg="del mod ord">
          <ac:chgData name="Di Mattia Alessandro Edoardo Giorgio David" userId="f8954a66-e5ad-4a1c-9536-1d2117047f5f" providerId="ADAL" clId="{A26DA42A-6BA9-4589-B8A8-A3EB08EA5636}" dt="2021-07-23T08:05:06.189" v="1945" actId="700"/>
          <ac:spMkLst>
            <pc:docMk/>
            <pc:sldMk cId="2181610595" sldId="310"/>
            <ac:spMk id="2" creationId="{BA9E4D02-CF2C-425F-93BC-4E9E8CE1CC82}"/>
          </ac:spMkLst>
        </pc:spChg>
        <pc:spChg chg="del mod ord">
          <ac:chgData name="Di Mattia Alessandro Edoardo Giorgio David" userId="f8954a66-e5ad-4a1c-9536-1d2117047f5f" providerId="ADAL" clId="{A26DA42A-6BA9-4589-B8A8-A3EB08EA5636}" dt="2021-07-23T08:05:06.189" v="1945" actId="700"/>
          <ac:spMkLst>
            <pc:docMk/>
            <pc:sldMk cId="2181610595" sldId="310"/>
            <ac:spMk id="3" creationId="{8D6477F7-EAFD-40C6-8BD3-4AB30B5B9934}"/>
          </ac:spMkLst>
        </pc:spChg>
        <pc:spChg chg="add mod ord">
          <ac:chgData name="Di Mattia Alessandro Edoardo Giorgio David" userId="f8954a66-e5ad-4a1c-9536-1d2117047f5f" providerId="ADAL" clId="{A26DA42A-6BA9-4589-B8A8-A3EB08EA5636}" dt="2021-07-23T08:11:54.527" v="1989" actId="1076"/>
          <ac:spMkLst>
            <pc:docMk/>
            <pc:sldMk cId="2181610595" sldId="310"/>
            <ac:spMk id="4" creationId="{72533DF2-08E8-4D44-AB7D-901A9FD07112}"/>
          </ac:spMkLst>
        </pc:spChg>
        <pc:spChg chg="add del mod ord">
          <ac:chgData name="Di Mattia Alessandro Edoardo Giorgio David" userId="f8954a66-e5ad-4a1c-9536-1d2117047f5f" providerId="ADAL" clId="{A26DA42A-6BA9-4589-B8A8-A3EB08EA5636}" dt="2021-07-23T08:05:51.548" v="1976" actId="478"/>
          <ac:spMkLst>
            <pc:docMk/>
            <pc:sldMk cId="2181610595" sldId="310"/>
            <ac:spMk id="5" creationId="{38268952-2005-4A37-85A8-153B4E824B07}"/>
          </ac:spMkLst>
        </pc:spChg>
        <pc:picChg chg="add del mod">
          <ac:chgData name="Di Mattia Alessandro Edoardo Giorgio David" userId="f8954a66-e5ad-4a1c-9536-1d2117047f5f" providerId="ADAL" clId="{A26DA42A-6BA9-4589-B8A8-A3EB08EA5636}" dt="2021-07-23T08:08:58.089" v="1982" actId="478"/>
          <ac:picMkLst>
            <pc:docMk/>
            <pc:sldMk cId="2181610595" sldId="310"/>
            <ac:picMk id="6" creationId="{77A0806C-6BF4-4011-A701-3D0C846D2699}"/>
          </ac:picMkLst>
        </pc:picChg>
        <pc:picChg chg="add del mod">
          <ac:chgData name="Di Mattia Alessandro Edoardo Giorgio David" userId="f8954a66-e5ad-4a1c-9536-1d2117047f5f" providerId="ADAL" clId="{A26DA42A-6BA9-4589-B8A8-A3EB08EA5636}" dt="2021-07-23T08:14:13.380" v="1990" actId="478"/>
          <ac:picMkLst>
            <pc:docMk/>
            <pc:sldMk cId="2181610595" sldId="310"/>
            <ac:picMk id="8" creationId="{DCB8FA13-C5DB-4BA3-AB3D-7F51CD6E1B17}"/>
          </ac:picMkLst>
        </pc:picChg>
        <pc:picChg chg="add mod">
          <ac:chgData name="Di Mattia Alessandro Edoardo Giorgio David" userId="f8954a66-e5ad-4a1c-9536-1d2117047f5f" providerId="ADAL" clId="{A26DA42A-6BA9-4589-B8A8-A3EB08EA5636}" dt="2021-07-23T08:14:26.006" v="1995" actId="1076"/>
          <ac:picMkLst>
            <pc:docMk/>
            <pc:sldMk cId="2181610595" sldId="310"/>
            <ac:picMk id="10" creationId="{E4DCB76D-327C-40F1-9DB7-9A1F9D8D6697}"/>
          </ac:picMkLst>
        </pc:picChg>
      </pc:sldChg>
    </pc:docChg>
  </pc:docChgLst>
  <pc:docChgLst>
    <pc:chgData name="Di Mattia Alessandro" userId="f8954a66-e5ad-4a1c-9536-1d2117047f5f" providerId="ADAL" clId="{86F14DC2-1FA3-499F-B4FC-410DFDD34924}"/>
    <pc:docChg chg="undo custSel addSld delSld modSld addSection delSection">
      <pc:chgData name="Di Mattia Alessandro" userId="f8954a66-e5ad-4a1c-9536-1d2117047f5f" providerId="ADAL" clId="{86F14DC2-1FA3-499F-B4FC-410DFDD34924}" dt="2021-07-15T16:47:28.094" v="337" actId="680"/>
      <pc:docMkLst>
        <pc:docMk/>
      </pc:docMkLst>
      <pc:sldChg chg="del">
        <pc:chgData name="Di Mattia Alessandro" userId="f8954a66-e5ad-4a1c-9536-1d2117047f5f" providerId="ADAL" clId="{86F14DC2-1FA3-499F-B4FC-410DFDD34924}" dt="2021-07-15T16:17:25.833" v="3" actId="2696"/>
        <pc:sldMkLst>
          <pc:docMk/>
          <pc:sldMk cId="2276071430" sldId="283"/>
        </pc:sldMkLst>
      </pc:sldChg>
      <pc:sldChg chg="del">
        <pc:chgData name="Di Mattia Alessandro" userId="f8954a66-e5ad-4a1c-9536-1d2117047f5f" providerId="ADAL" clId="{86F14DC2-1FA3-499F-B4FC-410DFDD34924}" dt="2021-07-15T16:17:28.648" v="4" actId="2696"/>
        <pc:sldMkLst>
          <pc:docMk/>
          <pc:sldMk cId="3976641300" sldId="284"/>
        </pc:sldMkLst>
      </pc:sldChg>
      <pc:sldChg chg="del">
        <pc:chgData name="Di Mattia Alessandro" userId="f8954a66-e5ad-4a1c-9536-1d2117047f5f" providerId="ADAL" clId="{86F14DC2-1FA3-499F-B4FC-410DFDD34924}" dt="2021-07-15T16:17:30.843" v="5" actId="2696"/>
        <pc:sldMkLst>
          <pc:docMk/>
          <pc:sldMk cId="2950629919" sldId="285"/>
        </pc:sldMkLst>
      </pc:sldChg>
      <pc:sldChg chg="del">
        <pc:chgData name="Di Mattia Alessandro" userId="f8954a66-e5ad-4a1c-9536-1d2117047f5f" providerId="ADAL" clId="{86F14DC2-1FA3-499F-B4FC-410DFDD34924}" dt="2021-07-15T16:17:33.129" v="6" actId="2696"/>
        <pc:sldMkLst>
          <pc:docMk/>
          <pc:sldMk cId="1025023833" sldId="286"/>
        </pc:sldMkLst>
      </pc:sldChg>
      <pc:sldChg chg="addSp delSp modSp mod modClrScheme chgLayout">
        <pc:chgData name="Di Mattia Alessandro" userId="f8954a66-e5ad-4a1c-9536-1d2117047f5f" providerId="ADAL" clId="{86F14DC2-1FA3-499F-B4FC-410DFDD34924}" dt="2021-07-15T16:35:58.064" v="210" actId="20577"/>
        <pc:sldMkLst>
          <pc:docMk/>
          <pc:sldMk cId="3811786796" sldId="287"/>
        </pc:sldMkLst>
        <pc:spChg chg="mod ord">
          <ac:chgData name="Di Mattia Alessandro" userId="f8954a66-e5ad-4a1c-9536-1d2117047f5f" providerId="ADAL" clId="{86F14DC2-1FA3-499F-B4FC-410DFDD34924}" dt="2021-07-15T16:31:54.648" v="59" actId="20577"/>
          <ac:spMkLst>
            <pc:docMk/>
            <pc:sldMk cId="3811786796" sldId="287"/>
            <ac:spMk id="2" creationId="{AEB6F503-2C37-4C92-86D2-53030DBE3093}"/>
          </ac:spMkLst>
        </pc:spChg>
        <pc:spChg chg="del mod">
          <ac:chgData name="Di Mattia Alessandro" userId="f8954a66-e5ad-4a1c-9536-1d2117047f5f" providerId="ADAL" clId="{86F14DC2-1FA3-499F-B4FC-410DFDD34924}" dt="2021-07-15T16:19:22.571" v="13" actId="478"/>
          <ac:spMkLst>
            <pc:docMk/>
            <pc:sldMk cId="3811786796" sldId="287"/>
            <ac:spMk id="3" creationId="{2EF6B487-FD58-4789-9E64-4923D081D79C}"/>
          </ac:spMkLst>
        </pc:spChg>
        <pc:spChg chg="del mod">
          <ac:chgData name="Di Mattia Alessandro" userId="f8954a66-e5ad-4a1c-9536-1d2117047f5f" providerId="ADAL" clId="{86F14DC2-1FA3-499F-B4FC-410DFDD34924}" dt="2021-07-15T16:19:13.648" v="11" actId="478"/>
          <ac:spMkLst>
            <pc:docMk/>
            <pc:sldMk cId="3811786796" sldId="287"/>
            <ac:spMk id="4" creationId="{84D557E9-2851-402F-BB81-C26717329361}"/>
          </ac:spMkLst>
        </pc:spChg>
        <pc:spChg chg="add del mod ord">
          <ac:chgData name="Di Mattia Alessandro" userId="f8954a66-e5ad-4a1c-9536-1d2117047f5f" providerId="ADAL" clId="{86F14DC2-1FA3-499F-B4FC-410DFDD34924}" dt="2021-07-15T16:20:10.333" v="18" actId="700"/>
          <ac:spMkLst>
            <pc:docMk/>
            <pc:sldMk cId="3811786796" sldId="287"/>
            <ac:spMk id="5" creationId="{0EE876E4-E257-4581-9EA4-7EDB20B27D41}"/>
          </ac:spMkLst>
        </pc:spChg>
        <pc:spChg chg="add mod ord">
          <ac:chgData name="Di Mattia Alessandro" userId="f8954a66-e5ad-4a1c-9536-1d2117047f5f" providerId="ADAL" clId="{86F14DC2-1FA3-499F-B4FC-410DFDD34924}" dt="2021-07-15T16:35:58.064" v="210" actId="20577"/>
          <ac:spMkLst>
            <pc:docMk/>
            <pc:sldMk cId="3811786796" sldId="287"/>
            <ac:spMk id="6" creationId="{0B234584-33FB-4E0D-9B75-EE8C49AD3D2A}"/>
          </ac:spMkLst>
        </pc:spChg>
      </pc:sldChg>
      <pc:sldChg chg="addSp delSp modSp new mod modClrScheme chgLayout">
        <pc:chgData name="Di Mattia Alessandro" userId="f8954a66-e5ad-4a1c-9536-1d2117047f5f" providerId="ADAL" clId="{86F14DC2-1FA3-499F-B4FC-410DFDD34924}" dt="2021-07-15T16:36:58.220" v="213" actId="790"/>
        <pc:sldMkLst>
          <pc:docMk/>
          <pc:sldMk cId="4033141604" sldId="288"/>
        </pc:sldMkLst>
        <pc:spChg chg="add del mod ord">
          <ac:chgData name="Di Mattia Alessandro" userId="f8954a66-e5ad-4a1c-9536-1d2117047f5f" providerId="ADAL" clId="{86F14DC2-1FA3-499F-B4FC-410DFDD34924}" dt="2021-07-15T16:31:26.268" v="37" actId="700"/>
          <ac:spMkLst>
            <pc:docMk/>
            <pc:sldMk cId="4033141604" sldId="288"/>
            <ac:spMk id="2" creationId="{69327A27-5E58-4197-94AF-C8C7813D7820}"/>
          </ac:spMkLst>
        </pc:spChg>
        <pc:spChg chg="del">
          <ac:chgData name="Di Mattia Alessandro" userId="f8954a66-e5ad-4a1c-9536-1d2117047f5f" providerId="ADAL" clId="{86F14DC2-1FA3-499F-B4FC-410DFDD34924}" dt="2021-07-15T16:31:21.216" v="36" actId="478"/>
          <ac:spMkLst>
            <pc:docMk/>
            <pc:sldMk cId="4033141604" sldId="288"/>
            <ac:spMk id="3" creationId="{B8D1394B-5FE9-411C-A60D-67249568E0E0}"/>
          </ac:spMkLst>
        </pc:spChg>
        <pc:spChg chg="del">
          <ac:chgData name="Di Mattia Alessandro" userId="f8954a66-e5ad-4a1c-9536-1d2117047f5f" providerId="ADAL" clId="{86F14DC2-1FA3-499F-B4FC-410DFDD34924}" dt="2021-07-15T16:31:17.817" v="35" actId="478"/>
          <ac:spMkLst>
            <pc:docMk/>
            <pc:sldMk cId="4033141604" sldId="288"/>
            <ac:spMk id="4" creationId="{17723481-214C-498F-BD31-A85638DD5678}"/>
          </ac:spMkLst>
        </pc:spChg>
        <pc:spChg chg="add del mod ord">
          <ac:chgData name="Di Mattia Alessandro" userId="f8954a66-e5ad-4a1c-9536-1d2117047f5f" providerId="ADAL" clId="{86F14DC2-1FA3-499F-B4FC-410DFDD34924}" dt="2021-07-15T16:36:12.367" v="211" actId="790"/>
          <ac:spMkLst>
            <pc:docMk/>
            <pc:sldMk cId="4033141604" sldId="288"/>
            <ac:spMk id="5" creationId="{74DA51BF-4CF8-45A7-9DD3-1566205001C3}"/>
          </ac:spMkLst>
        </pc:spChg>
        <pc:spChg chg="add mod ord">
          <ac:chgData name="Di Mattia Alessandro" userId="f8954a66-e5ad-4a1c-9536-1d2117047f5f" providerId="ADAL" clId="{86F14DC2-1FA3-499F-B4FC-410DFDD34924}" dt="2021-07-15T16:36:58.220" v="213" actId="790"/>
          <ac:spMkLst>
            <pc:docMk/>
            <pc:sldMk cId="4033141604" sldId="288"/>
            <ac:spMk id="6" creationId="{61A01161-5CC5-4864-8270-D391CA3AFC4B}"/>
          </ac:spMkLst>
        </pc:spChg>
        <pc:spChg chg="add del mod">
          <ac:chgData name="Di Mattia Alessandro" userId="f8954a66-e5ad-4a1c-9536-1d2117047f5f" providerId="ADAL" clId="{86F14DC2-1FA3-499F-B4FC-410DFDD34924}" dt="2021-07-15T16:31:38.135" v="41"/>
          <ac:spMkLst>
            <pc:docMk/>
            <pc:sldMk cId="4033141604" sldId="288"/>
            <ac:spMk id="7" creationId="{A8651B09-5608-4AD9-8CD8-F8F5FFB56AE4}"/>
          </ac:spMkLst>
        </pc:spChg>
      </pc:sldChg>
      <pc:sldChg chg="modSp new mod">
        <pc:chgData name="Di Mattia Alessandro" userId="f8954a66-e5ad-4a1c-9536-1d2117047f5f" providerId="ADAL" clId="{86F14DC2-1FA3-499F-B4FC-410DFDD34924}" dt="2021-07-15T16:37:56.253" v="270" actId="255"/>
        <pc:sldMkLst>
          <pc:docMk/>
          <pc:sldMk cId="3008050408" sldId="289"/>
        </pc:sldMkLst>
        <pc:spChg chg="mod">
          <ac:chgData name="Di Mattia Alessandro" userId="f8954a66-e5ad-4a1c-9536-1d2117047f5f" providerId="ADAL" clId="{86F14DC2-1FA3-499F-B4FC-410DFDD34924}" dt="2021-07-15T16:37:33.375" v="232" actId="790"/>
          <ac:spMkLst>
            <pc:docMk/>
            <pc:sldMk cId="3008050408" sldId="289"/>
            <ac:spMk id="2" creationId="{C382DEBE-E01D-43CB-AA28-73183EABB747}"/>
          </ac:spMkLst>
        </pc:spChg>
        <pc:spChg chg="mod">
          <ac:chgData name="Di Mattia Alessandro" userId="f8954a66-e5ad-4a1c-9536-1d2117047f5f" providerId="ADAL" clId="{86F14DC2-1FA3-499F-B4FC-410DFDD34924}" dt="2021-07-15T16:37:56.253" v="270" actId="255"/>
          <ac:spMkLst>
            <pc:docMk/>
            <pc:sldMk cId="3008050408" sldId="289"/>
            <ac:spMk id="3" creationId="{FF5A08EE-80AF-4340-BDD1-E70D5CB996DC}"/>
          </ac:spMkLst>
        </pc:spChg>
      </pc:sldChg>
      <pc:sldChg chg="modSp new mod">
        <pc:chgData name="Di Mattia Alessandro" userId="f8954a66-e5ad-4a1c-9536-1d2117047f5f" providerId="ADAL" clId="{86F14DC2-1FA3-499F-B4FC-410DFDD34924}" dt="2021-07-15T16:47:17.447" v="336" actId="20577"/>
        <pc:sldMkLst>
          <pc:docMk/>
          <pc:sldMk cId="2148027120" sldId="290"/>
        </pc:sldMkLst>
        <pc:spChg chg="mod">
          <ac:chgData name="Di Mattia Alessandro" userId="f8954a66-e5ad-4a1c-9536-1d2117047f5f" providerId="ADAL" clId="{86F14DC2-1FA3-499F-B4FC-410DFDD34924}" dt="2021-07-15T16:46:04.923" v="286" actId="122"/>
          <ac:spMkLst>
            <pc:docMk/>
            <pc:sldMk cId="2148027120" sldId="290"/>
            <ac:spMk id="2" creationId="{92C3E231-93C7-47BB-BC40-689F5C042285}"/>
          </ac:spMkLst>
        </pc:spChg>
        <pc:spChg chg="mod">
          <ac:chgData name="Di Mattia Alessandro" userId="f8954a66-e5ad-4a1c-9536-1d2117047f5f" providerId="ADAL" clId="{86F14DC2-1FA3-499F-B4FC-410DFDD34924}" dt="2021-07-15T16:47:17.447" v="336" actId="20577"/>
          <ac:spMkLst>
            <pc:docMk/>
            <pc:sldMk cId="2148027120" sldId="290"/>
            <ac:spMk id="3" creationId="{72679CAF-7B69-45D0-96E0-87249FBE140D}"/>
          </ac:spMkLst>
        </pc:spChg>
      </pc:sldChg>
      <pc:sldChg chg="new">
        <pc:chgData name="Di Mattia Alessandro" userId="f8954a66-e5ad-4a1c-9536-1d2117047f5f" providerId="ADAL" clId="{86F14DC2-1FA3-499F-B4FC-410DFDD34924}" dt="2021-07-15T16:47:28.094" v="337" actId="680"/>
        <pc:sldMkLst>
          <pc:docMk/>
          <pc:sldMk cId="1197235474" sldId="291"/>
        </pc:sldMkLst>
      </pc:sldChg>
    </pc:docChg>
  </pc:docChgLst>
  <pc:docChgLst>
    <pc:chgData name="Di Mattia Alessandro Edoardo Giorgio David" userId="f8954a66-e5ad-4a1c-9536-1d2117047f5f" providerId="ADAL" clId="{5EFE42BE-21F7-4D17-A842-CF78566FAA32}"/>
    <pc:docChg chg="undo custSel addSld delSld modSld sldOrd modMainMaster addSection delSection modSection">
      <pc:chgData name="Di Mattia Alessandro Edoardo Giorgio David" userId="f8954a66-e5ad-4a1c-9536-1d2117047f5f" providerId="ADAL" clId="{5EFE42BE-21F7-4D17-A842-CF78566FAA32}" dt="2021-08-27T13:32:00.151" v="1566" actId="1076"/>
      <pc:docMkLst>
        <pc:docMk/>
      </pc:docMkLst>
      <pc:sldChg chg="addSp delSp modSp mod chgLayout">
        <pc:chgData name="Di Mattia Alessandro Edoardo Giorgio David" userId="f8954a66-e5ad-4a1c-9536-1d2117047f5f" providerId="ADAL" clId="{5EFE42BE-21F7-4D17-A842-CF78566FAA32}" dt="2021-08-27T10:08:58.863" v="1334" actId="6264"/>
        <pc:sldMkLst>
          <pc:docMk/>
          <pc:sldMk cId="3153607966" sldId="280"/>
        </pc:sldMkLst>
        <pc:spChg chg="mod ord">
          <ac:chgData name="Di Mattia Alessandro Edoardo Giorgio David" userId="f8954a66-e5ad-4a1c-9536-1d2117047f5f" providerId="ADAL" clId="{5EFE42BE-21F7-4D17-A842-CF78566FAA32}" dt="2021-08-27T10:08:58.863" v="1334" actId="6264"/>
          <ac:spMkLst>
            <pc:docMk/>
            <pc:sldMk cId="3153607966" sldId="280"/>
            <ac:spMk id="2" creationId="{683FD103-5EF1-48AB-8EC6-4C1921FB118B}"/>
          </ac:spMkLst>
        </pc:spChg>
        <pc:spChg chg="mod ord">
          <ac:chgData name="Di Mattia Alessandro Edoardo Giorgio David" userId="f8954a66-e5ad-4a1c-9536-1d2117047f5f" providerId="ADAL" clId="{5EFE42BE-21F7-4D17-A842-CF78566FAA32}" dt="2021-08-27T10:08:58.863" v="1334" actId="6264"/>
          <ac:spMkLst>
            <pc:docMk/>
            <pc:sldMk cId="3153607966" sldId="280"/>
            <ac:spMk id="3" creationId="{B36D34FB-1F7C-40AB-BF82-E481F6CDD12B}"/>
          </ac:spMkLst>
        </pc:spChg>
        <pc:spChg chg="add del mod">
          <ac:chgData name="Di Mattia Alessandro Edoardo Giorgio David" userId="f8954a66-e5ad-4a1c-9536-1d2117047f5f" providerId="ADAL" clId="{5EFE42BE-21F7-4D17-A842-CF78566FAA32}" dt="2021-08-27T10:08:58.863" v="1334" actId="6264"/>
          <ac:spMkLst>
            <pc:docMk/>
            <pc:sldMk cId="3153607966" sldId="280"/>
            <ac:spMk id="5" creationId="{EACC64CF-A5BF-4BE4-97CB-63F853EE0A39}"/>
          </ac:spMkLst>
        </pc:spChg>
        <pc:spChg chg="add del mod">
          <ac:chgData name="Di Mattia Alessandro Edoardo Giorgio David" userId="f8954a66-e5ad-4a1c-9536-1d2117047f5f" providerId="ADAL" clId="{5EFE42BE-21F7-4D17-A842-CF78566FAA32}" dt="2021-08-27T10:08:58.863" v="1334" actId="6264"/>
          <ac:spMkLst>
            <pc:docMk/>
            <pc:sldMk cId="3153607966" sldId="280"/>
            <ac:spMk id="7" creationId="{3C8981B9-7F95-46A1-93C4-6CEF7E32794E}"/>
          </ac:spMkLst>
        </pc:spChg>
      </pc:sldChg>
      <pc:sldChg chg="modSp mod">
        <pc:chgData name="Di Mattia Alessandro Edoardo Giorgio David" userId="f8954a66-e5ad-4a1c-9536-1d2117047f5f" providerId="ADAL" clId="{5EFE42BE-21F7-4D17-A842-CF78566FAA32}" dt="2021-08-26T08:15:11.943" v="921" actId="108"/>
        <pc:sldMkLst>
          <pc:docMk/>
          <pc:sldMk cId="3811786796" sldId="287"/>
        </pc:sldMkLst>
        <pc:spChg chg="mod">
          <ac:chgData name="Di Mattia Alessandro Edoardo Giorgio David" userId="f8954a66-e5ad-4a1c-9536-1d2117047f5f" providerId="ADAL" clId="{5EFE42BE-21F7-4D17-A842-CF78566FAA32}" dt="2021-08-26T08:15:11.943" v="921" actId="108"/>
          <ac:spMkLst>
            <pc:docMk/>
            <pc:sldMk cId="3811786796" sldId="287"/>
            <ac:spMk id="6" creationId="{0B234584-33FB-4E0D-9B75-EE8C49AD3D2A}"/>
          </ac:spMkLst>
        </pc:spChg>
      </pc:sldChg>
      <pc:sldChg chg="modSp mod">
        <pc:chgData name="Di Mattia Alessandro Edoardo Giorgio David" userId="f8954a66-e5ad-4a1c-9536-1d2117047f5f" providerId="ADAL" clId="{5EFE42BE-21F7-4D17-A842-CF78566FAA32}" dt="2021-08-27T11:25:37.692" v="1355" actId="20577"/>
        <pc:sldMkLst>
          <pc:docMk/>
          <pc:sldMk cId="4033141604" sldId="288"/>
        </pc:sldMkLst>
        <pc:spChg chg="mod">
          <ac:chgData name="Di Mattia Alessandro Edoardo Giorgio David" userId="f8954a66-e5ad-4a1c-9536-1d2117047f5f" providerId="ADAL" clId="{5EFE42BE-21F7-4D17-A842-CF78566FAA32}" dt="2021-08-27T11:25:37.692" v="1355" actId="20577"/>
          <ac:spMkLst>
            <pc:docMk/>
            <pc:sldMk cId="4033141604" sldId="288"/>
            <ac:spMk id="6" creationId="{61A01161-5CC5-4864-8270-D391CA3AFC4B}"/>
          </ac:spMkLst>
        </pc:spChg>
      </pc:sldChg>
      <pc:sldChg chg="del">
        <pc:chgData name="Di Mattia Alessandro Edoardo Giorgio David" userId="f8954a66-e5ad-4a1c-9536-1d2117047f5f" providerId="ADAL" clId="{5EFE42BE-21F7-4D17-A842-CF78566FAA32}" dt="2021-08-27T10:12:17.768" v="1343" actId="2696"/>
        <pc:sldMkLst>
          <pc:docMk/>
          <pc:sldMk cId="3008050408" sldId="289"/>
        </pc:sldMkLst>
      </pc:sldChg>
      <pc:sldChg chg="modSp mod">
        <pc:chgData name="Di Mattia Alessandro Edoardo Giorgio David" userId="f8954a66-e5ad-4a1c-9536-1d2117047f5f" providerId="ADAL" clId="{5EFE42BE-21F7-4D17-A842-CF78566FAA32}" dt="2021-08-27T12:24:32.508" v="1375" actId="255"/>
        <pc:sldMkLst>
          <pc:docMk/>
          <pc:sldMk cId="3480535318" sldId="295"/>
        </pc:sldMkLst>
        <pc:spChg chg="mod">
          <ac:chgData name="Di Mattia Alessandro Edoardo Giorgio David" userId="f8954a66-e5ad-4a1c-9536-1d2117047f5f" providerId="ADAL" clId="{5EFE42BE-21F7-4D17-A842-CF78566FAA32}" dt="2021-08-26T08:08:24.394" v="637" actId="115"/>
          <ac:spMkLst>
            <pc:docMk/>
            <pc:sldMk cId="3480535318" sldId="295"/>
            <ac:spMk id="2" creationId="{2F098929-4F7B-4773-8EE5-229B2C136BA4}"/>
          </ac:spMkLst>
        </pc:spChg>
        <pc:spChg chg="mod">
          <ac:chgData name="Di Mattia Alessandro Edoardo Giorgio David" userId="f8954a66-e5ad-4a1c-9536-1d2117047f5f" providerId="ADAL" clId="{5EFE42BE-21F7-4D17-A842-CF78566FAA32}" dt="2021-08-27T12:24:32.508" v="1375" actId="255"/>
          <ac:spMkLst>
            <pc:docMk/>
            <pc:sldMk cId="3480535318" sldId="295"/>
            <ac:spMk id="3" creationId="{17A6DE2A-3610-4DE9-BD9B-ED834154CF46}"/>
          </ac:spMkLst>
        </pc:spChg>
      </pc:sldChg>
      <pc:sldChg chg="modSp mod setBg">
        <pc:chgData name="Di Mattia Alessandro Edoardo Giorgio David" userId="f8954a66-e5ad-4a1c-9536-1d2117047f5f" providerId="ADAL" clId="{5EFE42BE-21F7-4D17-A842-CF78566FAA32}" dt="2021-08-27T12:27:47.431" v="1421" actId="15"/>
        <pc:sldMkLst>
          <pc:docMk/>
          <pc:sldMk cId="81612075" sldId="296"/>
        </pc:sldMkLst>
        <pc:spChg chg="mod">
          <ac:chgData name="Di Mattia Alessandro Edoardo Giorgio David" userId="f8954a66-e5ad-4a1c-9536-1d2117047f5f" providerId="ADAL" clId="{5EFE42BE-21F7-4D17-A842-CF78566FAA32}" dt="2021-08-26T08:15:32.760" v="922"/>
          <ac:spMkLst>
            <pc:docMk/>
            <pc:sldMk cId="81612075" sldId="296"/>
            <ac:spMk id="2" creationId="{CABCA7AB-7A96-4A16-9F55-8B467D019B79}"/>
          </ac:spMkLst>
        </pc:spChg>
        <pc:spChg chg="mod">
          <ac:chgData name="Di Mattia Alessandro Edoardo Giorgio David" userId="f8954a66-e5ad-4a1c-9536-1d2117047f5f" providerId="ADAL" clId="{5EFE42BE-21F7-4D17-A842-CF78566FAA32}" dt="2021-08-27T12:27:47.431" v="1421" actId="15"/>
          <ac:spMkLst>
            <pc:docMk/>
            <pc:sldMk cId="81612075" sldId="296"/>
            <ac:spMk id="3" creationId="{CC90668C-DC4C-4D71-B9FB-8CE5BED07E6B}"/>
          </ac:spMkLst>
        </pc:spChg>
      </pc:sldChg>
      <pc:sldChg chg="addSp modSp mod">
        <pc:chgData name="Di Mattia Alessandro Edoardo Giorgio David" userId="f8954a66-e5ad-4a1c-9536-1d2117047f5f" providerId="ADAL" clId="{5EFE42BE-21F7-4D17-A842-CF78566FAA32}" dt="2021-08-27T13:27:05.812" v="1564" actId="1076"/>
        <pc:sldMkLst>
          <pc:docMk/>
          <pc:sldMk cId="4076425306" sldId="298"/>
        </pc:sldMkLst>
        <pc:picChg chg="add mod">
          <ac:chgData name="Di Mattia Alessandro Edoardo Giorgio David" userId="f8954a66-e5ad-4a1c-9536-1d2117047f5f" providerId="ADAL" clId="{5EFE42BE-21F7-4D17-A842-CF78566FAA32}" dt="2021-08-27T13:27:05.812" v="1564" actId="1076"/>
          <ac:picMkLst>
            <pc:docMk/>
            <pc:sldMk cId="4076425306" sldId="298"/>
            <ac:picMk id="6" creationId="{34E9DDC3-B847-425C-BE6F-D5917EBB3EE6}"/>
          </ac:picMkLst>
        </pc:picChg>
      </pc:sldChg>
      <pc:sldChg chg="modSp mod ord">
        <pc:chgData name="Di Mattia Alessandro Edoardo Giorgio David" userId="f8954a66-e5ad-4a1c-9536-1d2117047f5f" providerId="ADAL" clId="{5EFE42BE-21F7-4D17-A842-CF78566FAA32}" dt="2021-08-26T08:13:07.239" v="886" actId="20577"/>
        <pc:sldMkLst>
          <pc:docMk/>
          <pc:sldMk cId="3324279392" sldId="299"/>
        </pc:sldMkLst>
        <pc:spChg chg="mod">
          <ac:chgData name="Di Mattia Alessandro Edoardo Giorgio David" userId="f8954a66-e5ad-4a1c-9536-1d2117047f5f" providerId="ADAL" clId="{5EFE42BE-21F7-4D17-A842-CF78566FAA32}" dt="2021-08-26T08:13:07.239" v="886" actId="20577"/>
          <ac:spMkLst>
            <pc:docMk/>
            <pc:sldMk cId="3324279392" sldId="299"/>
            <ac:spMk id="3" creationId="{95F54D2A-0C60-41E7-8D71-6AC380819A26}"/>
          </ac:spMkLst>
        </pc:spChg>
      </pc:sldChg>
      <pc:sldChg chg="modSp mod">
        <pc:chgData name="Di Mattia Alessandro Edoardo Giorgio David" userId="f8954a66-e5ad-4a1c-9536-1d2117047f5f" providerId="ADAL" clId="{5EFE42BE-21F7-4D17-A842-CF78566FAA32}" dt="2021-08-27T12:32:30.663" v="1452" actId="20577"/>
        <pc:sldMkLst>
          <pc:docMk/>
          <pc:sldMk cId="225687662" sldId="300"/>
        </pc:sldMkLst>
        <pc:spChg chg="mod">
          <ac:chgData name="Di Mattia Alessandro Edoardo Giorgio David" userId="f8954a66-e5ad-4a1c-9536-1d2117047f5f" providerId="ADAL" clId="{5EFE42BE-21F7-4D17-A842-CF78566FAA32}" dt="2021-08-27T12:32:30.663" v="1452" actId="20577"/>
          <ac:spMkLst>
            <pc:docMk/>
            <pc:sldMk cId="225687662" sldId="300"/>
            <ac:spMk id="3" creationId="{97CB8A60-5C60-4659-BCE2-C4533971E4C8}"/>
          </ac:spMkLst>
        </pc:spChg>
      </pc:sldChg>
      <pc:sldChg chg="modSp mod">
        <pc:chgData name="Di Mattia Alessandro Edoardo Giorgio David" userId="f8954a66-e5ad-4a1c-9536-1d2117047f5f" providerId="ADAL" clId="{5EFE42BE-21F7-4D17-A842-CF78566FAA32}" dt="2021-08-26T08:56:43.571" v="1313" actId="113"/>
        <pc:sldMkLst>
          <pc:docMk/>
          <pc:sldMk cId="1155579859" sldId="303"/>
        </pc:sldMkLst>
        <pc:spChg chg="mod">
          <ac:chgData name="Di Mattia Alessandro Edoardo Giorgio David" userId="f8954a66-e5ad-4a1c-9536-1d2117047f5f" providerId="ADAL" clId="{5EFE42BE-21F7-4D17-A842-CF78566FAA32}" dt="2021-08-26T08:56:43.571" v="1313" actId="113"/>
          <ac:spMkLst>
            <pc:docMk/>
            <pc:sldMk cId="1155579859" sldId="303"/>
            <ac:spMk id="3" creationId="{9826C287-C45E-40F6-AAE7-951DF240949D}"/>
          </ac:spMkLst>
        </pc:spChg>
      </pc:sldChg>
      <pc:sldChg chg="modSp mod">
        <pc:chgData name="Di Mattia Alessandro Edoardo Giorgio David" userId="f8954a66-e5ad-4a1c-9536-1d2117047f5f" providerId="ADAL" clId="{5EFE42BE-21F7-4D17-A842-CF78566FAA32}" dt="2021-08-27T13:07:12.385" v="1491" actId="207"/>
        <pc:sldMkLst>
          <pc:docMk/>
          <pc:sldMk cId="2884062032" sldId="304"/>
        </pc:sldMkLst>
        <pc:spChg chg="mod">
          <ac:chgData name="Di Mattia Alessandro Edoardo Giorgio David" userId="f8954a66-e5ad-4a1c-9536-1d2117047f5f" providerId="ADAL" clId="{5EFE42BE-21F7-4D17-A842-CF78566FAA32}" dt="2021-08-27T13:07:12.385" v="1491" actId="207"/>
          <ac:spMkLst>
            <pc:docMk/>
            <pc:sldMk cId="2884062032" sldId="304"/>
            <ac:spMk id="3" creationId="{28A38B16-658D-4F9D-8D10-581928A447F4}"/>
          </ac:spMkLst>
        </pc:spChg>
      </pc:sldChg>
      <pc:sldChg chg="modSp mod">
        <pc:chgData name="Di Mattia Alessandro Edoardo Giorgio David" userId="f8954a66-e5ad-4a1c-9536-1d2117047f5f" providerId="ADAL" clId="{5EFE42BE-21F7-4D17-A842-CF78566FAA32}" dt="2021-08-27T13:06:26.505" v="1485" actId="207"/>
        <pc:sldMkLst>
          <pc:docMk/>
          <pc:sldMk cId="1501240204" sldId="305"/>
        </pc:sldMkLst>
        <pc:spChg chg="mod">
          <ac:chgData name="Di Mattia Alessandro Edoardo Giorgio David" userId="f8954a66-e5ad-4a1c-9536-1d2117047f5f" providerId="ADAL" clId="{5EFE42BE-21F7-4D17-A842-CF78566FAA32}" dt="2021-08-27T13:06:26.505" v="1485" actId="207"/>
          <ac:spMkLst>
            <pc:docMk/>
            <pc:sldMk cId="1501240204" sldId="305"/>
            <ac:spMk id="2" creationId="{BDCCA8DD-BF90-4160-BFF7-7C63B553DA3A}"/>
          </ac:spMkLst>
        </pc:spChg>
        <pc:spChg chg="mod">
          <ac:chgData name="Di Mattia Alessandro Edoardo Giorgio David" userId="f8954a66-e5ad-4a1c-9536-1d2117047f5f" providerId="ADAL" clId="{5EFE42BE-21F7-4D17-A842-CF78566FAA32}" dt="2021-08-27T12:54:21.218" v="1470" actId="255"/>
          <ac:spMkLst>
            <pc:docMk/>
            <pc:sldMk cId="1501240204" sldId="305"/>
            <ac:spMk id="3" creationId="{84B3DB84-DD07-4659-84A3-6EC8E2114711}"/>
          </ac:spMkLst>
        </pc:spChg>
      </pc:sldChg>
      <pc:sldChg chg="modSp mod">
        <pc:chgData name="Di Mattia Alessandro Edoardo Giorgio David" userId="f8954a66-e5ad-4a1c-9536-1d2117047f5f" providerId="ADAL" clId="{5EFE42BE-21F7-4D17-A842-CF78566FAA32}" dt="2021-08-27T13:07:21.032" v="1494" actId="207"/>
        <pc:sldMkLst>
          <pc:docMk/>
          <pc:sldMk cId="3935194249" sldId="307"/>
        </pc:sldMkLst>
        <pc:spChg chg="mod">
          <ac:chgData name="Di Mattia Alessandro Edoardo Giorgio David" userId="f8954a66-e5ad-4a1c-9536-1d2117047f5f" providerId="ADAL" clId="{5EFE42BE-21F7-4D17-A842-CF78566FAA32}" dt="2021-08-27T13:07:21.032" v="1494" actId="207"/>
          <ac:spMkLst>
            <pc:docMk/>
            <pc:sldMk cId="3935194249" sldId="307"/>
            <ac:spMk id="2" creationId="{BDCCA8DD-BF90-4160-BFF7-7C63B553DA3A}"/>
          </ac:spMkLst>
        </pc:spChg>
      </pc:sldChg>
      <pc:sldChg chg="addSp modSp mod">
        <pc:chgData name="Di Mattia Alessandro Edoardo Giorgio David" userId="f8954a66-e5ad-4a1c-9536-1d2117047f5f" providerId="ADAL" clId="{5EFE42BE-21F7-4D17-A842-CF78566FAA32}" dt="2021-08-27T13:32:00.151" v="1566" actId="1076"/>
        <pc:sldMkLst>
          <pc:docMk/>
          <pc:sldMk cId="3337750865" sldId="308"/>
        </pc:sldMkLst>
        <pc:picChg chg="add mod">
          <ac:chgData name="Di Mattia Alessandro Edoardo Giorgio David" userId="f8954a66-e5ad-4a1c-9536-1d2117047f5f" providerId="ADAL" clId="{5EFE42BE-21F7-4D17-A842-CF78566FAA32}" dt="2021-08-27T13:32:00.151" v="1566" actId="1076"/>
          <ac:picMkLst>
            <pc:docMk/>
            <pc:sldMk cId="3337750865" sldId="308"/>
            <ac:picMk id="6" creationId="{03750496-2BA3-4079-86BF-763387C9E031}"/>
          </ac:picMkLst>
        </pc:picChg>
      </pc:sldChg>
      <pc:sldChg chg="modSp mod">
        <pc:chgData name="Di Mattia Alessandro Edoardo Giorgio David" userId="f8954a66-e5ad-4a1c-9536-1d2117047f5f" providerId="ADAL" clId="{5EFE42BE-21F7-4D17-A842-CF78566FAA32}" dt="2021-08-27T13:21:46.121" v="1555" actId="108"/>
        <pc:sldMkLst>
          <pc:docMk/>
          <pc:sldMk cId="2901887797" sldId="309"/>
        </pc:sldMkLst>
        <pc:spChg chg="mod">
          <ac:chgData name="Di Mattia Alessandro Edoardo Giorgio David" userId="f8954a66-e5ad-4a1c-9536-1d2117047f5f" providerId="ADAL" clId="{5EFE42BE-21F7-4D17-A842-CF78566FAA32}" dt="2021-08-27T13:21:46.121" v="1555" actId="108"/>
          <ac:spMkLst>
            <pc:docMk/>
            <pc:sldMk cId="2901887797" sldId="309"/>
            <ac:spMk id="3" creationId="{27182EDD-4107-4213-BC06-386C8182761A}"/>
          </ac:spMkLst>
        </pc:spChg>
      </pc:sldChg>
      <pc:sldChg chg="addSp delSp modSp mod">
        <pc:chgData name="Di Mattia Alessandro Edoardo Giorgio David" userId="f8954a66-e5ad-4a1c-9536-1d2117047f5f" providerId="ADAL" clId="{5EFE42BE-21F7-4D17-A842-CF78566FAA32}" dt="2021-08-27T12:23:37.357" v="1372" actId="478"/>
        <pc:sldMkLst>
          <pc:docMk/>
          <pc:sldMk cId="2181610595" sldId="310"/>
        </pc:sldMkLst>
        <pc:spChg chg="add del mod">
          <ac:chgData name="Di Mattia Alessandro Edoardo Giorgio David" userId="f8954a66-e5ad-4a1c-9536-1d2117047f5f" providerId="ADAL" clId="{5EFE42BE-21F7-4D17-A842-CF78566FAA32}" dt="2021-08-27T12:23:37.357" v="1372" actId="478"/>
          <ac:spMkLst>
            <pc:docMk/>
            <pc:sldMk cId="2181610595" sldId="310"/>
            <ac:spMk id="7" creationId="{E2722806-0865-45EF-B1A1-F419159941F2}"/>
          </ac:spMkLst>
        </pc:spChg>
        <pc:picChg chg="mod">
          <ac:chgData name="Di Mattia Alessandro Edoardo Giorgio David" userId="f8954a66-e5ad-4a1c-9536-1d2117047f5f" providerId="ADAL" clId="{5EFE42BE-21F7-4D17-A842-CF78566FAA32}" dt="2021-08-27T12:22:31.264" v="1369" actId="1076"/>
          <ac:picMkLst>
            <pc:docMk/>
            <pc:sldMk cId="2181610595" sldId="310"/>
            <ac:picMk id="10" creationId="{E4DCB76D-327C-40F1-9DB7-9A1F9D8D6697}"/>
          </ac:picMkLst>
        </pc:picChg>
      </pc:sldChg>
      <pc:sldChg chg="addSp delSp modSp new mod modClrScheme addCm delCm chgLayout">
        <pc:chgData name="Di Mattia Alessandro Edoardo Giorgio David" userId="f8954a66-e5ad-4a1c-9536-1d2117047f5f" providerId="ADAL" clId="{5EFE42BE-21F7-4D17-A842-CF78566FAA32}" dt="2021-08-27T11:36:13.926" v="1358" actId="114"/>
        <pc:sldMkLst>
          <pc:docMk/>
          <pc:sldMk cId="1360003798" sldId="311"/>
        </pc:sldMkLst>
        <pc:spChg chg="del mod ord">
          <ac:chgData name="Di Mattia Alessandro Edoardo Giorgio David" userId="f8954a66-e5ad-4a1c-9536-1d2117047f5f" providerId="ADAL" clId="{5EFE42BE-21F7-4D17-A842-CF78566FAA32}" dt="2021-08-23T07:18:02.160" v="7" actId="700"/>
          <ac:spMkLst>
            <pc:docMk/>
            <pc:sldMk cId="1360003798" sldId="311"/>
            <ac:spMk id="2" creationId="{3BEE248F-2E07-4A1E-8B43-AD1494C993C7}"/>
          </ac:spMkLst>
        </pc:spChg>
        <pc:spChg chg="del mod ord">
          <ac:chgData name="Di Mattia Alessandro Edoardo Giorgio David" userId="f8954a66-e5ad-4a1c-9536-1d2117047f5f" providerId="ADAL" clId="{5EFE42BE-21F7-4D17-A842-CF78566FAA32}" dt="2021-08-23T07:18:02.160" v="7" actId="700"/>
          <ac:spMkLst>
            <pc:docMk/>
            <pc:sldMk cId="1360003798" sldId="311"/>
            <ac:spMk id="3" creationId="{536F1ED4-6D1F-41EB-BE1F-656322F1DAE3}"/>
          </ac:spMkLst>
        </pc:spChg>
        <pc:spChg chg="add mod ord">
          <ac:chgData name="Di Mattia Alessandro Edoardo Giorgio David" userId="f8954a66-e5ad-4a1c-9536-1d2117047f5f" providerId="ADAL" clId="{5EFE42BE-21F7-4D17-A842-CF78566FAA32}" dt="2021-08-23T07:20:13.102" v="17" actId="20577"/>
          <ac:spMkLst>
            <pc:docMk/>
            <pc:sldMk cId="1360003798" sldId="311"/>
            <ac:spMk id="4" creationId="{FFFD30BE-ED3B-4B3A-8F73-B98C9302574D}"/>
          </ac:spMkLst>
        </pc:spChg>
        <pc:spChg chg="add mod ord">
          <ac:chgData name="Di Mattia Alessandro Edoardo Giorgio David" userId="f8954a66-e5ad-4a1c-9536-1d2117047f5f" providerId="ADAL" clId="{5EFE42BE-21F7-4D17-A842-CF78566FAA32}" dt="2021-08-27T11:36:13.926" v="1358" actId="114"/>
          <ac:spMkLst>
            <pc:docMk/>
            <pc:sldMk cId="1360003798" sldId="311"/>
            <ac:spMk id="5" creationId="{DD027310-CF85-4AFC-8499-68C7BD6BAE67}"/>
          </ac:spMkLst>
        </pc:spChg>
        <pc:spChg chg="add del mod">
          <ac:chgData name="Di Mattia Alessandro Edoardo Giorgio David" userId="f8954a66-e5ad-4a1c-9536-1d2117047f5f" providerId="ADAL" clId="{5EFE42BE-21F7-4D17-A842-CF78566FAA32}" dt="2021-08-23T08:01:08.513" v="437" actId="478"/>
          <ac:spMkLst>
            <pc:docMk/>
            <pc:sldMk cId="1360003798" sldId="311"/>
            <ac:spMk id="7" creationId="{7D892F8F-FB86-4511-9786-8C0109827ED3}"/>
          </ac:spMkLst>
        </pc:spChg>
        <pc:spChg chg="add del mod">
          <ac:chgData name="Di Mattia Alessandro Edoardo Giorgio David" userId="f8954a66-e5ad-4a1c-9536-1d2117047f5f" providerId="ADAL" clId="{5EFE42BE-21F7-4D17-A842-CF78566FAA32}" dt="2021-08-23T08:01:06.381" v="435" actId="478"/>
          <ac:spMkLst>
            <pc:docMk/>
            <pc:sldMk cId="1360003798" sldId="311"/>
            <ac:spMk id="9" creationId="{A02EF0E8-FCCB-489F-A788-A432C00028BE}"/>
          </ac:spMkLst>
        </pc:spChg>
        <pc:picChg chg="add del mod">
          <ac:chgData name="Di Mattia Alessandro Edoardo Giorgio David" userId="f8954a66-e5ad-4a1c-9536-1d2117047f5f" providerId="ADAL" clId="{5EFE42BE-21F7-4D17-A842-CF78566FAA32}" dt="2021-08-23T08:01:07.387" v="436" actId="478"/>
          <ac:picMkLst>
            <pc:docMk/>
            <pc:sldMk cId="1360003798" sldId="311"/>
            <ac:picMk id="6" creationId="{DA5981AE-E8DF-409D-8573-79F9FDBC1CCD}"/>
          </ac:picMkLst>
        </pc:picChg>
        <pc:picChg chg="add del mod">
          <ac:chgData name="Di Mattia Alessandro Edoardo Giorgio David" userId="f8954a66-e5ad-4a1c-9536-1d2117047f5f" providerId="ADAL" clId="{5EFE42BE-21F7-4D17-A842-CF78566FAA32}" dt="2021-08-23T08:01:04.624" v="434" actId="478"/>
          <ac:picMkLst>
            <pc:docMk/>
            <pc:sldMk cId="1360003798" sldId="311"/>
            <ac:picMk id="8" creationId="{CA5F093E-E01B-40A8-B707-EFD0253EF2A9}"/>
          </ac:picMkLst>
        </pc:picChg>
      </pc:sldChg>
      <pc:sldChg chg="addSp delSp modSp add mod modClrScheme chgLayout">
        <pc:chgData name="Di Mattia Alessandro Edoardo Giorgio David" userId="f8954a66-e5ad-4a1c-9536-1d2117047f5f" providerId="ADAL" clId="{5EFE42BE-21F7-4D17-A842-CF78566FAA32}" dt="2021-08-23T08:06:43.266" v="534" actId="1076"/>
        <pc:sldMkLst>
          <pc:docMk/>
          <pc:sldMk cId="2495302900" sldId="312"/>
        </pc:sldMkLst>
        <pc:spChg chg="del mod ord">
          <ac:chgData name="Di Mattia Alessandro Edoardo Giorgio David" userId="f8954a66-e5ad-4a1c-9536-1d2117047f5f" providerId="ADAL" clId="{5EFE42BE-21F7-4D17-A842-CF78566FAA32}" dt="2021-08-23T08:00:31.080" v="427" actId="700"/>
          <ac:spMkLst>
            <pc:docMk/>
            <pc:sldMk cId="2495302900" sldId="312"/>
            <ac:spMk id="4" creationId="{FFFD30BE-ED3B-4B3A-8F73-B98C9302574D}"/>
          </ac:spMkLst>
        </pc:spChg>
        <pc:spChg chg="del mod ord">
          <ac:chgData name="Di Mattia Alessandro Edoardo Giorgio David" userId="f8954a66-e5ad-4a1c-9536-1d2117047f5f" providerId="ADAL" clId="{5EFE42BE-21F7-4D17-A842-CF78566FAA32}" dt="2021-08-23T08:00:31.080" v="427" actId="700"/>
          <ac:spMkLst>
            <pc:docMk/>
            <pc:sldMk cId="2495302900" sldId="312"/>
            <ac:spMk id="5" creationId="{DD027310-CF85-4AFC-8499-68C7BD6BAE67}"/>
          </ac:spMkLst>
        </pc:spChg>
        <pc:spChg chg="mod">
          <ac:chgData name="Di Mattia Alessandro Edoardo Giorgio David" userId="f8954a66-e5ad-4a1c-9536-1d2117047f5f" providerId="ADAL" clId="{5EFE42BE-21F7-4D17-A842-CF78566FAA32}" dt="2021-08-23T08:06:32.707" v="531" actId="1076"/>
          <ac:spMkLst>
            <pc:docMk/>
            <pc:sldMk cId="2495302900" sldId="312"/>
            <ac:spMk id="7" creationId="{7D892F8F-FB86-4511-9786-8C0109827ED3}"/>
          </ac:spMkLst>
        </pc:spChg>
        <pc:spChg chg="mod">
          <ac:chgData name="Di Mattia Alessandro Edoardo Giorgio David" userId="f8954a66-e5ad-4a1c-9536-1d2117047f5f" providerId="ADAL" clId="{5EFE42BE-21F7-4D17-A842-CF78566FAA32}" dt="2021-08-23T08:06:35.562" v="532" actId="1076"/>
          <ac:spMkLst>
            <pc:docMk/>
            <pc:sldMk cId="2495302900" sldId="312"/>
            <ac:spMk id="9" creationId="{A02EF0E8-FCCB-489F-A788-A432C00028BE}"/>
          </ac:spMkLst>
        </pc:spChg>
        <pc:picChg chg="add mod">
          <ac:chgData name="Di Mattia Alessandro Edoardo Giorgio David" userId="f8954a66-e5ad-4a1c-9536-1d2117047f5f" providerId="ADAL" clId="{5EFE42BE-21F7-4D17-A842-CF78566FAA32}" dt="2021-08-23T08:06:43.266" v="534" actId="1076"/>
          <ac:picMkLst>
            <pc:docMk/>
            <pc:sldMk cId="2495302900" sldId="312"/>
            <ac:picMk id="2" creationId="{EB97FE60-1F98-4AB0-8629-6D5DB8302536}"/>
          </ac:picMkLst>
        </pc:picChg>
        <pc:picChg chg="mod">
          <ac:chgData name="Di Mattia Alessandro Edoardo Giorgio David" userId="f8954a66-e5ad-4a1c-9536-1d2117047f5f" providerId="ADAL" clId="{5EFE42BE-21F7-4D17-A842-CF78566FAA32}" dt="2021-08-23T08:06:29.772" v="530" actId="14100"/>
          <ac:picMkLst>
            <pc:docMk/>
            <pc:sldMk cId="2495302900" sldId="312"/>
            <ac:picMk id="6" creationId="{DA5981AE-E8DF-409D-8573-79F9FDBC1CCD}"/>
          </ac:picMkLst>
        </pc:picChg>
        <pc:picChg chg="mod">
          <ac:chgData name="Di Mattia Alessandro Edoardo Giorgio David" userId="f8954a66-e5ad-4a1c-9536-1d2117047f5f" providerId="ADAL" clId="{5EFE42BE-21F7-4D17-A842-CF78566FAA32}" dt="2021-08-23T08:06:37.940" v="533" actId="14100"/>
          <ac:picMkLst>
            <pc:docMk/>
            <pc:sldMk cId="2495302900" sldId="312"/>
            <ac:picMk id="8" creationId="{CA5F093E-E01B-40A8-B707-EFD0253EF2A9}"/>
          </ac:picMkLst>
        </pc:picChg>
      </pc:sldChg>
      <pc:sldChg chg="modSp new del mod">
        <pc:chgData name="Di Mattia Alessandro Edoardo Giorgio David" userId="f8954a66-e5ad-4a1c-9536-1d2117047f5f" providerId="ADAL" clId="{5EFE42BE-21F7-4D17-A842-CF78566FAA32}" dt="2021-08-27T12:27:59.462" v="1422" actId="2696"/>
        <pc:sldMkLst>
          <pc:docMk/>
          <pc:sldMk cId="773959506" sldId="313"/>
        </pc:sldMkLst>
        <pc:spChg chg="mod">
          <ac:chgData name="Di Mattia Alessandro Edoardo Giorgio David" userId="f8954a66-e5ad-4a1c-9536-1d2117047f5f" providerId="ADAL" clId="{5EFE42BE-21F7-4D17-A842-CF78566FAA32}" dt="2021-08-26T08:16:11.532" v="927" actId="20577"/>
          <ac:spMkLst>
            <pc:docMk/>
            <pc:sldMk cId="773959506" sldId="313"/>
            <ac:spMk id="2" creationId="{C13A2D48-0A0A-4D48-8EAE-28C1F9465F50}"/>
          </ac:spMkLst>
        </pc:spChg>
        <pc:spChg chg="mod">
          <ac:chgData name="Di Mattia Alessandro Edoardo Giorgio David" userId="f8954a66-e5ad-4a1c-9536-1d2117047f5f" providerId="ADAL" clId="{5EFE42BE-21F7-4D17-A842-CF78566FAA32}" dt="2021-08-27T12:24:12.462" v="1373" actId="255"/>
          <ac:spMkLst>
            <pc:docMk/>
            <pc:sldMk cId="773959506" sldId="313"/>
            <ac:spMk id="3" creationId="{CE80A6B7-6A8F-417F-91AE-DB67EB185DFF}"/>
          </ac:spMkLst>
        </pc:spChg>
      </pc:sldChg>
      <pc:sldChg chg="addSp delSp modSp new mod modClrScheme chgLayout">
        <pc:chgData name="Di Mattia Alessandro Edoardo Giorgio David" userId="f8954a66-e5ad-4a1c-9536-1d2117047f5f" providerId="ADAL" clId="{5EFE42BE-21F7-4D17-A842-CF78566FAA32}" dt="2021-08-26T08:42:30.809" v="1292" actId="1076"/>
        <pc:sldMkLst>
          <pc:docMk/>
          <pc:sldMk cId="1341186830" sldId="314"/>
        </pc:sldMkLst>
        <pc:spChg chg="del">
          <ac:chgData name="Di Mattia Alessandro Edoardo Giorgio David" userId="f8954a66-e5ad-4a1c-9536-1d2117047f5f" providerId="ADAL" clId="{5EFE42BE-21F7-4D17-A842-CF78566FAA32}" dt="2021-08-26T08:24:18.674" v="1079" actId="700"/>
          <ac:spMkLst>
            <pc:docMk/>
            <pc:sldMk cId="1341186830" sldId="314"/>
            <ac:spMk id="2" creationId="{68D803C1-1EBC-4F73-A0D4-41B58087A061}"/>
          </ac:spMkLst>
        </pc:spChg>
        <pc:spChg chg="del">
          <ac:chgData name="Di Mattia Alessandro Edoardo Giorgio David" userId="f8954a66-e5ad-4a1c-9536-1d2117047f5f" providerId="ADAL" clId="{5EFE42BE-21F7-4D17-A842-CF78566FAA32}" dt="2021-08-26T08:24:18.674" v="1079" actId="700"/>
          <ac:spMkLst>
            <pc:docMk/>
            <pc:sldMk cId="1341186830" sldId="314"/>
            <ac:spMk id="3" creationId="{2FEDB973-2C5B-4C1C-94D9-22D78691355D}"/>
          </ac:spMkLst>
        </pc:spChg>
        <pc:picChg chg="add del">
          <ac:chgData name="Di Mattia Alessandro Edoardo Giorgio David" userId="f8954a66-e5ad-4a1c-9536-1d2117047f5f" providerId="ADAL" clId="{5EFE42BE-21F7-4D17-A842-CF78566FAA32}" dt="2021-08-26T08:42:23.932" v="1289" actId="478"/>
          <ac:picMkLst>
            <pc:docMk/>
            <pc:sldMk cId="1341186830" sldId="314"/>
            <ac:picMk id="4" creationId="{FE01D9FF-E941-4F13-BA1E-CD3916D25CCE}"/>
          </ac:picMkLst>
        </pc:picChg>
        <pc:picChg chg="add del">
          <ac:chgData name="Di Mattia Alessandro Edoardo Giorgio David" userId="f8954a66-e5ad-4a1c-9536-1d2117047f5f" providerId="ADAL" clId="{5EFE42BE-21F7-4D17-A842-CF78566FAA32}" dt="2021-08-26T08:42:23.932" v="1289" actId="478"/>
          <ac:picMkLst>
            <pc:docMk/>
            <pc:sldMk cId="1341186830" sldId="314"/>
            <ac:picMk id="1026" creationId="{5543EC48-DFA6-40C9-8FCD-CF0D5CC35123}"/>
          </ac:picMkLst>
        </pc:picChg>
        <pc:picChg chg="add mod">
          <ac:chgData name="Di Mattia Alessandro Edoardo Giorgio David" userId="f8954a66-e5ad-4a1c-9536-1d2117047f5f" providerId="ADAL" clId="{5EFE42BE-21F7-4D17-A842-CF78566FAA32}" dt="2021-08-26T08:42:30.809" v="1292" actId="1076"/>
          <ac:picMkLst>
            <pc:docMk/>
            <pc:sldMk cId="1341186830" sldId="314"/>
            <ac:picMk id="1028" creationId="{8BF446F8-3636-43C2-8730-D5093533A8CD}"/>
          </ac:picMkLst>
        </pc:picChg>
      </pc:sldChg>
      <pc:sldChg chg="addSp delSp modSp new mod modClrScheme chgLayout">
        <pc:chgData name="Di Mattia Alessandro Edoardo Giorgio David" userId="f8954a66-e5ad-4a1c-9536-1d2117047f5f" providerId="ADAL" clId="{5EFE42BE-21F7-4D17-A842-CF78566FAA32}" dt="2021-08-27T12:26:30.988" v="1382" actId="12789"/>
        <pc:sldMkLst>
          <pc:docMk/>
          <pc:sldMk cId="617048350" sldId="315"/>
        </pc:sldMkLst>
        <pc:spChg chg="del">
          <ac:chgData name="Di Mattia Alessandro Edoardo Giorgio David" userId="f8954a66-e5ad-4a1c-9536-1d2117047f5f" providerId="ADAL" clId="{5EFE42BE-21F7-4D17-A842-CF78566FAA32}" dt="2021-08-27T12:26:14.875" v="1379" actId="700"/>
          <ac:spMkLst>
            <pc:docMk/>
            <pc:sldMk cId="617048350" sldId="315"/>
            <ac:spMk id="2" creationId="{D24B6FED-A051-4346-BF93-57E324092B08}"/>
          </ac:spMkLst>
        </pc:spChg>
        <pc:spChg chg="del">
          <ac:chgData name="Di Mattia Alessandro Edoardo Giorgio David" userId="f8954a66-e5ad-4a1c-9536-1d2117047f5f" providerId="ADAL" clId="{5EFE42BE-21F7-4D17-A842-CF78566FAA32}" dt="2021-08-27T12:26:14.875" v="1379" actId="700"/>
          <ac:spMkLst>
            <pc:docMk/>
            <pc:sldMk cId="617048350" sldId="315"/>
            <ac:spMk id="3" creationId="{076801A7-713A-4A93-9EAC-FC236EB025FA}"/>
          </ac:spMkLst>
        </pc:spChg>
        <pc:spChg chg="mod ord">
          <ac:chgData name="Di Mattia Alessandro Edoardo Giorgio David" userId="f8954a66-e5ad-4a1c-9536-1d2117047f5f" providerId="ADAL" clId="{5EFE42BE-21F7-4D17-A842-CF78566FAA32}" dt="2021-08-27T12:26:14.875" v="1379" actId="700"/>
          <ac:spMkLst>
            <pc:docMk/>
            <pc:sldMk cId="617048350" sldId="315"/>
            <ac:spMk id="4" creationId="{D696AF48-09BB-44CB-950B-C95C1FA32946}"/>
          </ac:spMkLst>
        </pc:spChg>
        <pc:spChg chg="mod ord">
          <ac:chgData name="Di Mattia Alessandro Edoardo Giorgio David" userId="f8954a66-e5ad-4a1c-9536-1d2117047f5f" providerId="ADAL" clId="{5EFE42BE-21F7-4D17-A842-CF78566FAA32}" dt="2021-08-27T12:26:14.875" v="1379" actId="700"/>
          <ac:spMkLst>
            <pc:docMk/>
            <pc:sldMk cId="617048350" sldId="315"/>
            <ac:spMk id="5" creationId="{8A877270-8F61-411C-8ACC-BE0F6483F219}"/>
          </ac:spMkLst>
        </pc:spChg>
        <pc:picChg chg="add mod">
          <ac:chgData name="Di Mattia Alessandro Edoardo Giorgio David" userId="f8954a66-e5ad-4a1c-9536-1d2117047f5f" providerId="ADAL" clId="{5EFE42BE-21F7-4D17-A842-CF78566FAA32}" dt="2021-08-27T12:26:30.988" v="1382" actId="12789"/>
          <ac:picMkLst>
            <pc:docMk/>
            <pc:sldMk cId="617048350" sldId="315"/>
            <ac:picMk id="6" creationId="{47090DE7-7BB7-4EBD-BBA1-220B57A228E4}"/>
          </ac:picMkLst>
        </pc:picChg>
      </pc:sldChg>
      <pc:sldChg chg="addSp delSp modSp new mod modClrScheme chgLayout">
        <pc:chgData name="Di Mattia Alessandro Edoardo Giorgio David" userId="f8954a66-e5ad-4a1c-9536-1d2117047f5f" providerId="ADAL" clId="{5EFE42BE-21F7-4D17-A842-CF78566FAA32}" dt="2021-08-27T12:36:50.231" v="1455"/>
        <pc:sldMkLst>
          <pc:docMk/>
          <pc:sldMk cId="197706065" sldId="316"/>
        </pc:sldMkLst>
        <pc:spChg chg="del">
          <ac:chgData name="Di Mattia Alessandro Edoardo Giorgio David" userId="f8954a66-e5ad-4a1c-9536-1d2117047f5f" providerId="ADAL" clId="{5EFE42BE-21F7-4D17-A842-CF78566FAA32}" dt="2021-08-27T12:36:47.786" v="1454" actId="700"/>
          <ac:spMkLst>
            <pc:docMk/>
            <pc:sldMk cId="197706065" sldId="316"/>
            <ac:spMk id="2" creationId="{AF38C580-BBE8-45E2-A2B4-B2CB0A9FD18E}"/>
          </ac:spMkLst>
        </pc:spChg>
        <pc:spChg chg="del">
          <ac:chgData name="Di Mattia Alessandro Edoardo Giorgio David" userId="f8954a66-e5ad-4a1c-9536-1d2117047f5f" providerId="ADAL" clId="{5EFE42BE-21F7-4D17-A842-CF78566FAA32}" dt="2021-08-27T12:36:47.786" v="1454" actId="700"/>
          <ac:spMkLst>
            <pc:docMk/>
            <pc:sldMk cId="197706065" sldId="316"/>
            <ac:spMk id="3" creationId="{B73A3FB8-9793-4B7C-ADE8-6D249191E327}"/>
          </ac:spMkLst>
        </pc:spChg>
        <pc:spChg chg="mod ord">
          <ac:chgData name="Di Mattia Alessandro Edoardo Giorgio David" userId="f8954a66-e5ad-4a1c-9536-1d2117047f5f" providerId="ADAL" clId="{5EFE42BE-21F7-4D17-A842-CF78566FAA32}" dt="2021-08-27T12:36:47.786" v="1454" actId="700"/>
          <ac:spMkLst>
            <pc:docMk/>
            <pc:sldMk cId="197706065" sldId="316"/>
            <ac:spMk id="4" creationId="{C778FA7C-69BD-4131-8DFF-271FADBBF2F3}"/>
          </ac:spMkLst>
        </pc:spChg>
        <pc:spChg chg="mod ord">
          <ac:chgData name="Di Mattia Alessandro Edoardo Giorgio David" userId="f8954a66-e5ad-4a1c-9536-1d2117047f5f" providerId="ADAL" clId="{5EFE42BE-21F7-4D17-A842-CF78566FAA32}" dt="2021-08-27T12:36:47.786" v="1454" actId="700"/>
          <ac:spMkLst>
            <pc:docMk/>
            <pc:sldMk cId="197706065" sldId="316"/>
            <ac:spMk id="5" creationId="{0DA4BDCF-C50F-4A81-A7DE-C34A14E1FC95}"/>
          </ac:spMkLst>
        </pc:spChg>
        <pc:picChg chg="add">
          <ac:chgData name="Di Mattia Alessandro Edoardo Giorgio David" userId="f8954a66-e5ad-4a1c-9536-1d2117047f5f" providerId="ADAL" clId="{5EFE42BE-21F7-4D17-A842-CF78566FAA32}" dt="2021-08-27T12:36:50.231" v="1455"/>
          <ac:picMkLst>
            <pc:docMk/>
            <pc:sldMk cId="197706065" sldId="316"/>
            <ac:picMk id="6" creationId="{A16A7804-425D-4797-9500-5E97A0D3D7FD}"/>
          </ac:picMkLst>
        </pc:picChg>
      </pc:sldChg>
      <pc:sldChg chg="addSp delSp modSp new mod">
        <pc:chgData name="Di Mattia Alessandro Edoardo Giorgio David" userId="f8954a66-e5ad-4a1c-9536-1d2117047f5f" providerId="ADAL" clId="{5EFE42BE-21F7-4D17-A842-CF78566FAA32}" dt="2021-08-27T12:48:56.787" v="1469" actId="12788"/>
        <pc:sldMkLst>
          <pc:docMk/>
          <pc:sldMk cId="3108527872" sldId="317"/>
        </pc:sldMkLst>
        <pc:picChg chg="add del mod">
          <ac:chgData name="Di Mattia Alessandro Edoardo Giorgio David" userId="f8954a66-e5ad-4a1c-9536-1d2117047f5f" providerId="ADAL" clId="{5EFE42BE-21F7-4D17-A842-CF78566FAA32}" dt="2021-08-27T12:48:07.677" v="1461" actId="478"/>
          <ac:picMkLst>
            <pc:docMk/>
            <pc:sldMk cId="3108527872" sldId="317"/>
            <ac:picMk id="4" creationId="{E295E88B-ADFB-4299-8F97-236CFCC04CA9}"/>
          </ac:picMkLst>
        </pc:picChg>
        <pc:picChg chg="add mod">
          <ac:chgData name="Di Mattia Alessandro Edoardo Giorgio David" userId="f8954a66-e5ad-4a1c-9536-1d2117047f5f" providerId="ADAL" clId="{5EFE42BE-21F7-4D17-A842-CF78566FAA32}" dt="2021-08-27T12:48:56.787" v="1469" actId="12788"/>
          <ac:picMkLst>
            <pc:docMk/>
            <pc:sldMk cId="3108527872" sldId="317"/>
            <ac:picMk id="5" creationId="{AB5E5147-5D97-4B61-9A96-8C973AB2EDC3}"/>
          </ac:picMkLst>
        </pc:picChg>
        <pc:picChg chg="add del">
          <ac:chgData name="Di Mattia Alessandro Edoardo Giorgio David" userId="f8954a66-e5ad-4a1c-9536-1d2117047f5f" providerId="ADAL" clId="{5EFE42BE-21F7-4D17-A842-CF78566FAA32}" dt="2021-08-27T12:48:07.677" v="1461" actId="478"/>
          <ac:picMkLst>
            <pc:docMk/>
            <pc:sldMk cId="3108527872" sldId="317"/>
            <ac:picMk id="1026" creationId="{3C6F8051-69BD-4C89-BB1E-BF7447A13054}"/>
          </ac:picMkLst>
        </pc:picChg>
        <pc:picChg chg="add del">
          <ac:chgData name="Di Mattia Alessandro Edoardo Giorgio David" userId="f8954a66-e5ad-4a1c-9536-1d2117047f5f" providerId="ADAL" clId="{5EFE42BE-21F7-4D17-A842-CF78566FAA32}" dt="2021-08-27T12:48:21.787" v="1463" actId="478"/>
          <ac:picMkLst>
            <pc:docMk/>
            <pc:sldMk cId="3108527872" sldId="317"/>
            <ac:picMk id="1028" creationId="{9713CFEE-C2B6-4958-8631-EBBA0695E2D2}"/>
          </ac:picMkLst>
        </pc:picChg>
      </pc:sldChg>
      <pc:sldChg chg="addSp delSp modSp new mod modClrScheme chgLayout">
        <pc:chgData name="Di Mattia Alessandro Edoardo Giorgio David" userId="f8954a66-e5ad-4a1c-9536-1d2117047f5f" providerId="ADAL" clId="{5EFE42BE-21F7-4D17-A842-CF78566FAA32}" dt="2021-08-27T13:20:01.479" v="1516" actId="14100"/>
        <pc:sldMkLst>
          <pc:docMk/>
          <pc:sldMk cId="2432231491" sldId="318"/>
        </pc:sldMkLst>
        <pc:spChg chg="del">
          <ac:chgData name="Di Mattia Alessandro Edoardo Giorgio David" userId="f8954a66-e5ad-4a1c-9536-1d2117047f5f" providerId="ADAL" clId="{5EFE42BE-21F7-4D17-A842-CF78566FAA32}" dt="2021-08-27T12:57:47.254" v="1475" actId="700"/>
          <ac:spMkLst>
            <pc:docMk/>
            <pc:sldMk cId="2432231491" sldId="318"/>
            <ac:spMk id="2" creationId="{031E6499-3B0A-4946-9136-84035F96805E}"/>
          </ac:spMkLst>
        </pc:spChg>
        <pc:spChg chg="del">
          <ac:chgData name="Di Mattia Alessandro Edoardo Giorgio David" userId="f8954a66-e5ad-4a1c-9536-1d2117047f5f" providerId="ADAL" clId="{5EFE42BE-21F7-4D17-A842-CF78566FAA32}" dt="2021-08-27T12:57:44.144" v="1474"/>
          <ac:spMkLst>
            <pc:docMk/>
            <pc:sldMk cId="2432231491" sldId="318"/>
            <ac:spMk id="3" creationId="{5C935911-C176-4BCB-B7D6-CB3BF5CF3837}"/>
          </ac:spMkLst>
        </pc:spChg>
        <pc:spChg chg="mod ord">
          <ac:chgData name="Di Mattia Alessandro Edoardo Giorgio David" userId="f8954a66-e5ad-4a1c-9536-1d2117047f5f" providerId="ADAL" clId="{5EFE42BE-21F7-4D17-A842-CF78566FAA32}" dt="2021-08-27T12:57:47.254" v="1475" actId="700"/>
          <ac:spMkLst>
            <pc:docMk/>
            <pc:sldMk cId="2432231491" sldId="318"/>
            <ac:spMk id="4" creationId="{088FE819-1E7E-4B34-8417-5F25AFBED353}"/>
          </ac:spMkLst>
        </pc:spChg>
        <pc:spChg chg="mod ord">
          <ac:chgData name="Di Mattia Alessandro Edoardo Giorgio David" userId="f8954a66-e5ad-4a1c-9536-1d2117047f5f" providerId="ADAL" clId="{5EFE42BE-21F7-4D17-A842-CF78566FAA32}" dt="2021-08-27T12:57:47.254" v="1475" actId="700"/>
          <ac:spMkLst>
            <pc:docMk/>
            <pc:sldMk cId="2432231491" sldId="318"/>
            <ac:spMk id="5" creationId="{26A30298-5742-4848-A415-29CC0B741F64}"/>
          </ac:spMkLst>
        </pc:spChg>
        <pc:picChg chg="add del mod ord">
          <ac:chgData name="Di Mattia Alessandro Edoardo Giorgio David" userId="f8954a66-e5ad-4a1c-9536-1d2117047f5f" providerId="ADAL" clId="{5EFE42BE-21F7-4D17-A842-CF78566FAA32}" dt="2021-08-27T13:12:11.785" v="1497" actId="478"/>
          <ac:picMkLst>
            <pc:docMk/>
            <pc:sldMk cId="2432231491" sldId="318"/>
            <ac:picMk id="6" creationId="{FE6A03BC-60EC-4B2F-8619-15C61DEBE361}"/>
          </ac:picMkLst>
        </pc:picChg>
        <pc:picChg chg="add del mod">
          <ac:chgData name="Di Mattia Alessandro Edoardo Giorgio David" userId="f8954a66-e5ad-4a1c-9536-1d2117047f5f" providerId="ADAL" clId="{5EFE42BE-21F7-4D17-A842-CF78566FAA32}" dt="2021-08-27T13:12:09.896" v="1496" actId="478"/>
          <ac:picMkLst>
            <pc:docMk/>
            <pc:sldMk cId="2432231491" sldId="318"/>
            <ac:picMk id="7" creationId="{FC9CDC9A-5A65-42A3-AED1-D2CA9FDC26BB}"/>
          </ac:picMkLst>
        </pc:picChg>
        <pc:picChg chg="add mod">
          <ac:chgData name="Di Mattia Alessandro Edoardo Giorgio David" userId="f8954a66-e5ad-4a1c-9536-1d2117047f5f" providerId="ADAL" clId="{5EFE42BE-21F7-4D17-A842-CF78566FAA32}" dt="2021-08-27T13:20:01.479" v="1516" actId="14100"/>
          <ac:picMkLst>
            <pc:docMk/>
            <pc:sldMk cId="2432231491" sldId="318"/>
            <ac:picMk id="9" creationId="{640F9549-EEBB-4614-A4E4-CEC2861043AF}"/>
          </ac:picMkLst>
        </pc:picChg>
        <pc:picChg chg="add mod">
          <ac:chgData name="Di Mattia Alessandro Edoardo Giorgio David" userId="f8954a66-e5ad-4a1c-9536-1d2117047f5f" providerId="ADAL" clId="{5EFE42BE-21F7-4D17-A842-CF78566FAA32}" dt="2021-08-27T13:19:43.774" v="1514" actId="14100"/>
          <ac:picMkLst>
            <pc:docMk/>
            <pc:sldMk cId="2432231491" sldId="318"/>
            <ac:picMk id="11" creationId="{0B17B744-7D1E-4898-BAF4-A612DEDAC09E}"/>
          </ac:picMkLst>
        </pc:picChg>
      </pc:sldChg>
      <pc:sldMasterChg chg="modSp mod modSldLayout">
        <pc:chgData name="Di Mattia Alessandro Edoardo Giorgio David" userId="f8954a66-e5ad-4a1c-9536-1d2117047f5f" providerId="ADAL" clId="{5EFE42BE-21F7-4D17-A842-CF78566FAA32}" dt="2021-08-27T11:46:21.179" v="1366"/>
        <pc:sldMasterMkLst>
          <pc:docMk/>
          <pc:sldMasterMk cId="626235760" sldId="2147483684"/>
        </pc:sldMasterMkLst>
        <pc:spChg chg="mod">
          <ac:chgData name="Di Mattia Alessandro Edoardo Giorgio David" userId="f8954a66-e5ad-4a1c-9536-1d2117047f5f" providerId="ADAL" clId="{5EFE42BE-21F7-4D17-A842-CF78566FAA32}" dt="2021-08-27T10:06:29.553" v="1332" actId="1076"/>
          <ac:spMkLst>
            <pc:docMk/>
            <pc:sldMasterMk cId="626235760" sldId="2147483684"/>
            <ac:spMk id="2" creationId="{87B01E76-C766-4BBF-9951-37129276BD7A}"/>
          </ac:spMkLst>
        </pc:spChg>
        <pc:spChg chg="mod">
          <ac:chgData name="Di Mattia Alessandro Edoardo Giorgio David" userId="f8954a66-e5ad-4a1c-9536-1d2117047f5f" providerId="ADAL" clId="{5EFE42BE-21F7-4D17-A842-CF78566FAA32}" dt="2021-08-27T10:06:20.384" v="1331" actId="1076"/>
          <ac:spMkLst>
            <pc:docMk/>
            <pc:sldMasterMk cId="626235760" sldId="2147483684"/>
            <ac:spMk id="4" creationId="{3AD695CE-7F16-43C6-9361-605F6E19C15C}"/>
          </ac:spMkLst>
        </pc:spChg>
        <pc:spChg chg="mod">
          <ac:chgData name="Di Mattia Alessandro Edoardo Giorgio David" userId="f8954a66-e5ad-4a1c-9536-1d2117047f5f" providerId="ADAL" clId="{5EFE42BE-21F7-4D17-A842-CF78566FAA32}" dt="2021-08-27T10:06:14.406" v="1330" actId="1076"/>
          <ac:spMkLst>
            <pc:docMk/>
            <pc:sldMasterMk cId="626235760" sldId="2147483684"/>
            <ac:spMk id="7" creationId="{859F6C5B-4AF5-454D-AF1A-B8C3480E7A71}"/>
          </ac:spMkLst>
        </pc:spChg>
        <pc:picChg chg="mod">
          <ac:chgData name="Di Mattia Alessandro Edoardo Giorgio David" userId="f8954a66-e5ad-4a1c-9536-1d2117047f5f" providerId="ADAL" clId="{5EFE42BE-21F7-4D17-A842-CF78566FAA32}" dt="2021-08-27T10:05:40.233" v="1320" actId="1076"/>
          <ac:picMkLst>
            <pc:docMk/>
            <pc:sldMasterMk cId="626235760" sldId="2147483684"/>
            <ac:picMk id="10" creationId="{0F270661-5897-294E-8E62-63F1988A1322}"/>
          </ac:picMkLst>
        </pc:picChg>
        <pc:picChg chg="mod">
          <ac:chgData name="Di Mattia Alessandro Edoardo Giorgio David" userId="f8954a66-e5ad-4a1c-9536-1d2117047f5f" providerId="ADAL" clId="{5EFE42BE-21F7-4D17-A842-CF78566FAA32}" dt="2021-08-27T10:05:56.695" v="1323" actId="1076"/>
          <ac:picMkLst>
            <pc:docMk/>
            <pc:sldMasterMk cId="626235760" sldId="2147483684"/>
            <ac:picMk id="14" creationId="{CE9FD4B4-DFF1-934C-A28A-5210B685895E}"/>
          </ac:picMkLst>
        </pc:picChg>
        <pc:sldLayoutChg chg="addSp modSp">
          <pc:chgData name="Di Mattia Alessandro Edoardo Giorgio David" userId="f8954a66-e5ad-4a1c-9536-1d2117047f5f" providerId="ADAL" clId="{5EFE42BE-21F7-4D17-A842-CF78566FAA32}" dt="2021-08-27T11:46:04.011" v="1362"/>
          <pc:sldLayoutMkLst>
            <pc:docMk/>
            <pc:sldMasterMk cId="626235760" sldId="2147483684"/>
            <pc:sldLayoutMk cId="2014852939" sldId="2147483685"/>
          </pc:sldLayoutMkLst>
          <pc:spChg chg="add mod">
            <ac:chgData name="Di Mattia Alessandro Edoardo Giorgio David" userId="f8954a66-e5ad-4a1c-9536-1d2117047f5f" providerId="ADAL" clId="{5EFE42BE-21F7-4D17-A842-CF78566FAA32}" dt="2021-08-27T11:46:04.011" v="1362"/>
            <ac:spMkLst>
              <pc:docMk/>
              <pc:sldMasterMk cId="626235760" sldId="2147483684"/>
              <pc:sldLayoutMk cId="2014852939" sldId="2147483685"/>
              <ac:spMk id="4" creationId="{FFA304A3-B343-48A6-9020-DF5AA47C4732}"/>
            </ac:spMkLst>
          </pc:spChg>
          <pc:spChg chg="add mod">
            <ac:chgData name="Di Mattia Alessandro Edoardo Giorgio David" userId="f8954a66-e5ad-4a1c-9536-1d2117047f5f" providerId="ADAL" clId="{5EFE42BE-21F7-4D17-A842-CF78566FAA32}" dt="2021-08-27T11:46:04.011" v="1362"/>
            <ac:spMkLst>
              <pc:docMk/>
              <pc:sldMasterMk cId="626235760" sldId="2147483684"/>
              <pc:sldLayoutMk cId="2014852939" sldId="2147483685"/>
              <ac:spMk id="5" creationId="{5AAFB275-593F-4258-B8A2-0EE2DAD508E8}"/>
            </ac:spMkLst>
          </pc:spChg>
        </pc:sldLayoutChg>
        <pc:sldLayoutChg chg="addSp modSp">
          <pc:chgData name="Di Mattia Alessandro Edoardo Giorgio David" userId="f8954a66-e5ad-4a1c-9536-1d2117047f5f" providerId="ADAL" clId="{5EFE42BE-21F7-4D17-A842-CF78566FAA32}" dt="2021-08-27T11:42:46.786" v="1359"/>
          <pc:sldLayoutMkLst>
            <pc:docMk/>
            <pc:sldMasterMk cId="626235760" sldId="2147483684"/>
            <pc:sldLayoutMk cId="144326540" sldId="2147483686"/>
          </pc:sldLayoutMkLst>
          <pc:spChg chg="add mod">
            <ac:chgData name="Di Mattia Alessandro Edoardo Giorgio David" userId="f8954a66-e5ad-4a1c-9536-1d2117047f5f" providerId="ADAL" clId="{5EFE42BE-21F7-4D17-A842-CF78566FAA32}" dt="2021-08-27T11:42:46.786" v="1359"/>
            <ac:spMkLst>
              <pc:docMk/>
              <pc:sldMasterMk cId="626235760" sldId="2147483684"/>
              <pc:sldLayoutMk cId="144326540" sldId="2147483686"/>
              <ac:spMk id="4" creationId="{C93EA0B8-4601-4AEF-BBC9-F129ED828A93}"/>
            </ac:spMkLst>
          </pc:spChg>
          <pc:spChg chg="add mod">
            <ac:chgData name="Di Mattia Alessandro Edoardo Giorgio David" userId="f8954a66-e5ad-4a1c-9536-1d2117047f5f" providerId="ADAL" clId="{5EFE42BE-21F7-4D17-A842-CF78566FAA32}" dt="2021-08-27T11:42:46.786" v="1359"/>
            <ac:spMkLst>
              <pc:docMk/>
              <pc:sldMasterMk cId="626235760" sldId="2147483684"/>
              <pc:sldLayoutMk cId="144326540" sldId="2147483686"/>
              <ac:spMk id="5" creationId="{CEC94C25-EAFE-4927-8FE0-CB0DF28B8520}"/>
            </ac:spMkLst>
          </pc:spChg>
        </pc:sldLayoutChg>
        <pc:sldLayoutChg chg="addSp modSp">
          <pc:chgData name="Di Mattia Alessandro Edoardo Giorgio David" userId="f8954a66-e5ad-4a1c-9536-1d2117047f5f" providerId="ADAL" clId="{5EFE42BE-21F7-4D17-A842-CF78566FAA32}" dt="2021-08-27T11:42:55.997" v="1360"/>
          <pc:sldLayoutMkLst>
            <pc:docMk/>
            <pc:sldMasterMk cId="626235760" sldId="2147483684"/>
            <pc:sldLayoutMk cId="2877519778" sldId="2147483687"/>
          </pc:sldLayoutMkLst>
          <pc:spChg chg="add mod">
            <ac:chgData name="Di Mattia Alessandro Edoardo Giorgio David" userId="f8954a66-e5ad-4a1c-9536-1d2117047f5f" providerId="ADAL" clId="{5EFE42BE-21F7-4D17-A842-CF78566FAA32}" dt="2021-08-27T11:42:55.997" v="1360"/>
            <ac:spMkLst>
              <pc:docMk/>
              <pc:sldMasterMk cId="626235760" sldId="2147483684"/>
              <pc:sldLayoutMk cId="2877519778" sldId="2147483687"/>
              <ac:spMk id="4" creationId="{C89B7463-3E4E-4704-A7C8-F0A6FE767C25}"/>
            </ac:spMkLst>
          </pc:spChg>
          <pc:spChg chg="add mod">
            <ac:chgData name="Di Mattia Alessandro Edoardo Giorgio David" userId="f8954a66-e5ad-4a1c-9536-1d2117047f5f" providerId="ADAL" clId="{5EFE42BE-21F7-4D17-A842-CF78566FAA32}" dt="2021-08-27T11:42:55.997" v="1360"/>
            <ac:spMkLst>
              <pc:docMk/>
              <pc:sldMasterMk cId="626235760" sldId="2147483684"/>
              <pc:sldLayoutMk cId="2877519778" sldId="2147483687"/>
              <ac:spMk id="5" creationId="{E03992A9-657D-4792-AF44-86615CF8AEFF}"/>
            </ac:spMkLst>
          </pc:spChg>
        </pc:sldLayoutChg>
        <pc:sldLayoutChg chg="addSp modSp">
          <pc:chgData name="Di Mattia Alessandro Edoardo Giorgio David" userId="f8954a66-e5ad-4a1c-9536-1d2117047f5f" providerId="ADAL" clId="{5EFE42BE-21F7-4D17-A842-CF78566FAA32}" dt="2021-08-27T11:46:09.657" v="1363"/>
          <pc:sldLayoutMkLst>
            <pc:docMk/>
            <pc:sldMasterMk cId="626235760" sldId="2147483684"/>
            <pc:sldLayoutMk cId="127712102" sldId="2147483688"/>
          </pc:sldLayoutMkLst>
          <pc:spChg chg="add mod">
            <ac:chgData name="Di Mattia Alessandro Edoardo Giorgio David" userId="f8954a66-e5ad-4a1c-9536-1d2117047f5f" providerId="ADAL" clId="{5EFE42BE-21F7-4D17-A842-CF78566FAA32}" dt="2021-08-27T11:46:09.657" v="1363"/>
            <ac:spMkLst>
              <pc:docMk/>
              <pc:sldMasterMk cId="626235760" sldId="2147483684"/>
              <pc:sldLayoutMk cId="127712102" sldId="2147483688"/>
              <ac:spMk id="5" creationId="{C5550C45-4376-401F-A7BD-27FA4412328F}"/>
            </ac:spMkLst>
          </pc:spChg>
          <pc:spChg chg="add mod">
            <ac:chgData name="Di Mattia Alessandro Edoardo Giorgio David" userId="f8954a66-e5ad-4a1c-9536-1d2117047f5f" providerId="ADAL" clId="{5EFE42BE-21F7-4D17-A842-CF78566FAA32}" dt="2021-08-27T11:46:09.657" v="1363"/>
            <ac:spMkLst>
              <pc:docMk/>
              <pc:sldMasterMk cId="626235760" sldId="2147483684"/>
              <pc:sldLayoutMk cId="127712102" sldId="2147483688"/>
              <ac:spMk id="6" creationId="{605B465B-EB51-4F42-AE6E-9AB9B2AAFC6A}"/>
            </ac:spMkLst>
          </pc:spChg>
        </pc:sldLayoutChg>
        <pc:sldLayoutChg chg="addSp modSp">
          <pc:chgData name="Di Mattia Alessandro Edoardo Giorgio David" userId="f8954a66-e5ad-4a1c-9536-1d2117047f5f" providerId="ADAL" clId="{5EFE42BE-21F7-4D17-A842-CF78566FAA32}" dt="2021-08-27T11:46:14.108" v="1364"/>
          <pc:sldLayoutMkLst>
            <pc:docMk/>
            <pc:sldMasterMk cId="626235760" sldId="2147483684"/>
            <pc:sldLayoutMk cId="2234030782" sldId="2147483690"/>
          </pc:sldLayoutMkLst>
          <pc:spChg chg="add mod">
            <ac:chgData name="Di Mattia Alessandro Edoardo Giorgio David" userId="f8954a66-e5ad-4a1c-9536-1d2117047f5f" providerId="ADAL" clId="{5EFE42BE-21F7-4D17-A842-CF78566FAA32}" dt="2021-08-27T11:46:14.108" v="1364"/>
            <ac:spMkLst>
              <pc:docMk/>
              <pc:sldMasterMk cId="626235760" sldId="2147483684"/>
              <pc:sldLayoutMk cId="2234030782" sldId="2147483690"/>
              <ac:spMk id="3" creationId="{55E3A9D7-27B7-42A7-8783-5870C496ACD7}"/>
            </ac:spMkLst>
          </pc:spChg>
          <pc:spChg chg="add mod">
            <ac:chgData name="Di Mattia Alessandro Edoardo Giorgio David" userId="f8954a66-e5ad-4a1c-9536-1d2117047f5f" providerId="ADAL" clId="{5EFE42BE-21F7-4D17-A842-CF78566FAA32}" dt="2021-08-27T11:46:14.108" v="1364"/>
            <ac:spMkLst>
              <pc:docMk/>
              <pc:sldMasterMk cId="626235760" sldId="2147483684"/>
              <pc:sldLayoutMk cId="2234030782" sldId="2147483690"/>
              <ac:spMk id="4" creationId="{9CC15E30-5272-4D2C-9B91-D8EFD8B65602}"/>
            </ac:spMkLst>
          </pc:spChg>
        </pc:sldLayoutChg>
        <pc:sldLayoutChg chg="addSp modSp">
          <pc:chgData name="Di Mattia Alessandro Edoardo Giorgio David" userId="f8954a66-e5ad-4a1c-9536-1d2117047f5f" providerId="ADAL" clId="{5EFE42BE-21F7-4D17-A842-CF78566FAA32}" dt="2021-08-27T11:46:17.763" v="1365"/>
          <pc:sldLayoutMkLst>
            <pc:docMk/>
            <pc:sldMasterMk cId="626235760" sldId="2147483684"/>
            <pc:sldLayoutMk cId="3853711722" sldId="2147483691"/>
          </pc:sldLayoutMkLst>
          <pc:spChg chg="add mod">
            <ac:chgData name="Di Mattia Alessandro Edoardo Giorgio David" userId="f8954a66-e5ad-4a1c-9536-1d2117047f5f" providerId="ADAL" clId="{5EFE42BE-21F7-4D17-A842-CF78566FAA32}" dt="2021-08-27T11:46:17.763" v="1365"/>
            <ac:spMkLst>
              <pc:docMk/>
              <pc:sldMasterMk cId="626235760" sldId="2147483684"/>
              <pc:sldLayoutMk cId="3853711722" sldId="2147483691"/>
              <ac:spMk id="2" creationId="{ECFAA9B4-EF41-48EE-93EA-E8D87C8DEC41}"/>
            </ac:spMkLst>
          </pc:spChg>
          <pc:spChg chg="add mod">
            <ac:chgData name="Di Mattia Alessandro Edoardo Giorgio David" userId="f8954a66-e5ad-4a1c-9536-1d2117047f5f" providerId="ADAL" clId="{5EFE42BE-21F7-4D17-A842-CF78566FAA32}" dt="2021-08-27T11:46:17.763" v="1365"/>
            <ac:spMkLst>
              <pc:docMk/>
              <pc:sldMasterMk cId="626235760" sldId="2147483684"/>
              <pc:sldLayoutMk cId="3853711722" sldId="2147483691"/>
              <ac:spMk id="3" creationId="{B3B6E92D-CAC1-44D8-85D5-2CF8C6793704}"/>
            </ac:spMkLst>
          </pc:spChg>
        </pc:sldLayoutChg>
        <pc:sldLayoutChg chg="addSp modSp">
          <pc:chgData name="Di Mattia Alessandro Edoardo Giorgio David" userId="f8954a66-e5ad-4a1c-9536-1d2117047f5f" providerId="ADAL" clId="{5EFE42BE-21F7-4D17-A842-CF78566FAA32}" dt="2021-08-27T11:46:21.179" v="1366"/>
          <pc:sldLayoutMkLst>
            <pc:docMk/>
            <pc:sldMasterMk cId="626235760" sldId="2147483684"/>
            <pc:sldLayoutMk cId="2250906622" sldId="2147483692"/>
          </pc:sldLayoutMkLst>
          <pc:spChg chg="add mod">
            <ac:chgData name="Di Mattia Alessandro Edoardo Giorgio David" userId="f8954a66-e5ad-4a1c-9536-1d2117047f5f" providerId="ADAL" clId="{5EFE42BE-21F7-4D17-A842-CF78566FAA32}" dt="2021-08-27T11:46:21.179" v="1366"/>
            <ac:spMkLst>
              <pc:docMk/>
              <pc:sldMasterMk cId="626235760" sldId="2147483684"/>
              <pc:sldLayoutMk cId="2250906622" sldId="2147483692"/>
              <ac:spMk id="5" creationId="{77707FE1-70F4-4C79-81A1-E69CB73354E4}"/>
            </ac:spMkLst>
          </pc:spChg>
          <pc:spChg chg="add mod">
            <ac:chgData name="Di Mattia Alessandro Edoardo Giorgio David" userId="f8954a66-e5ad-4a1c-9536-1d2117047f5f" providerId="ADAL" clId="{5EFE42BE-21F7-4D17-A842-CF78566FAA32}" dt="2021-08-27T11:46:21.179" v="1366"/>
            <ac:spMkLst>
              <pc:docMk/>
              <pc:sldMasterMk cId="626235760" sldId="2147483684"/>
              <pc:sldLayoutMk cId="2250906622" sldId="2147483692"/>
              <ac:spMk id="6" creationId="{00F8F27C-4BEB-461F-9763-FE25B5E28076}"/>
            </ac:spMkLst>
          </pc:spChg>
        </pc:sldLayoutChg>
        <pc:sldLayoutChg chg="addSp modSp">
          <pc:chgData name="Di Mattia Alessandro Edoardo Giorgio David" userId="f8954a66-e5ad-4a1c-9536-1d2117047f5f" providerId="ADAL" clId="{5EFE42BE-21F7-4D17-A842-CF78566FAA32}" dt="2021-08-27T11:43:09.714" v="1361"/>
          <pc:sldLayoutMkLst>
            <pc:docMk/>
            <pc:sldMasterMk cId="626235760" sldId="2147483684"/>
            <pc:sldLayoutMk cId="3553983359" sldId="2147483693"/>
          </pc:sldLayoutMkLst>
          <pc:spChg chg="add mod">
            <ac:chgData name="Di Mattia Alessandro Edoardo Giorgio David" userId="f8954a66-e5ad-4a1c-9536-1d2117047f5f" providerId="ADAL" clId="{5EFE42BE-21F7-4D17-A842-CF78566FAA32}" dt="2021-08-27T11:43:09.714" v="1361"/>
            <ac:spMkLst>
              <pc:docMk/>
              <pc:sldMasterMk cId="626235760" sldId="2147483684"/>
              <pc:sldLayoutMk cId="3553983359" sldId="2147483693"/>
              <ac:spMk id="5" creationId="{9387921E-D6F9-418A-9E21-85DF3378521F}"/>
            </ac:spMkLst>
          </pc:spChg>
          <pc:spChg chg="add mod">
            <ac:chgData name="Di Mattia Alessandro Edoardo Giorgio David" userId="f8954a66-e5ad-4a1c-9536-1d2117047f5f" providerId="ADAL" clId="{5EFE42BE-21F7-4D17-A842-CF78566FAA32}" dt="2021-08-27T11:43:09.714" v="1361"/>
            <ac:spMkLst>
              <pc:docMk/>
              <pc:sldMasterMk cId="626235760" sldId="2147483684"/>
              <pc:sldLayoutMk cId="3553983359" sldId="2147483693"/>
              <ac:spMk id="6" creationId="{4C37B2C5-8033-4381-9F34-11415C5727C4}"/>
            </ac:spMkLst>
          </pc:spChg>
        </pc:sldLayoutChg>
      </pc:sldMasterChg>
    </pc:docChg>
  </pc:docChgLst>
  <pc:docChgLst>
    <pc:chgData name="Di Mattia Alessandro Edoardo Giorgio David" userId="f8954a66-e5ad-4a1c-9536-1d2117047f5f" providerId="ADAL" clId="{D8FF4EEB-0A94-4D98-85D2-12C32595A4CC}"/>
    <pc:docChg chg="modSld">
      <pc:chgData name="Di Mattia Alessandro Edoardo Giorgio David" userId="f8954a66-e5ad-4a1c-9536-1d2117047f5f" providerId="ADAL" clId="{D8FF4EEB-0A94-4D98-85D2-12C32595A4CC}" dt="2021-08-20T17:40:09.564" v="2" actId="20577"/>
      <pc:docMkLst>
        <pc:docMk/>
      </pc:docMkLst>
      <pc:sldChg chg="modSp mod">
        <pc:chgData name="Di Mattia Alessandro Edoardo Giorgio David" userId="f8954a66-e5ad-4a1c-9536-1d2117047f5f" providerId="ADAL" clId="{D8FF4EEB-0A94-4D98-85D2-12C32595A4CC}" dt="2021-08-20T17:38:43.035" v="0" actId="20577"/>
        <pc:sldMkLst>
          <pc:docMk/>
          <pc:sldMk cId="481165966" sldId="302"/>
        </pc:sldMkLst>
        <pc:spChg chg="mod">
          <ac:chgData name="Di Mattia Alessandro Edoardo Giorgio David" userId="f8954a66-e5ad-4a1c-9536-1d2117047f5f" providerId="ADAL" clId="{D8FF4EEB-0A94-4D98-85D2-12C32595A4CC}" dt="2021-08-20T17:38:43.035" v="0" actId="20577"/>
          <ac:spMkLst>
            <pc:docMk/>
            <pc:sldMk cId="481165966" sldId="302"/>
            <ac:spMk id="3" creationId="{46115679-DA23-4F01-99F7-E5D91FC0E01F}"/>
          </ac:spMkLst>
        </pc:spChg>
      </pc:sldChg>
      <pc:sldChg chg="modSp mod">
        <pc:chgData name="Di Mattia Alessandro Edoardo Giorgio David" userId="f8954a66-e5ad-4a1c-9536-1d2117047f5f" providerId="ADAL" clId="{D8FF4EEB-0A94-4D98-85D2-12C32595A4CC}" dt="2021-08-20T17:40:09.564" v="2" actId="20577"/>
        <pc:sldMkLst>
          <pc:docMk/>
          <pc:sldMk cId="1155579859" sldId="303"/>
        </pc:sldMkLst>
        <pc:spChg chg="mod">
          <ac:chgData name="Di Mattia Alessandro Edoardo Giorgio David" userId="f8954a66-e5ad-4a1c-9536-1d2117047f5f" providerId="ADAL" clId="{D8FF4EEB-0A94-4D98-85D2-12C32595A4CC}" dt="2021-08-20T17:40:09.564" v="2" actId="20577"/>
          <ac:spMkLst>
            <pc:docMk/>
            <pc:sldMk cId="1155579859" sldId="303"/>
            <ac:spMk id="3" creationId="{9826C287-C45E-40F6-AAE7-951DF24094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a:extLst>
              <a:ext uri="{FF2B5EF4-FFF2-40B4-BE49-F238E27FC236}">
                <a16:creationId xmlns:a16="http://schemas.microsoft.com/office/drawing/2014/main" id="{AF77F2E4-9D97-4FC3-AFDE-ED3FA11200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Plassholder for dato 2">
            <a:extLst>
              <a:ext uri="{FF2B5EF4-FFF2-40B4-BE49-F238E27FC236}">
                <a16:creationId xmlns:a16="http://schemas.microsoft.com/office/drawing/2014/main" id="{0AA25600-84AB-4F94-B5CB-A476CB8FC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410760-D14E-4CD0-9A95-4F4EEA2CA290}" type="datetime1">
              <a:rPr lang="nb-NO" smtClean="0"/>
              <a:t>16.07.2026</a:t>
            </a:fld>
            <a:endParaRPr lang="nb-NO" dirty="0"/>
          </a:p>
        </p:txBody>
      </p:sp>
      <p:sp>
        <p:nvSpPr>
          <p:cNvPr id="4" name="Plassholder for bunntekst 3">
            <a:extLst>
              <a:ext uri="{FF2B5EF4-FFF2-40B4-BE49-F238E27FC236}">
                <a16:creationId xmlns:a16="http://schemas.microsoft.com/office/drawing/2014/main" id="{2FA93902-B21B-4A6E-859D-90790E6FAC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5" name="Plassholder for lysbildenummer 4">
            <a:extLst>
              <a:ext uri="{FF2B5EF4-FFF2-40B4-BE49-F238E27FC236}">
                <a16:creationId xmlns:a16="http://schemas.microsoft.com/office/drawing/2014/main" id="{B7800144-E8A4-43A6-AAD7-1921F2CC0D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6E98403-76B7-4BFA-AF44-FE0FA5E8362E}" type="slidenum">
              <a:rPr lang="nb-NO" smtClean="0"/>
              <a:t>‹#›</a:t>
            </a:fld>
            <a:endParaRPr lang="nb-NO" dirty="0"/>
          </a:p>
        </p:txBody>
      </p:sp>
    </p:spTree>
    <p:extLst>
      <p:ext uri="{BB962C8B-B14F-4D97-AF65-F5344CB8AC3E}">
        <p14:creationId xmlns:p14="http://schemas.microsoft.com/office/powerpoint/2010/main" val="753385349"/>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65F4A9-1E0E-49EA-8BAC-03B33019BF3C}" type="datetime1">
              <a:rPr lang="nb-NO" smtClean="0"/>
              <a:t>16.07.2026</a:t>
            </a:fld>
            <a:endParaRPr lang="nb-NO" dirty="0"/>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nb-NO"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b-N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7E51CF-144B-7241-A1FB-D978B63A9AA3}" type="slidenum">
              <a:rPr lang="nb-NO" smtClean="0"/>
              <a:t>‹#›</a:t>
            </a:fld>
            <a:endParaRPr lang="nb-NO" dirty="0"/>
          </a:p>
        </p:txBody>
      </p:sp>
    </p:spTree>
    <p:extLst>
      <p:ext uri="{BB962C8B-B14F-4D97-AF65-F5344CB8AC3E}">
        <p14:creationId xmlns:p14="http://schemas.microsoft.com/office/powerpoint/2010/main" val="32097890"/>
      </p:ext>
    </p:extLst>
  </p:cSld>
  <p:clrMap bg1="lt1" tx1="dk1" bg2="lt2" tx2="dk2" accent1="accent1" accent2="accent2" accent3="accent3" accent4="accent4" accent5="accent5" accent6="accent6" hlink="hlink" folHlink="folHlink"/>
  <p:hf hdr="0"/>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Introduce yourself briefly and frame the course: microeconomics + a bit of finance, taught through the lens of sport. Ask students to shout out their favorite sport as an icebreaker -- ties directly to the emoji row on this slide. Keep this to 2-3 minutes.</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a:t>
            </a:fld>
            <a:endParaRPr lang="nb-NO" dirty="0"/>
          </a:p>
        </p:txBody>
      </p:sp>
    </p:spTree>
    <p:extLst>
      <p:ext uri="{BB962C8B-B14F-4D97-AF65-F5344CB8AC3E}">
        <p14:creationId xmlns:p14="http://schemas.microsoft.com/office/powerpoint/2010/main" val="1355484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Icebreaker discussion, not a definition slide. Ask 3-4 students 'What is economics, to you?' before showing/explaining the meme. Common answers: money, stock market, government policy -- all partially right. Use the Michael Scott meme to get a laugh and lower the temperature before the etymology slide.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a:t>
            </a:fld>
            <a:endParaRPr lang="nb-NO" dirty="0"/>
          </a:p>
        </p:txBody>
      </p:sp>
    </p:spTree>
    <p:extLst>
      <p:ext uri="{BB962C8B-B14F-4D97-AF65-F5344CB8AC3E}">
        <p14:creationId xmlns:p14="http://schemas.microsoft.com/office/powerpoint/2010/main" val="1783727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Walk through the Greek roots slowly (oikos + nemein). Point out this is deliberately the very first content of the course: economics originally meant managing a HOUSEHOLD's scarce resources, and the entire discipline is really that idea scaled up to firms, markets and countries. This etymology is a good 'sticky' fact for students to remember.</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a:t>
            </a:fld>
            <a:endParaRPr lang="nb-NO" dirty="0"/>
          </a:p>
        </p:txBody>
      </p:sp>
    </p:spTree>
    <p:extLst>
      <p:ext uri="{BB962C8B-B14F-4D97-AF65-F5344CB8AC3E}">
        <p14:creationId xmlns:p14="http://schemas.microsoft.com/office/powerpoint/2010/main" val="273519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figures, three eras of economic thought -- use to set up historical arc. Aristotle: earliest writings on household management (Politics/Oikonomikos), where the word comes from. Adam Smith: Wealth of Nations (1776), division of labor, the 'invisible hand' -- father of classical/modern economics. Kahneman: psychologist, Nobel Prize in Economics 2002, founder of behavioral economics -- signals that this course won't assume people are perfectly rational, just mostly rational. Good spot for a 1-line editorial: 'economics today borrows heavily from psychology.'</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4</a:t>
            </a:fld>
            <a:endParaRPr lang="nb-NO" dirty="0"/>
          </a:p>
        </p:txBody>
      </p:sp>
    </p:spTree>
    <p:extLst>
      <p:ext uri="{BB962C8B-B14F-4D97-AF65-F5344CB8AC3E}">
        <p14:creationId xmlns:p14="http://schemas.microsoft.com/office/powerpoint/2010/main" val="123822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Set expectations for tone: rigorous but applied. Emphasize the two learning outcomes explicitly -- tools AND how to read real economic phenomena (in sport, specifically) through them.</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5</a:t>
            </a:fld>
            <a:endParaRPr lang="nb-NO" dirty="0"/>
          </a:p>
        </p:txBody>
      </p:sp>
    </p:spTree>
    <p:extLst>
      <p:ext uri="{BB962C8B-B14F-4D97-AF65-F5344CB8AC3E}">
        <p14:creationId xmlns:p14="http://schemas.microsoft.com/office/powerpoint/2010/main" val="3815245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direct about the 100% final exam weight -- this is the single most important logistics slide, don't rush it. Clarify how in-class exercises work (practice + solutions posted after) and that they are the best exam prep even though they're not graded. Reassure on prerequisites: basic algebra/calculus is enough, no calculus-heavy derivations expected day-to-day.</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6</a:t>
            </a:fld>
            <a:endParaRPr lang="nb-NO" dirty="0"/>
          </a:p>
        </p:txBody>
      </p:sp>
    </p:spTree>
    <p:extLst>
      <p:ext uri="{BB962C8B-B14F-4D97-AF65-F5344CB8AC3E}">
        <p14:creationId xmlns:p14="http://schemas.microsoft.com/office/powerpoint/2010/main" val="430184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syllabus preview -- treat it like a trailer. For each key concept, give a one-sentence sport example on the fly if you can (e.g., marginal cost -&gt; cost of one more away trip; opportunity cost -&gt; a player's choice between two clubs; supply &amp; demand -&gt; ticket pricing; interest rate -&gt; financing a stadium). Don't go deep, just plant the hook.</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7</a:t>
            </a:fld>
            <a:endParaRPr lang="nb-NO" dirty="0"/>
          </a:p>
        </p:txBody>
      </p:sp>
    </p:spTree>
    <p:extLst>
      <p:ext uri="{BB962C8B-B14F-4D97-AF65-F5344CB8AC3E}">
        <p14:creationId xmlns:p14="http://schemas.microsoft.com/office/powerpoint/2010/main" val="1135840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Manage expectations honestly: this is an 'advanced' intro in the sense that it uses models and formal reasoning, not just anecdote. Mention the steep learning curve up front so no one is surprised in week 3 -- but reassure that the toolkit pays off in later courses.</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8</a:t>
            </a:fld>
            <a:endParaRPr lang="nb-NO" dirty="0"/>
          </a:p>
        </p:txBody>
      </p:sp>
    </p:spTree>
    <p:extLst>
      <p:ext uri="{BB962C8B-B14F-4D97-AF65-F5344CB8AC3E}">
        <p14:creationId xmlns:p14="http://schemas.microsoft.com/office/powerpoint/2010/main" val="2900133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Quick agenda slide -- read it fast, it's just a roadmap for today's 90 minutes: what economics is, how economists think (methodology), and two foundational distinctions (positive vs normative, market mechanism preview).</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9</a:t>
            </a:fld>
            <a:endParaRPr lang="nb-NO" dirty="0"/>
          </a:p>
        </p:txBody>
      </p:sp>
    </p:spTree>
    <p:extLst>
      <p:ext uri="{BB962C8B-B14F-4D97-AF65-F5344CB8AC3E}">
        <p14:creationId xmlns:p14="http://schemas.microsoft.com/office/powerpoint/2010/main" val="1978834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definition to make students write down. Emphasize the word 'limited' twice -- limited resources is the whole ballgame (scarcity). Connect the two bullets directly back to the household idea from slide 3: consumers face limited budgets/time, producers face limited capacity.</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10</a:t>
            </a:fld>
            <a:endParaRPr lang="nb-NO" dirty="0"/>
          </a:p>
        </p:txBody>
      </p:sp>
    </p:spTree>
    <p:extLst>
      <p:ext uri="{BB962C8B-B14F-4D97-AF65-F5344CB8AC3E}">
        <p14:creationId xmlns:p14="http://schemas.microsoft.com/office/powerpoint/2010/main" val="395416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to justify why a sport-management-focused econ course makes sense: if economists can rigorously study wine vintages and politics, sport is a completely natural application. Consider reading the quoted line aloud for effect. Don't dwell -- 1 minute, it's a motivational aside.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11</a:t>
            </a:fld>
            <a:endParaRPr lang="nb-NO" dirty="0"/>
          </a:p>
        </p:txBody>
      </p:sp>
    </p:spTree>
    <p:extLst>
      <p:ext uri="{BB962C8B-B14F-4D97-AF65-F5344CB8AC3E}">
        <p14:creationId xmlns:p14="http://schemas.microsoft.com/office/powerpoint/2010/main" val="3799772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Pure visual anchor, no new content -- 20 seconds. Just reinforces the macro (globe/whole economies) vs micro (firms/individuals) distinction they're about to see defined formally.</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12</a:t>
            </a:fld>
            <a:endParaRPr lang="nb-NO" dirty="0"/>
          </a:p>
        </p:txBody>
      </p:sp>
    </p:spTree>
    <p:extLst>
      <p:ext uri="{BB962C8B-B14F-4D97-AF65-F5344CB8AC3E}">
        <p14:creationId xmlns:p14="http://schemas.microsoft.com/office/powerpoint/2010/main" val="22364214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Formal definition of microeconomics. Note explicitly: this course is almost entirely microeconomics (individual decisions, firms, markets) -- macro shows up briefly later (inflation, in Lecture 9) but isn't the focus.</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13</a:t>
            </a:fld>
            <a:endParaRPr lang="nb-NO" dirty="0"/>
          </a:p>
        </p:txBody>
      </p:sp>
    </p:spTree>
    <p:extLst>
      <p:ext uri="{BB962C8B-B14F-4D97-AF65-F5344CB8AC3E}">
        <p14:creationId xmlns:p14="http://schemas.microsoft.com/office/powerpoint/2010/main" val="104847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Preview the semester's topic map. Worth explicitly linking each theme to an upcoming lecture number if your syllabus order matches: demand/supply/equilibrium (L3, L5-6), production/costs (L4), labor economics (touched via NBA/NFL case studies later). This slide doubles as a syllabus outline.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14</a:t>
            </a:fld>
            <a:endParaRPr lang="nb-NO" dirty="0"/>
          </a:p>
        </p:txBody>
      </p:sp>
    </p:spTree>
    <p:extLst>
      <p:ext uri="{BB962C8B-B14F-4D97-AF65-F5344CB8AC3E}">
        <p14:creationId xmlns:p14="http://schemas.microsoft.com/office/powerpoint/2010/main" val="216872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Macro definition + the three classic macro questions. Flag clearly that these questions are NOT the focus of this course (beyond one lecture on inflation/PV later) -- otherwise students may expect a macro-heavy course.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15</a:t>
            </a:fld>
            <a:endParaRPr lang="nb-NO" dirty="0"/>
          </a:p>
        </p:txBody>
      </p:sp>
    </p:spTree>
    <p:extLst>
      <p:ext uri="{BB962C8B-B14F-4D97-AF65-F5344CB8AC3E}">
        <p14:creationId xmlns:p14="http://schemas.microsoft.com/office/powerpoint/2010/main" val="3973870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table as a recap/self-test: cover the right-hand column and ask students to guess the macro equivalent of each micro item, or vice versa. Good moment to pause and check for questions before moving into methodology.</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16</a:t>
            </a:fld>
            <a:endParaRPr lang="nb-NO" dirty="0"/>
          </a:p>
        </p:txBody>
      </p:sp>
    </p:spTree>
    <p:extLst>
      <p:ext uri="{BB962C8B-B14F-4D97-AF65-F5344CB8AC3E}">
        <p14:creationId xmlns:p14="http://schemas.microsoft.com/office/powerpoint/2010/main" val="2187178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half of 'how economists actually work': build theories to (a) understand forces, (b) predict, (c) improve outcomes via policy/institutions. Mention this mirrors the scientific method used in natural sciences.</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17</a:t>
            </a:fld>
            <a:endParaRPr lang="nb-NO" dirty="0"/>
          </a:p>
        </p:txBody>
      </p:sp>
    </p:spTree>
    <p:extLst>
      <p:ext uri="{BB962C8B-B14F-4D97-AF65-F5344CB8AC3E}">
        <p14:creationId xmlns:p14="http://schemas.microsoft.com/office/powerpoint/2010/main" val="822725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Second half: theories must be validated with data and statistics. Be honest about the caveat -- 'theories are invariably imperfect' -- this directly sets up the George Box quote on slide 19, so consider previewing it here ('as we'll see next...').</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18</a:t>
            </a:fld>
            <a:endParaRPr lang="nb-NO" dirty="0"/>
          </a:p>
        </p:txBody>
      </p:sp>
    </p:spTree>
    <p:extLst>
      <p:ext uri="{BB962C8B-B14F-4D97-AF65-F5344CB8AC3E}">
        <p14:creationId xmlns:p14="http://schemas.microsoft.com/office/powerpoint/2010/main" val="20373662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this quote breathe -- pause for a few seconds after revealing it. This is arguably the single most important epistemological message of the whole course: models simplify reality on purpose, and 'wrong but useful' is the standard economists actually work to, not 'perfectly true.' Students will hear this phrase again when you introduce the first formal model (PPF, Lecture 2).</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19</a:t>
            </a:fld>
            <a:endParaRPr lang="nb-NO" dirty="0"/>
          </a:p>
        </p:txBody>
      </p:sp>
    </p:spTree>
    <p:extLst>
      <p:ext uri="{BB962C8B-B14F-4D97-AF65-F5344CB8AC3E}">
        <p14:creationId xmlns:p14="http://schemas.microsoft.com/office/powerpoint/2010/main" val="39925393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the illustration explicitly: the SAME cylinder casts a square shadow from one light source and a circular shadow from another. Neither shadow is 'wrong,' each is a valid simplified projection depending on what question you're asking. This is a visual restatement of slide 19 -- explicitly say 'this is what George Box meant.'</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20</a:t>
            </a:fld>
            <a:endParaRPr lang="nb-NO" dirty="0"/>
          </a:p>
        </p:txBody>
      </p:sp>
    </p:spTree>
    <p:extLst>
      <p:ext uri="{BB962C8B-B14F-4D97-AF65-F5344CB8AC3E}">
        <p14:creationId xmlns:p14="http://schemas.microsoft.com/office/powerpoint/2010/main" val="672045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Formal definition of an economic model: words + math, often visualized with diagrams. Tell students that starting next lecture (PPF, then demand/supply) they'll be building exactly these kinds of models themselves.</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21</a:t>
            </a:fld>
            <a:endParaRPr lang="nb-NO" dirty="0"/>
          </a:p>
        </p:txBody>
      </p:sp>
    </p:spTree>
    <p:extLst>
      <p:ext uri="{BB962C8B-B14F-4D97-AF65-F5344CB8AC3E}">
        <p14:creationId xmlns:p14="http://schemas.microsoft.com/office/powerpoint/2010/main" val="33760846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ingredients of every model: agents (who, with what resources/preferences) and environment (the market/institutional setting). Worth a quick example: in a demand-curve model, the 'agent' is the consumer, the 'environment' is the market for a good at a given price.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22</a:t>
            </a:fld>
            <a:endParaRPr lang="nb-NO" dirty="0"/>
          </a:p>
        </p:txBody>
      </p:sp>
    </p:spTree>
    <p:extLst>
      <p:ext uri="{BB962C8B-B14F-4D97-AF65-F5344CB8AC3E}">
        <p14:creationId xmlns:p14="http://schemas.microsoft.com/office/powerpoint/2010/main" val="8357367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positive/normative distinction as a skill, not trivia -- economists (and journalists, and politicians quoting economists) constantly blur the two, and being able to tell them apart is a core critical-thinking skill for the course and beyond.</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23</a:t>
            </a:fld>
            <a:endParaRPr lang="nb-NO" dirty="0"/>
          </a:p>
        </p:txBody>
      </p:sp>
    </p:spTree>
    <p:extLst>
      <p:ext uri="{BB962C8B-B14F-4D97-AF65-F5344CB8AC3E}">
        <p14:creationId xmlns:p14="http://schemas.microsoft.com/office/powerpoint/2010/main" val="34215282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Definition + two examples. The unemployment example is neutral; the Molde FK example is the fun one -- ask the class directly 'is that a positive statement?' (yes, it's a testable, factual claim about a score, regardless of whether it's good or bad news). Reinforce: positive =/= good news.</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24</a:t>
            </a:fld>
            <a:endParaRPr lang="nb-NO" dirty="0"/>
          </a:p>
        </p:txBody>
      </p:sp>
    </p:spTree>
    <p:extLst>
      <p:ext uri="{BB962C8B-B14F-4D97-AF65-F5344CB8AC3E}">
        <p14:creationId xmlns:p14="http://schemas.microsoft.com/office/powerpoint/2010/main" val="2774490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Pure reaction/transition slide, no bullets needed -- use it as a visual punchline connecting the Molde FK 'positive statement' example to the upcoming normative one (Mark Cuban's shocked face works well as 'wait, is that opinion or fact?'). 15-20 seconds, mostly for pacing/humor.</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25</a:t>
            </a:fld>
            <a:endParaRPr lang="nb-NO" dirty="0"/>
          </a:p>
        </p:txBody>
      </p:sp>
    </p:spTree>
    <p:extLst>
      <p:ext uri="{BB962C8B-B14F-4D97-AF65-F5344CB8AC3E}">
        <p14:creationId xmlns:p14="http://schemas.microsoft.com/office/powerpoint/2010/main" val="34767434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Mirror of slide 24. Emphasize that normative statements often ride on top of positive ones (e.g., 'the unemployment rate is too high' presumes the factual rate, then adds a value judgment about what's acceptable). The Molde FK 'good team' example is deliberately subjective -- ask students to justify their own opinion to show how normative reasoning still uses evidence.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26</a:t>
            </a:fld>
            <a:endParaRPr lang="nb-NO" dirty="0"/>
          </a:p>
        </p:txBody>
      </p:sp>
    </p:spTree>
    <p:extLst>
      <p:ext uri="{BB962C8B-B14F-4D97-AF65-F5344CB8AC3E}">
        <p14:creationId xmlns:p14="http://schemas.microsoft.com/office/powerpoint/2010/main" val="15282563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video live if time allows (short). Use tylervigen.com as an in-class or take-home exercise: have students pick their favorite spurious correlation and explain in one sentence why correlation isn't causation there. Good lightweight assessment of whether the positive-analysis rigor from earlier landed.</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27</a:t>
            </a:fld>
            <a:endParaRPr lang="nb-NO" dirty="0"/>
          </a:p>
        </p:txBody>
      </p:sp>
    </p:spTree>
    <p:extLst>
      <p:ext uri="{BB962C8B-B14F-4D97-AF65-F5344CB8AC3E}">
        <p14:creationId xmlns:p14="http://schemas.microsoft.com/office/powerpoint/2010/main" val="9572669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State clearly this is the required text and how it'll be used (readings assigned per lecture, presumably). If you assign specific chapters per lecture, consider adding that mapping here or in the syllabus rather than only on this slide.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28</a:t>
            </a:fld>
            <a:endParaRPr lang="nb-NO" dirty="0"/>
          </a:p>
        </p:txBody>
      </p:sp>
    </p:spTree>
    <p:extLst>
      <p:ext uri="{BB962C8B-B14F-4D97-AF65-F5344CB8AC3E}">
        <p14:creationId xmlns:p14="http://schemas.microsoft.com/office/powerpoint/2010/main" val="1263660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Optional/recommended, not required -- say so explicitly so students don't feel obligated. Useful to flag which later lecture (if any) draws on causal inference concepts, if applicable.</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29</a:t>
            </a:fld>
            <a:endParaRPr lang="nb-NO" dirty="0"/>
          </a:p>
        </p:txBody>
      </p:sp>
    </p:spTree>
    <p:extLst>
      <p:ext uri="{BB962C8B-B14F-4D97-AF65-F5344CB8AC3E}">
        <p14:creationId xmlns:p14="http://schemas.microsoft.com/office/powerpoint/2010/main" val="11956252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optional rabbit holes for curious students. Consider assigning one as ungraded pre-reading before Lecture 2 (GDP link pairs naturally with the macro/micro material just covered).</a:t>
            </a:r>
          </a:p>
        </p:txBody>
      </p:sp>
      <p:sp>
        <p:nvSpPr>
          <p:cNvPr id="4" name="Date Placeholder 3"/>
          <p:cNvSpPr>
            <a:spLocks noGrp="1"/>
          </p:cNvSpPr>
          <p:nvPr>
            <p:ph type="dt" idx="1"/>
          </p:nvPr>
        </p:nvSpPr>
        <p:spPr/>
        <p:txBody>
          <a:bodyPr/>
          <a:lstStyle/>
          <a:p>
            <a:fld id="{6065F4A9-1E0E-49EA-8BAC-03B33019BF3C}" type="datetime1">
              <a:rPr lang="nb-NO" smtClean="0"/>
              <a:t>16.07.2026</a:t>
            </a:fld>
            <a:endParaRPr lang="nb-NO" dirty="0"/>
          </a:p>
        </p:txBody>
      </p:sp>
      <p:sp>
        <p:nvSpPr>
          <p:cNvPr id="5" name="Footer Placeholder 4"/>
          <p:cNvSpPr>
            <a:spLocks noGrp="1"/>
          </p:cNvSpPr>
          <p:nvPr>
            <p:ph type="ftr" sz="quarter" idx="4"/>
          </p:nvPr>
        </p:nvSpPr>
        <p:spPr/>
        <p:txBody>
          <a:bodyPr/>
          <a:lstStyle/>
          <a:p>
            <a:endParaRPr lang="nb-NO" dirty="0"/>
          </a:p>
        </p:txBody>
      </p:sp>
      <p:sp>
        <p:nvSpPr>
          <p:cNvPr id="6" name="Slide Number Placeholder 5"/>
          <p:cNvSpPr>
            <a:spLocks noGrp="1"/>
          </p:cNvSpPr>
          <p:nvPr>
            <p:ph type="sldNum" sz="quarter" idx="5"/>
          </p:nvPr>
        </p:nvSpPr>
        <p:spPr/>
        <p:txBody>
          <a:bodyPr/>
          <a:lstStyle/>
          <a:p>
            <a:fld id="{BA7E51CF-144B-7241-A1FB-D978B63A9AA3}" type="slidenum">
              <a:rPr lang="nb-NO" smtClean="0"/>
              <a:t>30</a:t>
            </a:fld>
            <a:endParaRPr lang="nb-NO" dirty="0"/>
          </a:p>
        </p:txBody>
      </p:sp>
    </p:spTree>
    <p:extLst>
      <p:ext uri="{BB962C8B-B14F-4D97-AF65-F5344CB8AC3E}">
        <p14:creationId xmlns:p14="http://schemas.microsoft.com/office/powerpoint/2010/main" val="3330892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FA304A3-B343-48A6-9020-DF5AA47C4732}"/>
              </a:ext>
            </a:extLst>
          </p:cNvPr>
          <p:cNvSpPr>
            <a:spLocks noGrp="1"/>
          </p:cNvSpPr>
          <p:nvPr>
            <p:ph type="dt" sz="half" idx="10"/>
          </p:nvPr>
        </p:nvSpPr>
        <p:spPr/>
        <p:txBody>
          <a:bodyPr/>
          <a:lstStyle/>
          <a:p>
            <a:r>
              <a:rPr lang="en-US"/>
              <a:t>30 August 2021</a:t>
            </a:r>
            <a:endParaRPr lang="en-US" dirty="0"/>
          </a:p>
        </p:txBody>
      </p:sp>
      <p:sp>
        <p:nvSpPr>
          <p:cNvPr id="5" name="Slide Number Placeholder 4">
            <a:extLst>
              <a:ext uri="{FF2B5EF4-FFF2-40B4-BE49-F238E27FC236}">
                <a16:creationId xmlns:a16="http://schemas.microsoft.com/office/drawing/2014/main" id="{5AAFB275-593F-4258-B8A2-0EE2DAD508E8}"/>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014852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93EA0B8-4601-4AEF-BBC9-F129ED828A93}"/>
              </a:ext>
            </a:extLst>
          </p:cNvPr>
          <p:cNvSpPr>
            <a:spLocks noGrp="1"/>
          </p:cNvSpPr>
          <p:nvPr>
            <p:ph type="dt" sz="half" idx="10"/>
          </p:nvPr>
        </p:nvSpPr>
        <p:spPr/>
        <p:txBody>
          <a:bodyPr/>
          <a:lstStyle/>
          <a:p>
            <a:r>
              <a:rPr lang="en-US"/>
              <a:t>30 August 2021</a:t>
            </a:r>
            <a:endParaRPr lang="en-US" dirty="0"/>
          </a:p>
        </p:txBody>
      </p:sp>
      <p:sp>
        <p:nvSpPr>
          <p:cNvPr id="5" name="Slide Number Placeholder 4">
            <a:extLst>
              <a:ext uri="{FF2B5EF4-FFF2-40B4-BE49-F238E27FC236}">
                <a16:creationId xmlns:a16="http://schemas.microsoft.com/office/drawing/2014/main" id="{CEC94C25-EAFE-4927-8FE0-CB0DF28B8520}"/>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14432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194118"/>
            <a:ext cx="7886700" cy="2377281"/>
          </a:xfrm>
          <a:prstGeom prst="rect">
            <a:avLst/>
          </a:prstGeo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593889"/>
            <a:ext cx="7886700" cy="1250156"/>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9B7463-3E4E-4704-A7C8-F0A6FE767C25}"/>
              </a:ext>
            </a:extLst>
          </p:cNvPr>
          <p:cNvSpPr>
            <a:spLocks noGrp="1"/>
          </p:cNvSpPr>
          <p:nvPr>
            <p:ph type="dt" sz="half" idx="10"/>
          </p:nvPr>
        </p:nvSpPr>
        <p:spPr/>
        <p:txBody>
          <a:bodyPr/>
          <a:lstStyle/>
          <a:p>
            <a:r>
              <a:rPr lang="en-US"/>
              <a:t>30 August 2021</a:t>
            </a:r>
            <a:endParaRPr lang="en-US" dirty="0"/>
          </a:p>
        </p:txBody>
      </p:sp>
      <p:sp>
        <p:nvSpPr>
          <p:cNvPr id="5" name="Slide Number Placeholder 4">
            <a:extLst>
              <a:ext uri="{FF2B5EF4-FFF2-40B4-BE49-F238E27FC236}">
                <a16:creationId xmlns:a16="http://schemas.microsoft.com/office/drawing/2014/main" id="{E03992A9-657D-4792-AF44-86615CF8AEFF}"/>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87751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425383"/>
            <a:ext cx="3886200" cy="333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C5550C45-4376-401F-A7BD-27FA4412328F}"/>
              </a:ext>
            </a:extLst>
          </p:cNvPr>
          <p:cNvSpPr>
            <a:spLocks noGrp="1"/>
          </p:cNvSpPr>
          <p:nvPr>
            <p:ph type="dt" sz="half" idx="10"/>
          </p:nvPr>
        </p:nvSpPr>
        <p:spPr/>
        <p:txBody>
          <a:bodyPr/>
          <a:lstStyle/>
          <a:p>
            <a:r>
              <a:rPr lang="en-US"/>
              <a:t>30 August 2021</a:t>
            </a:r>
            <a:endParaRPr lang="en-US" dirty="0"/>
          </a:p>
        </p:txBody>
      </p:sp>
      <p:sp>
        <p:nvSpPr>
          <p:cNvPr id="6" name="Slide Number Placeholder 5">
            <a:extLst>
              <a:ext uri="{FF2B5EF4-FFF2-40B4-BE49-F238E27FC236}">
                <a16:creationId xmlns:a16="http://schemas.microsoft.com/office/drawing/2014/main" id="{605B465B-EB51-4F42-AE6E-9AB9B2AAFC6A}"/>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127712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5E3A9D7-27B7-42A7-8783-5870C496ACD7}"/>
              </a:ext>
            </a:extLst>
          </p:cNvPr>
          <p:cNvSpPr>
            <a:spLocks noGrp="1"/>
          </p:cNvSpPr>
          <p:nvPr>
            <p:ph type="dt" sz="half" idx="10"/>
          </p:nvPr>
        </p:nvSpPr>
        <p:spPr/>
        <p:txBody>
          <a:bodyPr/>
          <a:lstStyle/>
          <a:p>
            <a:r>
              <a:rPr lang="en-US"/>
              <a:t>30 August 2021</a:t>
            </a:r>
            <a:endParaRPr lang="en-US" dirty="0"/>
          </a:p>
        </p:txBody>
      </p:sp>
      <p:sp>
        <p:nvSpPr>
          <p:cNvPr id="4" name="Slide Number Placeholder 3">
            <a:extLst>
              <a:ext uri="{FF2B5EF4-FFF2-40B4-BE49-F238E27FC236}">
                <a16:creationId xmlns:a16="http://schemas.microsoft.com/office/drawing/2014/main" id="{9CC15E30-5272-4D2C-9B91-D8EFD8B65602}"/>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2340307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FAA9B4-EF41-48EE-93EA-E8D87C8DEC41}"/>
              </a:ext>
            </a:extLst>
          </p:cNvPr>
          <p:cNvSpPr>
            <a:spLocks noGrp="1"/>
          </p:cNvSpPr>
          <p:nvPr>
            <p:ph type="dt" sz="half" idx="10"/>
          </p:nvPr>
        </p:nvSpPr>
        <p:spPr/>
        <p:txBody>
          <a:bodyPr/>
          <a:lstStyle/>
          <a:p>
            <a:r>
              <a:rPr lang="en-US"/>
              <a:t>30 August 2021</a:t>
            </a:r>
            <a:endParaRPr lang="en-US" dirty="0"/>
          </a:p>
        </p:txBody>
      </p:sp>
      <p:sp>
        <p:nvSpPr>
          <p:cNvPr id="3" name="Slide Number Placeholder 2">
            <a:extLst>
              <a:ext uri="{FF2B5EF4-FFF2-40B4-BE49-F238E27FC236}">
                <a16:creationId xmlns:a16="http://schemas.microsoft.com/office/drawing/2014/main" id="{B3B6E92D-CAC1-44D8-85D5-2CF8C6793704}"/>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3853711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381001"/>
            <a:ext cx="4629150" cy="447108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3758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7707FE1-70F4-4C79-81A1-E69CB73354E4}"/>
              </a:ext>
            </a:extLst>
          </p:cNvPr>
          <p:cNvSpPr>
            <a:spLocks noGrp="1"/>
          </p:cNvSpPr>
          <p:nvPr>
            <p:ph type="dt" sz="half" idx="10"/>
          </p:nvPr>
        </p:nvSpPr>
        <p:spPr/>
        <p:txBody>
          <a:bodyPr/>
          <a:lstStyle/>
          <a:p>
            <a:r>
              <a:rPr lang="en-US"/>
              <a:t>30 August 2021</a:t>
            </a:r>
            <a:endParaRPr lang="en-US" dirty="0"/>
          </a:p>
        </p:txBody>
      </p:sp>
      <p:sp>
        <p:nvSpPr>
          <p:cNvPr id="6" name="Slide Number Placeholder 5">
            <a:extLst>
              <a:ext uri="{FF2B5EF4-FFF2-40B4-BE49-F238E27FC236}">
                <a16:creationId xmlns:a16="http://schemas.microsoft.com/office/drawing/2014/main" id="{00F8F27C-4BEB-461F-9763-FE25B5E28076}"/>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225090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381000"/>
            <a:ext cx="4629150" cy="447164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629841" y="1714501"/>
            <a:ext cx="2949178" cy="315406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387921E-D6F9-418A-9E21-85DF3378521F}"/>
              </a:ext>
            </a:extLst>
          </p:cNvPr>
          <p:cNvSpPr>
            <a:spLocks noGrp="1"/>
          </p:cNvSpPr>
          <p:nvPr>
            <p:ph type="dt" sz="half" idx="10"/>
          </p:nvPr>
        </p:nvSpPr>
        <p:spPr/>
        <p:txBody>
          <a:bodyPr/>
          <a:lstStyle/>
          <a:p>
            <a:r>
              <a:rPr lang="en-US"/>
              <a:t>30 August 2021</a:t>
            </a:r>
            <a:endParaRPr lang="en-US" dirty="0"/>
          </a:p>
        </p:txBody>
      </p:sp>
      <p:sp>
        <p:nvSpPr>
          <p:cNvPr id="6" name="Slide Number Placeholder 5">
            <a:extLst>
              <a:ext uri="{FF2B5EF4-FFF2-40B4-BE49-F238E27FC236}">
                <a16:creationId xmlns:a16="http://schemas.microsoft.com/office/drawing/2014/main" id="{4C37B2C5-8033-4381-9F34-11415C5727C4}"/>
              </a:ext>
            </a:extLst>
          </p:cNvPr>
          <p:cNvSpPr>
            <a:spLocks noGrp="1"/>
          </p:cNvSpPr>
          <p:nvPr>
            <p:ph type="sldNum" sz="quarter" idx="11"/>
          </p:nvPr>
        </p:nvSpPr>
        <p:spPr/>
        <p:txBody>
          <a:bodyPr/>
          <a:lstStyle/>
          <a:p>
            <a:fld id="{827FAC9D-EC37-4C36-BD8F-9EBA739370E0}" type="slidenum">
              <a:rPr lang="en-US" smtClean="0"/>
              <a:t>‹#›</a:t>
            </a:fld>
            <a:endParaRPr lang="en-US" dirty="0"/>
          </a:p>
        </p:txBody>
      </p:sp>
    </p:spTree>
    <p:extLst>
      <p:ext uri="{BB962C8B-B14F-4D97-AF65-F5344CB8AC3E}">
        <p14:creationId xmlns:p14="http://schemas.microsoft.com/office/powerpoint/2010/main" val="355398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692337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99328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4082879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7"/>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31006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707685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051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8756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65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846854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7932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5947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861861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605264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69801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rgbClr val="2E538D"/>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3656038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3666695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5086759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7020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399528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55091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a:prstGeom prst="rect">
            <a:avLst/>
          </a:prstGeom>
        </p:spPr>
        <p:txBody>
          <a:bodyPr anchor="b"/>
          <a:lstStyle>
            <a:lvl1pPr algn="ctr">
              <a:defRPr sz="4500"/>
            </a:lvl1pPr>
          </a:lstStyle>
          <a:p>
            <a:r>
              <a:rPr lang="en-GB" dirty="0"/>
              <a:t>Click to edit Master title style</a:t>
            </a:r>
            <a:endParaRPr lang="en-US" dirty="0"/>
          </a:p>
        </p:txBody>
      </p:sp>
      <p:sp>
        <p:nvSpPr>
          <p:cNvPr id="3" name="Subtitle 2"/>
          <p:cNvSpPr>
            <a:spLocks noGrp="1"/>
          </p:cNvSpPr>
          <p:nvPr>
            <p:ph type="subTitle" idx="1"/>
          </p:nvPr>
        </p:nvSpPr>
        <p:spPr>
          <a:xfrm>
            <a:off x="1143000" y="3001698"/>
            <a:ext cx="6858000" cy="1379802"/>
          </a:xfrm>
          <a:prstGeom prst="rect">
            <a:avLst/>
          </a:prstGeom>
        </p:spPr>
        <p:txBody>
          <a:bodyPr>
            <a:normAutofit/>
          </a:bodyPr>
          <a:lstStyle>
            <a:lvl1pPr marL="0" indent="0" algn="ctr">
              <a:buNone/>
              <a:defRPr sz="1600" b="0" i="0">
                <a:latin typeface="Calibri Light" panose="020F0302020204030204" pitchFamily="34"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Master subtitle style</a:t>
            </a:r>
            <a:endParaRPr lang="en-US" dirty="0"/>
          </a:p>
        </p:txBody>
      </p:sp>
    </p:spTree>
    <p:extLst>
      <p:ext uri="{BB962C8B-B14F-4D97-AF65-F5344CB8AC3E}">
        <p14:creationId xmlns:p14="http://schemas.microsoft.com/office/powerpoint/2010/main" val="25156909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idx="1"/>
          </p:nvPr>
        </p:nvSpPr>
        <p:spPr>
          <a:xfrm>
            <a:off x="628650" y="1425383"/>
            <a:ext cx="7886700" cy="3330732"/>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555249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02356"/>
            <a:ext cx="7886700" cy="2377281"/>
          </a:xfrm>
          <a:prstGeom prst="rect">
            <a:avLst/>
          </a:prstGeom>
        </p:spPr>
        <p:txBody>
          <a:bodyPr anchor="b"/>
          <a:lstStyle>
            <a:lvl1pPr>
              <a:defRPr sz="4500"/>
            </a:lvl1pPr>
          </a:lstStyle>
          <a:p>
            <a:r>
              <a:rPr lang="en-GB" dirty="0"/>
              <a:t>Click to edit Master title style</a:t>
            </a:r>
            <a:endParaRPr lang="en-US" dirty="0"/>
          </a:p>
        </p:txBody>
      </p:sp>
      <p:sp>
        <p:nvSpPr>
          <p:cNvPr id="3" name="Text Placeholder 2"/>
          <p:cNvSpPr>
            <a:spLocks noGrp="1"/>
          </p:cNvSpPr>
          <p:nvPr>
            <p:ph type="body" idx="1"/>
          </p:nvPr>
        </p:nvSpPr>
        <p:spPr>
          <a:xfrm>
            <a:off x="623888" y="3602127"/>
            <a:ext cx="7886700" cy="1250156"/>
          </a:xfrm>
          <a:prstGeom prst="rect">
            <a:avLst/>
          </a:prstGeo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dirty="0"/>
              <a:t>Click to edit Master text styles</a:t>
            </a:r>
          </a:p>
        </p:txBody>
      </p:sp>
    </p:spTree>
    <p:extLst>
      <p:ext uri="{BB962C8B-B14F-4D97-AF65-F5344CB8AC3E}">
        <p14:creationId xmlns:p14="http://schemas.microsoft.com/office/powerpoint/2010/main" val="7306080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
        <p:nvSpPr>
          <p:cNvPr id="3" name="Content Placeholder 2"/>
          <p:cNvSpPr>
            <a:spLocks noGrp="1"/>
          </p:cNvSpPr>
          <p:nvPr>
            <p:ph sz="half" idx="1"/>
          </p:nvPr>
        </p:nvSpPr>
        <p:spPr>
          <a:xfrm>
            <a:off x="6286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p:cNvSpPr>
            <a:spLocks noGrp="1"/>
          </p:cNvSpPr>
          <p:nvPr>
            <p:ph sz="half" idx="2"/>
          </p:nvPr>
        </p:nvSpPr>
        <p:spPr>
          <a:xfrm>
            <a:off x="4629150" y="1425383"/>
            <a:ext cx="3886200" cy="3347208"/>
          </a:xfrm>
          <a:prstGeom prst="rect">
            <a:avLst/>
          </a:prstGeo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53349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04271"/>
            <a:ext cx="7886700" cy="1104636"/>
          </a:xfrm>
          <a:prstGeom prst="rect">
            <a:avLst/>
          </a:prstGeom>
        </p:spPr>
        <p:txBody>
          <a:bodyPr/>
          <a:lstStyle/>
          <a:p>
            <a:r>
              <a:rPr lang="en-GB" dirty="0"/>
              <a:t>Click to edit Master title style</a:t>
            </a:r>
            <a:endParaRPr lang="en-US" dirty="0"/>
          </a:p>
        </p:txBody>
      </p:sp>
    </p:spTree>
    <p:extLst>
      <p:ext uri="{BB962C8B-B14F-4D97-AF65-F5344CB8AC3E}">
        <p14:creationId xmlns:p14="http://schemas.microsoft.com/office/powerpoint/2010/main" val="12049543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15269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Content Placeholder 2"/>
          <p:cNvSpPr>
            <a:spLocks noGrp="1"/>
          </p:cNvSpPr>
          <p:nvPr>
            <p:ph idx="1"/>
          </p:nvPr>
        </p:nvSpPr>
        <p:spPr>
          <a:xfrm>
            <a:off x="3887391" y="381001"/>
            <a:ext cx="4629150" cy="4479324"/>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Text Placeholder 3"/>
          <p:cNvSpPr>
            <a:spLocks noGrp="1"/>
          </p:cNvSpPr>
          <p:nvPr>
            <p:ph type="body" sz="half" idx="2"/>
          </p:nvPr>
        </p:nvSpPr>
        <p:spPr>
          <a:xfrm>
            <a:off x="629841" y="1714501"/>
            <a:ext cx="2949178" cy="315947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29435072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a:prstGeom prst="rect">
            <a:avLst/>
          </a:prstGeom>
        </p:spPr>
        <p:txBody>
          <a:bodyPr anchor="b"/>
          <a:lstStyle>
            <a:lvl1pPr>
              <a:defRPr sz="2400"/>
            </a:lvl1pPr>
          </a:lstStyle>
          <a:p>
            <a:r>
              <a:rPr lang="en-GB" dirty="0"/>
              <a:t>Click to edit Master title style</a:t>
            </a:r>
            <a:endParaRPr lang="en-US" dirty="0"/>
          </a:p>
        </p:txBody>
      </p:sp>
      <p:sp>
        <p:nvSpPr>
          <p:cNvPr id="3" name="Picture Placeholder 2"/>
          <p:cNvSpPr>
            <a:spLocks noGrp="1" noChangeAspect="1"/>
          </p:cNvSpPr>
          <p:nvPr>
            <p:ph type="pic" idx="1"/>
          </p:nvPr>
        </p:nvSpPr>
        <p:spPr>
          <a:xfrm>
            <a:off x="3887391" y="381001"/>
            <a:ext cx="4629150" cy="4487562"/>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dirty="0"/>
              <a:t>Click icon to add picture</a:t>
            </a:r>
            <a:endParaRPr lang="en-US" dirty="0"/>
          </a:p>
        </p:txBody>
      </p:sp>
      <p:sp>
        <p:nvSpPr>
          <p:cNvPr id="4" name="Text Placeholder 3"/>
          <p:cNvSpPr>
            <a:spLocks noGrp="1"/>
          </p:cNvSpPr>
          <p:nvPr>
            <p:ph type="body" sz="half" idx="2"/>
          </p:nvPr>
        </p:nvSpPr>
        <p:spPr>
          <a:xfrm>
            <a:off x="629841" y="1714501"/>
            <a:ext cx="2949178" cy="3165286"/>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Click to edit Master text styles</a:t>
            </a:r>
          </a:p>
        </p:txBody>
      </p:sp>
    </p:spTree>
    <p:extLst>
      <p:ext uri="{BB962C8B-B14F-4D97-AF65-F5344CB8AC3E}">
        <p14:creationId xmlns:p14="http://schemas.microsoft.com/office/powerpoint/2010/main" val="148128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3625510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0FC4F5-E04A-C641-ABCB-7855A6634966}"/>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08D9C70E-8304-E34A-89DB-70A9D8CEAB9F}"/>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1651659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5420877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CB52D60-7F03-9E4C-B3FD-70C0B65CC0EF}"/>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4" name="Picture 3">
            <a:extLst>
              <a:ext uri="{FF2B5EF4-FFF2-40B4-BE49-F238E27FC236}">
                <a16:creationId xmlns:a16="http://schemas.microsoft.com/office/drawing/2014/main" id="{BC3188BB-F162-1949-90AF-2F0207E360BF}"/>
              </a:ext>
            </a:extLst>
          </p:cNvPr>
          <p:cNvPicPr>
            <a:picLocks noChangeAspect="1"/>
          </p:cNvPicPr>
          <p:nvPr userDrawn="1"/>
        </p:nvPicPr>
        <p:blipFill>
          <a:blip r:embed="rId2"/>
          <a:srcRect/>
          <a:stretch/>
        </p:blipFill>
        <p:spPr>
          <a:xfrm>
            <a:off x="628650" y="4977336"/>
            <a:ext cx="2115408" cy="479695"/>
          </a:xfrm>
          <a:prstGeom prst="rect">
            <a:avLst/>
          </a:prstGeom>
        </p:spPr>
      </p:pic>
    </p:spTree>
    <p:extLst>
      <p:ext uri="{BB962C8B-B14F-4D97-AF65-F5344CB8AC3E}">
        <p14:creationId xmlns:p14="http://schemas.microsoft.com/office/powerpoint/2010/main" val="2735671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42904410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pic>
        <p:nvPicPr>
          <p:cNvPr id="3" name="Picture 2">
            <a:extLst>
              <a:ext uri="{FF2B5EF4-FFF2-40B4-BE49-F238E27FC236}">
                <a16:creationId xmlns:a16="http://schemas.microsoft.com/office/drawing/2014/main" id="{C7C5FA70-7C6F-2F49-8925-6BF1B8A79F39}"/>
              </a:ext>
            </a:extLst>
          </p:cNvPr>
          <p:cNvPicPr>
            <a:picLocks noChangeAspect="1"/>
          </p:cNvPicPr>
          <p:nvPr userDrawn="1"/>
        </p:nvPicPr>
        <p:blipFill>
          <a:blip r:embed="rId2"/>
          <a:srcRect/>
          <a:stretch/>
        </p:blipFill>
        <p:spPr>
          <a:xfrm>
            <a:off x="628650" y="4977335"/>
            <a:ext cx="2115408" cy="479695"/>
          </a:xfrm>
          <a:prstGeom prst="rect">
            <a:avLst/>
          </a:prstGeom>
        </p:spPr>
      </p:pic>
    </p:spTree>
    <p:extLst>
      <p:ext uri="{BB962C8B-B14F-4D97-AF65-F5344CB8AC3E}">
        <p14:creationId xmlns:p14="http://schemas.microsoft.com/office/powerpoint/2010/main" val="3658907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6501E7-0054-2C48-8F85-8EFC5DCC8BE7}"/>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Tree>
    <p:extLst>
      <p:ext uri="{BB962C8B-B14F-4D97-AF65-F5344CB8AC3E}">
        <p14:creationId xmlns:p14="http://schemas.microsoft.com/office/powerpoint/2010/main" val="2735800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tif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image" Target="../media/image4.tiff"/><Relationship Id="rId5" Type="http://schemas.openxmlformats.org/officeDocument/2006/relationships/slideLayout" Target="../slideLayouts/slideLayout13.xml"/><Relationship Id="rId10" Type="http://schemas.openxmlformats.org/officeDocument/2006/relationships/image" Target="../media/image3.png"/><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image" Target="../media/image3.png"/><Relationship Id="rId5" Type="http://schemas.openxmlformats.org/officeDocument/2006/relationships/slideLayout" Target="../slideLayouts/slideLayout21.xml"/><Relationship Id="rId10" Type="http://schemas.openxmlformats.org/officeDocument/2006/relationships/image" Target="../media/image5.png"/><Relationship Id="rId4" Type="http://schemas.openxmlformats.org/officeDocument/2006/relationships/slideLayout" Target="../slideLayouts/slideLayout20.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10" Type="http://schemas.openxmlformats.org/officeDocument/2006/relationships/image" Target="../media/image2.png"/><Relationship Id="rId4" Type="http://schemas.openxmlformats.org/officeDocument/2006/relationships/slideLayout" Target="../slideLayouts/slideLayout28.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005C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0F270661-5897-294E-8E62-63F1988A1322}"/>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043424" y="4545000"/>
            <a:ext cx="2100576" cy="1170000"/>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US"/>
              <a:t>Click to edit Master title style</a:t>
            </a:r>
            <a:endParaRPr lang="nb-NO" dirty="0"/>
          </a:p>
        </p:txBody>
      </p:sp>
      <p:pic>
        <p:nvPicPr>
          <p:cNvPr id="14" name="Picture 13">
            <a:extLst>
              <a:ext uri="{FF2B5EF4-FFF2-40B4-BE49-F238E27FC236}">
                <a16:creationId xmlns:a16="http://schemas.microsoft.com/office/drawing/2014/main" id="{CE9FD4B4-DFF1-934C-A28A-5210B685895E}"/>
              </a:ext>
            </a:extLst>
          </p:cNvPr>
          <p:cNvPicPr>
            <a:picLocks noChangeAspect="1"/>
          </p:cNvPicPr>
          <p:nvPr userDrawn="1"/>
        </p:nvPicPr>
        <p:blipFill>
          <a:blip r:embed="rId11"/>
          <a:srcRect/>
          <a:stretch/>
        </p:blipFill>
        <p:spPr>
          <a:xfrm>
            <a:off x="628650" y="4977336"/>
            <a:ext cx="2115408" cy="479695"/>
          </a:xfrm>
          <a:prstGeom prst="rect">
            <a:avLst/>
          </a:prstGeom>
        </p:spPr>
      </p:pic>
      <p:sp>
        <p:nvSpPr>
          <p:cNvPr id="2" name="Date Placeholder 1">
            <a:extLst>
              <a:ext uri="{FF2B5EF4-FFF2-40B4-BE49-F238E27FC236}">
                <a16:creationId xmlns:a16="http://schemas.microsoft.com/office/drawing/2014/main" id="{87B01E76-C766-4BBF-9951-37129276BD7A}"/>
              </a:ext>
            </a:extLst>
          </p:cNvPr>
          <p:cNvSpPr>
            <a:spLocks noGrp="1"/>
          </p:cNvSpPr>
          <p:nvPr>
            <p:ph type="dt" sz="half" idx="2"/>
          </p:nvPr>
        </p:nvSpPr>
        <p:spPr>
          <a:xfrm>
            <a:off x="2676009" y="5305425"/>
            <a:ext cx="2057400" cy="303212"/>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 August 2021</a:t>
            </a:r>
            <a:endParaRPr lang="en-US" dirty="0"/>
          </a:p>
        </p:txBody>
      </p:sp>
      <p:sp>
        <p:nvSpPr>
          <p:cNvPr id="4" name="Slide Number Placeholder 3">
            <a:extLst>
              <a:ext uri="{FF2B5EF4-FFF2-40B4-BE49-F238E27FC236}">
                <a16:creationId xmlns:a16="http://schemas.microsoft.com/office/drawing/2014/main" id="{3AD695CE-7F16-43C6-9361-605F6E19C15C}"/>
              </a:ext>
            </a:extLst>
          </p:cNvPr>
          <p:cNvSpPr>
            <a:spLocks noGrp="1"/>
          </p:cNvSpPr>
          <p:nvPr>
            <p:ph type="sldNum" sz="quarter" idx="4"/>
          </p:nvPr>
        </p:nvSpPr>
        <p:spPr>
          <a:xfrm>
            <a:off x="4817614" y="5314832"/>
            <a:ext cx="2057400" cy="303212"/>
          </a:xfrm>
          <a:prstGeom prst="rect">
            <a:avLst/>
          </a:prstGeom>
        </p:spPr>
        <p:txBody>
          <a:bodyPr vert="horz" lIns="91440" tIns="45720" rIns="91440" bIns="45720" rtlCol="0" anchor="ctr"/>
          <a:lstStyle>
            <a:lvl1pPr algn="r">
              <a:defRPr sz="1200">
                <a:solidFill>
                  <a:schemeClr val="tx1">
                    <a:tint val="75000"/>
                  </a:schemeClr>
                </a:solidFill>
              </a:defRPr>
            </a:lvl1pPr>
          </a:lstStyle>
          <a:p>
            <a:fld id="{827FAC9D-EC37-4C36-BD8F-9EBA739370E0}" type="slidenum">
              <a:rPr lang="en-US" smtClean="0"/>
              <a:t>‹#›</a:t>
            </a:fld>
            <a:endParaRPr lang="en-US" dirty="0"/>
          </a:p>
        </p:txBody>
      </p:sp>
    </p:spTree>
    <p:extLst>
      <p:ext uri="{BB962C8B-B14F-4D97-AF65-F5344CB8AC3E}">
        <p14:creationId xmlns:p14="http://schemas.microsoft.com/office/powerpoint/2010/main" val="6262357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90" r:id="rId5"/>
    <p:sldLayoutId id="2147483691" r:id="rId6"/>
    <p:sldLayoutId id="2147483692" r:id="rId7"/>
    <p:sldLayoutId id="2147483693" r:id="rId8"/>
  </p:sldLayoutIdLst>
  <p:hf hdr="0" ftr="0"/>
  <p:txStyles>
    <p:titleStyle>
      <a:lvl1pPr algn="l" defTabSz="685800" rtl="0" eaLnBrk="1" latinLnBrk="0" hangingPunct="1">
        <a:lnSpc>
          <a:spcPct val="90000"/>
        </a:lnSpc>
        <a:spcBef>
          <a:spcPct val="0"/>
        </a:spcBef>
        <a:buNone/>
        <a:defRPr sz="3300" b="0" i="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rgbClr val="EDF6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3" name="Text Placeholder 2"/>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8" name="Picture 7">
            <a:extLst>
              <a:ext uri="{FF2B5EF4-FFF2-40B4-BE49-F238E27FC236}">
                <a16:creationId xmlns:a16="http://schemas.microsoft.com/office/drawing/2014/main" id="{CA839661-8C50-454D-B833-FE346B672CFE}"/>
              </a:ext>
            </a:extLst>
          </p:cNvPr>
          <p:cNvPicPr>
            <a:picLocks noChangeAspect="1"/>
          </p:cNvPicPr>
          <p:nvPr userDrawn="1"/>
        </p:nvPicPr>
        <p:blipFill>
          <a:blip r:embed="rId10"/>
          <a:srcRect/>
          <a:stretch/>
        </p:blipFill>
        <p:spPr>
          <a:xfrm>
            <a:off x="628650" y="4977335"/>
            <a:ext cx="2115408" cy="479695"/>
          </a:xfrm>
          <a:prstGeom prst="rect">
            <a:avLst/>
          </a:prstGeom>
        </p:spPr>
      </p:pic>
      <p:pic>
        <p:nvPicPr>
          <p:cNvPr id="10" name="Picture 9">
            <a:extLst>
              <a:ext uri="{FF2B5EF4-FFF2-40B4-BE49-F238E27FC236}">
                <a16:creationId xmlns:a16="http://schemas.microsoft.com/office/drawing/2014/main" id="{4AF53048-47FA-4243-88AA-13DAFFB34998}"/>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a:stretch/>
        </p:blipFill>
        <p:spPr>
          <a:xfrm>
            <a:off x="6960972" y="4741664"/>
            <a:ext cx="2183027" cy="973336"/>
          </a:xfrm>
          <a:prstGeom prst="rect">
            <a:avLst/>
          </a:prstGeom>
        </p:spPr>
      </p:pic>
    </p:spTree>
    <p:extLst>
      <p:ext uri="{BB962C8B-B14F-4D97-AF65-F5344CB8AC3E}">
        <p14:creationId xmlns:p14="http://schemas.microsoft.com/office/powerpoint/2010/main" val="277822439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hf hdr="0" ftr="0"/>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pic>
        <p:nvPicPr>
          <p:cNvPr id="9" name="Picture 8">
            <a:extLst>
              <a:ext uri="{FF2B5EF4-FFF2-40B4-BE49-F238E27FC236}">
                <a16:creationId xmlns:a16="http://schemas.microsoft.com/office/drawing/2014/main" id="{F34963A4-30EA-BA44-A3C1-3E0310FE1290}"/>
              </a:ext>
            </a:extLst>
          </p:cNvPr>
          <p:cNvPicPr>
            <a:picLocks noChangeAspect="1"/>
          </p:cNvPicPr>
          <p:nvPr userDrawn="1"/>
        </p:nvPicPr>
        <p:blipFill rotWithShape="1">
          <a:blip r:embed="rId10" cstate="screen">
            <a:extLst>
              <a:ext uri="{28A0092B-C50C-407E-A947-70E740481C1C}">
                <a14:useLocalDpi xmlns:a14="http://schemas.microsoft.com/office/drawing/2010/main"/>
              </a:ext>
            </a:extLst>
          </a:blip>
          <a:srcRect/>
          <a:stretch/>
        </p:blipFill>
        <p:spPr>
          <a:xfrm>
            <a:off x="7166919" y="4509170"/>
            <a:ext cx="1977081" cy="1205829"/>
          </a:xfrm>
          <a:prstGeom prst="rect">
            <a:avLst/>
          </a:prstGeom>
        </p:spPr>
      </p:pic>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pic>
        <p:nvPicPr>
          <p:cNvPr id="6" name="Picture 5">
            <a:extLst>
              <a:ext uri="{FF2B5EF4-FFF2-40B4-BE49-F238E27FC236}">
                <a16:creationId xmlns:a16="http://schemas.microsoft.com/office/drawing/2014/main" id="{FB0D1645-1E9C-5B4B-9DFE-AB79493B1225}"/>
              </a:ext>
            </a:extLst>
          </p:cNvPr>
          <p:cNvPicPr>
            <a:picLocks noChangeAspect="1"/>
          </p:cNvPicPr>
          <p:nvPr userDrawn="1"/>
        </p:nvPicPr>
        <p:blipFill>
          <a:blip r:embed="rId11"/>
          <a:srcRect/>
          <a:stretch/>
        </p:blipFill>
        <p:spPr>
          <a:xfrm>
            <a:off x="628650" y="4977335"/>
            <a:ext cx="2115408" cy="479695"/>
          </a:xfrm>
          <a:prstGeom prst="rect">
            <a:avLst/>
          </a:prstGeom>
        </p:spPr>
      </p:pic>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96024432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Lst>
  <p:hf hdr="0" ftr="0"/>
  <p:txStyles>
    <p:titleStyle>
      <a:lvl1pPr algn="l" defTabSz="685800" rtl="0" eaLnBrk="1" latinLnBrk="0" hangingPunct="1">
        <a:lnSpc>
          <a:spcPct val="90000"/>
        </a:lnSpc>
        <a:spcBef>
          <a:spcPct val="0"/>
        </a:spcBef>
        <a:buNone/>
        <a:defRPr sz="3300" b="0" i="0" kern="1200">
          <a:solidFill>
            <a:srgbClr val="2E538D"/>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C622C5-82B1-4746-AD46-30041CB9FD80}"/>
              </a:ext>
            </a:extLst>
          </p:cNvPr>
          <p:cNvSpPr/>
          <p:nvPr userDrawn="1"/>
        </p:nvSpPr>
        <p:spPr>
          <a:xfrm>
            <a:off x="0" y="0"/>
            <a:ext cx="9144000" cy="5715000"/>
          </a:xfrm>
          <a:prstGeom prst="rect">
            <a:avLst/>
          </a:prstGeom>
          <a:gradFill flip="none" rotWithShape="1">
            <a:gsLst>
              <a:gs pos="0">
                <a:srgbClr val="E9A592"/>
              </a:gs>
              <a:gs pos="100000">
                <a:srgbClr val="E97C6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dirty="0">
              <a:ln>
                <a:noFill/>
              </a:ln>
              <a:solidFill>
                <a:schemeClr val="bg1"/>
              </a:solidFill>
            </a:endParaRPr>
          </a:p>
        </p:txBody>
      </p:sp>
      <p:sp>
        <p:nvSpPr>
          <p:cNvPr id="11" name="Title Placeholder 10">
            <a:extLst>
              <a:ext uri="{FF2B5EF4-FFF2-40B4-BE49-F238E27FC236}">
                <a16:creationId xmlns:a16="http://schemas.microsoft.com/office/drawing/2014/main" id="{DB8B9B4A-9906-1E43-833B-E0278CEEBDAD}"/>
              </a:ext>
            </a:extLst>
          </p:cNvPr>
          <p:cNvSpPr>
            <a:spLocks noGrp="1"/>
          </p:cNvSpPr>
          <p:nvPr>
            <p:ph type="title"/>
          </p:nvPr>
        </p:nvSpPr>
        <p:spPr>
          <a:xfrm>
            <a:off x="628650" y="304800"/>
            <a:ext cx="7886700" cy="1104900"/>
          </a:xfrm>
          <a:prstGeom prst="rect">
            <a:avLst/>
          </a:prstGeom>
        </p:spPr>
        <p:txBody>
          <a:bodyPr vert="horz" lIns="91440" tIns="45720" rIns="91440" bIns="45720" rtlCol="0" anchor="ctr">
            <a:normAutofit/>
          </a:bodyPr>
          <a:lstStyle/>
          <a:p>
            <a:r>
              <a:rPr lang="en-GB" dirty="0"/>
              <a:t>Click to edit Master title style</a:t>
            </a:r>
            <a:endParaRPr lang="nb-NO" dirty="0"/>
          </a:p>
        </p:txBody>
      </p:sp>
      <p:sp>
        <p:nvSpPr>
          <p:cNvPr id="8" name="Text Placeholder 2">
            <a:extLst>
              <a:ext uri="{FF2B5EF4-FFF2-40B4-BE49-F238E27FC236}">
                <a16:creationId xmlns:a16="http://schemas.microsoft.com/office/drawing/2014/main" id="{F56ED686-BC76-AF49-B1B1-A237E9A16C45}"/>
              </a:ext>
            </a:extLst>
          </p:cNvPr>
          <p:cNvSpPr>
            <a:spLocks noGrp="1"/>
          </p:cNvSpPr>
          <p:nvPr>
            <p:ph type="body" idx="1"/>
          </p:nvPr>
        </p:nvSpPr>
        <p:spPr>
          <a:xfrm>
            <a:off x="628650" y="1426176"/>
            <a:ext cx="7886700" cy="333073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pic>
        <p:nvPicPr>
          <p:cNvPr id="12" name="Picture 11">
            <a:extLst>
              <a:ext uri="{FF2B5EF4-FFF2-40B4-BE49-F238E27FC236}">
                <a16:creationId xmlns:a16="http://schemas.microsoft.com/office/drawing/2014/main" id="{1EF0A790-7D3B-5240-8FBF-57EBDBFE5BA2}"/>
              </a:ext>
            </a:extLst>
          </p:cNvPr>
          <p:cNvPicPr>
            <a:picLocks noChangeAspect="1"/>
          </p:cNvPicPr>
          <p:nvPr userDrawn="1"/>
        </p:nvPicPr>
        <p:blipFill>
          <a:blip r:embed="rId10"/>
          <a:srcRect/>
          <a:stretch/>
        </p:blipFill>
        <p:spPr>
          <a:xfrm>
            <a:off x="628650" y="4977336"/>
            <a:ext cx="2115408" cy="479695"/>
          </a:xfrm>
          <a:prstGeom prst="rect">
            <a:avLst/>
          </a:prstGeom>
        </p:spPr>
      </p:pic>
    </p:spTree>
    <p:extLst>
      <p:ext uri="{BB962C8B-B14F-4D97-AF65-F5344CB8AC3E}">
        <p14:creationId xmlns:p14="http://schemas.microsoft.com/office/powerpoint/2010/main" val="1460917794"/>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Lst>
  <p:hf hdr="0" ftr="0"/>
  <p:txStyles>
    <p:titleStyle>
      <a:lvl1pPr algn="l" defTabSz="685800" rtl="0" eaLnBrk="1" latinLnBrk="0" hangingPunct="1">
        <a:lnSpc>
          <a:spcPct val="90000"/>
        </a:lnSpc>
        <a:spcBef>
          <a:spcPct val="0"/>
        </a:spcBef>
        <a:buNone/>
        <a:defRPr sz="3300" b="0" i="0" kern="1200">
          <a:solidFill>
            <a:schemeClr val="bg1"/>
          </a:solidFill>
          <a:latin typeface="Calibri" panose="020F0502020204030204" pitchFamily="34" charset="0"/>
          <a:ea typeface="+mj-ea"/>
          <a:cs typeface="Calibri" panose="020F0502020204030204" pitchFamily="34" charset="0"/>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chemeClr val="bg1"/>
          </a:solidFill>
          <a:latin typeface="Calibri Light" panose="020F0302020204030204" pitchFamily="34" charset="0"/>
          <a:ea typeface="+mn-ea"/>
          <a:cs typeface="Calibri Light" panose="020F030202020403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bg1"/>
          </a:solidFill>
          <a:latin typeface="Calibri Light" panose="020F0302020204030204" pitchFamily="34" charset="0"/>
          <a:ea typeface="+mn-ea"/>
          <a:cs typeface="Calibri Light" panose="020F030202020403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chemeClr val="bg1"/>
          </a:solidFill>
          <a:latin typeface="Calibri Light" panose="020F0302020204030204" pitchFamily="34" charset="0"/>
          <a:ea typeface="+mn-ea"/>
          <a:cs typeface="Calibri Light" panose="020F030202020403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chemeClr val="bg1"/>
          </a:solidFill>
          <a:latin typeface="Calibri Light" panose="020F0302020204030204" pitchFamily="34" charset="0"/>
          <a:ea typeface="+mn-ea"/>
          <a:cs typeface="Calibri Light" panose="020F030202020403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chemeClr val="bg1"/>
          </a:solidFill>
          <a:latin typeface="Calibri Light" panose="020F0302020204030204" pitchFamily="34" charset="0"/>
          <a:ea typeface="+mn-ea"/>
          <a:cs typeface="Calibri Light" panose="020F03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9F6C5B-4AF5-454D-AF1A-B8C3480E7A71}"/>
              </a:ext>
            </a:extLst>
          </p:cNvPr>
          <p:cNvSpPr/>
          <p:nvPr userDrawn="1"/>
        </p:nvSpPr>
        <p:spPr>
          <a:xfrm>
            <a:off x="0" y="0"/>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b="0" i="0" dirty="0">
              <a:ln>
                <a:noFill/>
              </a:ln>
              <a:solidFill>
                <a:schemeClr val="bg1"/>
              </a:solidFill>
              <a:latin typeface="Calibri" panose="020F0502020204030204" pitchFamily="34" charset="0"/>
            </a:endParaRPr>
          </a:p>
        </p:txBody>
      </p:sp>
    </p:spTree>
    <p:extLst>
      <p:ext uri="{BB962C8B-B14F-4D97-AF65-F5344CB8AC3E}">
        <p14:creationId xmlns:p14="http://schemas.microsoft.com/office/powerpoint/2010/main" val="1744809105"/>
      </p:ext>
    </p:extLst>
  </p:cSld>
  <p:clrMap bg1="lt1" tx1="dk1" bg2="lt2" tx2="dk2" accent1="accent1" accent2="accent2" accent3="accent3" accent4="accent4" accent5="accent5" accent6="accent6" hlink="hlink" folHlink="folHlink"/>
  <p:sldLayoutIdLst>
    <p:sldLayoutId id="2147483713" r:id="rId1"/>
    <p:sldLayoutId id="2147483729" r:id="rId2"/>
    <p:sldLayoutId id="2147483715" r:id="rId3"/>
    <p:sldLayoutId id="2147483727" r:id="rId4"/>
    <p:sldLayoutId id="2147483714" r:id="rId5"/>
    <p:sldLayoutId id="2147483728" r:id="rId6"/>
    <p:sldLayoutId id="2147483716" r:id="rId7"/>
  </p:sldLayoutIdLst>
  <p:hf hdr="0" ftr="0"/>
  <p:txStyles>
    <p:titleStyle>
      <a:lvl1pPr algn="l" defTabSz="685800" rtl="0" eaLnBrk="1" latinLnBrk="0" hangingPunct="1">
        <a:lnSpc>
          <a:spcPct val="90000"/>
        </a:lnSpc>
        <a:spcBef>
          <a:spcPct val="0"/>
        </a:spcBef>
        <a:buNone/>
        <a:defRPr sz="3300" b="0" i="0" kern="1200">
          <a:solidFill>
            <a:srgbClr val="2E538D"/>
          </a:solidFill>
          <a:latin typeface="TT Commons" panose="02000506040000020004" pitchFamily="2" charset="77"/>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b="0" i="0" kern="1200">
          <a:solidFill>
            <a:srgbClr val="2E538D"/>
          </a:solidFill>
          <a:latin typeface="TT Commons" panose="02000506040000020004"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rgbClr val="2E538D"/>
          </a:solidFill>
          <a:latin typeface="TT Commons" panose="02000506040000020004"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400" b="0" i="0" kern="1200">
          <a:solidFill>
            <a:srgbClr val="2E538D"/>
          </a:solidFill>
          <a:latin typeface="TT Commons" panose="02000506040000020004"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b="0" i="0" kern="1200">
          <a:solidFill>
            <a:srgbClr val="2E538D"/>
          </a:solidFill>
          <a:latin typeface="TT Commons" panose="02000506040000020004"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050" b="0" i="0" kern="1200">
          <a:solidFill>
            <a:srgbClr val="2E538D"/>
          </a:solidFill>
          <a:latin typeface="TT Commons" panose="02000506040000020004"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youtu.be/HUti6vGctQM"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tylervigen.com/spurious-correlation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mixtape.scunning.com/index.htm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hyperlink" Target="https://ec.europa.eu/eurostat/statistics-explained/index.php?title=Beginners:GDP_-_What_is_gross_domestic_product_(GDP)?#What.E2.80.99s_covered_by_GDP.3F"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www.investopedia.com/articles/insights/110916/economic-benefits-legalizing-weed.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683FD103-5EF1-48AB-8EC6-4C1921FB118B}"/>
              </a:ext>
            </a:extLst>
          </p:cNvPr>
          <p:cNvSpPr>
            <a:spLocks noGrp="1"/>
          </p:cNvSpPr>
          <p:nvPr>
            <p:ph type="ctrTitle"/>
          </p:nvPr>
        </p:nvSpPr>
        <p:spPr>
          <a:xfrm>
            <a:off x="1321231" y="369902"/>
            <a:ext cx="6858000" cy="1483627"/>
          </a:xfrm>
        </p:spPr>
        <p:txBody>
          <a:bodyPr>
            <a:normAutofit/>
          </a:bodyPr>
          <a:lstStyle/>
          <a:p>
            <a:r>
              <a:rPr lang="en-US" altLang="en-US">
                <a:ea typeface="ＭＳ Ｐゴシック" panose="020B0600070205080204" pitchFamily="34" charset="-128"/>
              </a:rPr>
              <a:t>Introduction to Economics for Sport Management   </a:t>
            </a:r>
            <a:endParaRPr lang="nb-NO" dirty="0"/>
          </a:p>
        </p:txBody>
      </p:sp>
      <p:sp>
        <p:nvSpPr>
          <p:cNvPr id="3" name="Undertittel 2">
            <a:extLst>
              <a:ext uri="{FF2B5EF4-FFF2-40B4-BE49-F238E27FC236}">
                <a16:creationId xmlns:a16="http://schemas.microsoft.com/office/drawing/2014/main" id="{B36D34FB-1F7C-40AB-BF82-E481F6CDD12B}"/>
              </a:ext>
            </a:extLst>
          </p:cNvPr>
          <p:cNvSpPr>
            <a:spLocks noGrp="1"/>
          </p:cNvSpPr>
          <p:nvPr>
            <p:ph type="subTitle" idx="1"/>
          </p:nvPr>
        </p:nvSpPr>
        <p:spPr>
          <a:xfrm>
            <a:off x="2912189" y="4259028"/>
            <a:ext cx="2212383" cy="345936"/>
          </a:xfrm>
        </p:spPr>
        <p:txBody>
          <a:bodyPr/>
          <a:lstStyle/>
          <a:p>
            <a:r>
              <a:rPr lang="nb-NO"/>
              <a:t>Alessandro Di Mattia</a:t>
            </a:r>
          </a:p>
          <a:p>
            <a:endParaRPr lang="nb-NO" dirty="0"/>
          </a:p>
        </p:txBody>
      </p:sp>
      <p:pic>
        <p:nvPicPr>
          <p:cNvPr id="4" name="Picture 3">
            <a:extLst>
              <a:ext uri="{FF2B5EF4-FFF2-40B4-BE49-F238E27FC236}">
                <a16:creationId xmlns:a16="http://schemas.microsoft.com/office/drawing/2014/main" id="{27EF24E2-7FCE-4595-9068-53A69F6EEC7B}"/>
              </a:ext>
            </a:extLst>
          </p:cNvPr>
          <p:cNvPicPr>
            <a:picLocks noChangeAspect="1"/>
          </p:cNvPicPr>
          <p:nvPr/>
        </p:nvPicPr>
        <p:blipFill>
          <a:blip r:embed="rId3"/>
          <a:stretch>
            <a:fillRect/>
          </a:stretch>
        </p:blipFill>
        <p:spPr>
          <a:xfrm>
            <a:off x="5374521" y="3983118"/>
            <a:ext cx="1042506" cy="1243692"/>
          </a:xfrm>
          <a:prstGeom prst="rect">
            <a:avLst/>
          </a:prstGeom>
        </p:spPr>
      </p:pic>
      <p:sp>
        <p:nvSpPr>
          <p:cNvPr id="9" name="TextBox 8">
            <a:extLst>
              <a:ext uri="{FF2B5EF4-FFF2-40B4-BE49-F238E27FC236}">
                <a16:creationId xmlns:a16="http://schemas.microsoft.com/office/drawing/2014/main" id="{F6914B83-9E2E-45A8-9DBF-ABAB0EE37D3E}"/>
              </a:ext>
            </a:extLst>
          </p:cNvPr>
          <p:cNvSpPr txBox="1"/>
          <p:nvPr/>
        </p:nvSpPr>
        <p:spPr>
          <a:xfrm>
            <a:off x="2047410" y="2797523"/>
            <a:ext cx="5049179" cy="784830"/>
          </a:xfrm>
          <a:prstGeom prst="rect">
            <a:avLst/>
          </a:prstGeom>
          <a:noFill/>
        </p:spPr>
        <p:txBody>
          <a:bodyPr wrap="square">
            <a:spAutoFit/>
          </a:bodyPr>
          <a:lstStyle/>
          <a:p>
            <a:r>
              <a:rPr kumimoji="0" lang="it-IT"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a:t>
            </a:r>
            <a:r>
              <a:rPr kumimoji="0" lang="en-US" altLang="en-US" sz="45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j-cs"/>
              </a:rPr>
              <a:t> </a:t>
            </a:r>
            <a:endParaRPr lang="en-GB" dirty="0"/>
          </a:p>
        </p:txBody>
      </p:sp>
      <p:sp>
        <p:nvSpPr>
          <p:cNvPr id="6" name="TextBox 5">
            <a:extLst>
              <a:ext uri="{FF2B5EF4-FFF2-40B4-BE49-F238E27FC236}">
                <a16:creationId xmlns:a16="http://schemas.microsoft.com/office/drawing/2014/main" id="{EAE26B52-8AAF-4FB1-96E8-4F69B1518E69}"/>
              </a:ext>
            </a:extLst>
          </p:cNvPr>
          <p:cNvSpPr txBox="1"/>
          <p:nvPr/>
        </p:nvSpPr>
        <p:spPr>
          <a:xfrm>
            <a:off x="1884460" y="2063916"/>
            <a:ext cx="5557961" cy="523220"/>
          </a:xfrm>
          <a:prstGeom prst="rect">
            <a:avLst/>
          </a:prstGeom>
          <a:noFill/>
        </p:spPr>
        <p:txBody>
          <a:bodyPr wrap="square" rtlCol="0">
            <a:spAutoFit/>
          </a:bodyPr>
          <a:lstStyle/>
          <a:p>
            <a:pPr algn="ctr"/>
            <a:r>
              <a:rPr lang="en-US" sz="2800" dirty="0">
                <a:solidFill>
                  <a:schemeClr val="bg1"/>
                </a:solidFill>
                <a:latin typeface="+mj-lt"/>
                <a:ea typeface="ＭＳ Ｐゴシック" panose="020B0600070205080204" pitchFamily="34" charset="-128"/>
                <a:cs typeface="+mj-cs"/>
              </a:rPr>
              <a:t>Introduction and Preliminaries </a:t>
            </a:r>
          </a:p>
        </p:txBody>
      </p:sp>
      <p:sp>
        <p:nvSpPr>
          <p:cNvPr id="10" name="Date Placeholder 9">
            <a:extLst>
              <a:ext uri="{FF2B5EF4-FFF2-40B4-BE49-F238E27FC236}">
                <a16:creationId xmlns:a16="http://schemas.microsoft.com/office/drawing/2014/main" id="{D3D6840E-A3CE-4E5B-A415-9544415513DC}"/>
              </a:ext>
            </a:extLst>
          </p:cNvPr>
          <p:cNvSpPr>
            <a:spLocks noGrp="1"/>
          </p:cNvSpPr>
          <p:nvPr>
            <p:ph type="dt" sz="half" idx="10"/>
          </p:nvPr>
        </p:nvSpPr>
        <p:spPr/>
        <p:txBody>
          <a:bodyPr/>
          <a:lstStyle/>
          <a:p>
            <a:r>
              <a:rPr lang="en-US"/>
              <a:t>16 July 2026</a:t>
            </a:r>
            <a:endParaRPr lang="en-US" dirty="0"/>
          </a:p>
        </p:txBody>
      </p:sp>
      <p:sp>
        <p:nvSpPr>
          <p:cNvPr id="5" name="Slide Number Placeholder 4">
            <a:extLst>
              <a:ext uri="{FF2B5EF4-FFF2-40B4-BE49-F238E27FC236}">
                <a16:creationId xmlns:a16="http://schemas.microsoft.com/office/drawing/2014/main" id="{3FC4F22F-6F8A-4216-853C-FAE8D87FB10E}"/>
              </a:ext>
            </a:extLst>
          </p:cNvPr>
          <p:cNvSpPr>
            <a:spLocks noGrp="1"/>
          </p:cNvSpPr>
          <p:nvPr>
            <p:ph type="sldNum" sz="quarter" idx="11"/>
          </p:nvPr>
        </p:nvSpPr>
        <p:spPr/>
        <p:txBody>
          <a:bodyPr/>
          <a:lstStyle/>
          <a:p>
            <a:fld id="{827FAC9D-EC37-4C36-BD8F-9EBA739370E0}" type="slidenum">
              <a:rPr lang="en-US" smtClean="0"/>
              <a:t>1</a:t>
            </a:fld>
            <a:endParaRPr lang="en-US" dirty="0"/>
          </a:p>
        </p:txBody>
      </p:sp>
    </p:spTree>
    <p:extLst>
      <p:ext uri="{BB962C8B-B14F-4D97-AF65-F5344CB8AC3E}">
        <p14:creationId xmlns:p14="http://schemas.microsoft.com/office/powerpoint/2010/main" val="31536079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533DF2-08E8-4D44-AB7D-901A9FD07112}"/>
              </a:ext>
            </a:extLst>
          </p:cNvPr>
          <p:cNvSpPr>
            <a:spLocks noGrp="1"/>
          </p:cNvSpPr>
          <p:nvPr>
            <p:ph type="title"/>
          </p:nvPr>
        </p:nvSpPr>
        <p:spPr>
          <a:xfrm>
            <a:off x="1323602" y="421418"/>
            <a:ext cx="7391027" cy="772540"/>
          </a:xfrm>
        </p:spPr>
        <p:txBody>
          <a:bodyPr/>
          <a:lstStyle/>
          <a:p>
            <a:r>
              <a:rPr lang="it-IT" dirty="0"/>
              <a:t>What is Economics for you?</a:t>
            </a:r>
            <a:endParaRPr lang="en-US" dirty="0"/>
          </a:p>
        </p:txBody>
      </p:sp>
      <p:pic>
        <p:nvPicPr>
          <p:cNvPr id="10" name="Picture 9" descr="A person in a suit&#10;&#10;Description automatically generated with medium confidence">
            <a:extLst>
              <a:ext uri="{FF2B5EF4-FFF2-40B4-BE49-F238E27FC236}">
                <a16:creationId xmlns:a16="http://schemas.microsoft.com/office/drawing/2014/main" id="{E4DCB76D-327C-40F1-9DB7-9A1F9D8D6697}"/>
              </a:ext>
            </a:extLst>
          </p:cNvPr>
          <p:cNvPicPr>
            <a:picLocks noChangeAspect="1"/>
          </p:cNvPicPr>
          <p:nvPr/>
        </p:nvPicPr>
        <p:blipFill>
          <a:blip r:embed="rId3"/>
          <a:stretch>
            <a:fillRect/>
          </a:stretch>
        </p:blipFill>
        <p:spPr>
          <a:xfrm>
            <a:off x="2852974" y="1666460"/>
            <a:ext cx="3438052" cy="2818075"/>
          </a:xfrm>
          <a:prstGeom prst="rect">
            <a:avLst/>
          </a:prstGeom>
        </p:spPr>
      </p:pic>
      <p:sp>
        <p:nvSpPr>
          <p:cNvPr id="3" name="Date Placeholder 2">
            <a:extLst>
              <a:ext uri="{FF2B5EF4-FFF2-40B4-BE49-F238E27FC236}">
                <a16:creationId xmlns:a16="http://schemas.microsoft.com/office/drawing/2014/main" id="{7CC4D9F8-C887-46BB-90D2-F6B5A0C34CBD}"/>
              </a:ext>
            </a:extLst>
          </p:cNvPr>
          <p:cNvSpPr>
            <a:spLocks noGrp="1"/>
          </p:cNvSpPr>
          <p:nvPr>
            <p:ph type="dt" sz="half" idx="10"/>
          </p:nvPr>
        </p:nvSpPr>
        <p:spPr/>
        <p:txBody>
          <a:bodyPr/>
          <a:lstStyle/>
          <a:p>
            <a:r>
              <a:rPr lang="en-US"/>
              <a:t>16 July 2026</a:t>
            </a:r>
            <a:endParaRPr lang="en-US" dirty="0"/>
          </a:p>
        </p:txBody>
      </p:sp>
      <p:sp>
        <p:nvSpPr>
          <p:cNvPr id="2" name="Slide Number Placeholder 1">
            <a:extLst>
              <a:ext uri="{FF2B5EF4-FFF2-40B4-BE49-F238E27FC236}">
                <a16:creationId xmlns:a16="http://schemas.microsoft.com/office/drawing/2014/main" id="{C98104C6-444A-4B43-815A-64983D369DBB}"/>
              </a:ext>
            </a:extLst>
          </p:cNvPr>
          <p:cNvSpPr>
            <a:spLocks noGrp="1"/>
          </p:cNvSpPr>
          <p:nvPr>
            <p:ph type="sldNum" sz="quarter" idx="11"/>
          </p:nvPr>
        </p:nvSpPr>
        <p:spPr/>
        <p:txBody>
          <a:bodyPr/>
          <a:lstStyle/>
          <a:p>
            <a:fld id="{827FAC9D-EC37-4C36-BD8F-9EBA739370E0}" type="slidenum">
              <a:rPr lang="en-US" smtClean="0"/>
              <a:t>2</a:t>
            </a:fld>
            <a:endParaRPr lang="en-US" dirty="0"/>
          </a:p>
        </p:txBody>
      </p:sp>
    </p:spTree>
    <p:extLst>
      <p:ext uri="{BB962C8B-B14F-4D97-AF65-F5344CB8AC3E}">
        <p14:creationId xmlns:p14="http://schemas.microsoft.com/office/powerpoint/2010/main" val="2181610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FD30BE-ED3B-4B3A-8F73-B98C9302574D}"/>
              </a:ext>
            </a:extLst>
          </p:cNvPr>
          <p:cNvSpPr>
            <a:spLocks noGrp="1"/>
          </p:cNvSpPr>
          <p:nvPr>
            <p:ph type="title"/>
          </p:nvPr>
        </p:nvSpPr>
        <p:spPr/>
        <p:txBody>
          <a:bodyPr/>
          <a:lstStyle/>
          <a:p>
            <a:pPr algn="ctr"/>
            <a:r>
              <a:rPr lang="it-IT" dirty="0"/>
              <a:t>Economics</a:t>
            </a:r>
            <a:endParaRPr lang="en-US" dirty="0"/>
          </a:p>
        </p:txBody>
      </p:sp>
      <p:sp>
        <p:nvSpPr>
          <p:cNvPr id="5" name="Content Placeholder 4">
            <a:extLst>
              <a:ext uri="{FF2B5EF4-FFF2-40B4-BE49-F238E27FC236}">
                <a16:creationId xmlns:a16="http://schemas.microsoft.com/office/drawing/2014/main" id="{DD027310-CF85-4AFC-8499-68C7BD6BAE67}"/>
              </a:ext>
            </a:extLst>
          </p:cNvPr>
          <p:cNvSpPr>
            <a:spLocks noGrp="1"/>
          </p:cNvSpPr>
          <p:nvPr>
            <p:ph idx="1"/>
          </p:nvPr>
        </p:nvSpPr>
        <p:spPr/>
        <p:txBody>
          <a:bodyPr>
            <a:normAutofit lnSpcReduction="10000"/>
          </a:bodyPr>
          <a:lstStyle/>
          <a:p>
            <a:r>
              <a:rPr lang="it-IT" sz="2400" dirty="0"/>
              <a:t> </a:t>
            </a:r>
            <a:r>
              <a:rPr lang="it-IT" sz="2800" dirty="0"/>
              <a:t>From Acient Greek </a:t>
            </a:r>
            <a:r>
              <a:rPr lang="it-IT" sz="2800" i="1" dirty="0"/>
              <a:t>«oikonomia»: </a:t>
            </a:r>
          </a:p>
          <a:p>
            <a:pPr lvl="1"/>
            <a:r>
              <a:rPr lang="it-IT" sz="2800" dirty="0"/>
              <a:t>«</a:t>
            </a:r>
            <a:r>
              <a:rPr lang="it-IT" sz="2800" i="1" dirty="0"/>
              <a:t>oikos</a:t>
            </a:r>
            <a:r>
              <a:rPr lang="it-IT" sz="2800" dirty="0"/>
              <a:t>» - «family, household»</a:t>
            </a:r>
          </a:p>
          <a:p>
            <a:pPr lvl="1"/>
            <a:r>
              <a:rPr lang="it-IT" sz="2800" dirty="0"/>
              <a:t>«n</a:t>
            </a:r>
            <a:r>
              <a:rPr lang="it-IT" sz="2800" i="1" dirty="0"/>
              <a:t>emein</a:t>
            </a:r>
            <a:r>
              <a:rPr lang="it-IT" sz="2800" dirty="0"/>
              <a:t>» - «management and dispensation»</a:t>
            </a:r>
            <a:r>
              <a:rPr lang="en-US" sz="2800" dirty="0"/>
              <a:t>	</a:t>
            </a:r>
          </a:p>
          <a:p>
            <a:pPr lvl="1"/>
            <a:r>
              <a:rPr lang="it-IT" sz="2800" i="1" dirty="0"/>
              <a:t>Oikos + nemein = «</a:t>
            </a:r>
            <a:r>
              <a:rPr lang="it-IT" sz="2800" dirty="0"/>
              <a:t>family/household management»</a:t>
            </a:r>
          </a:p>
          <a:p>
            <a:r>
              <a:rPr lang="it-IT" sz="2800" dirty="0"/>
              <a:t>Economics as the «study of wealth» which studies the process of production, consumption, and accumulation of wealth.</a:t>
            </a:r>
          </a:p>
        </p:txBody>
      </p:sp>
      <p:sp>
        <p:nvSpPr>
          <p:cNvPr id="3" name="Date Placeholder 2">
            <a:extLst>
              <a:ext uri="{FF2B5EF4-FFF2-40B4-BE49-F238E27FC236}">
                <a16:creationId xmlns:a16="http://schemas.microsoft.com/office/drawing/2014/main" id="{7C8867B0-F887-4FEF-B7EA-624C11FC4A04}"/>
              </a:ext>
            </a:extLst>
          </p:cNvPr>
          <p:cNvSpPr>
            <a:spLocks noGrp="1"/>
          </p:cNvSpPr>
          <p:nvPr>
            <p:ph type="dt" sz="half" idx="10"/>
          </p:nvPr>
        </p:nvSpPr>
        <p:spPr/>
        <p:txBody>
          <a:bodyPr/>
          <a:lstStyle/>
          <a:p>
            <a:r>
              <a:rPr lang="en-US"/>
              <a:t>16 July 2026</a:t>
            </a:r>
            <a:endParaRPr lang="en-US" dirty="0"/>
          </a:p>
        </p:txBody>
      </p:sp>
      <p:sp>
        <p:nvSpPr>
          <p:cNvPr id="2" name="Slide Number Placeholder 1">
            <a:extLst>
              <a:ext uri="{FF2B5EF4-FFF2-40B4-BE49-F238E27FC236}">
                <a16:creationId xmlns:a16="http://schemas.microsoft.com/office/drawing/2014/main" id="{F6D7C451-28FA-467A-A99F-A69A44D2D45F}"/>
              </a:ext>
            </a:extLst>
          </p:cNvPr>
          <p:cNvSpPr>
            <a:spLocks noGrp="1"/>
          </p:cNvSpPr>
          <p:nvPr>
            <p:ph type="sldNum" sz="quarter" idx="11"/>
          </p:nvPr>
        </p:nvSpPr>
        <p:spPr/>
        <p:txBody>
          <a:bodyPr/>
          <a:lstStyle/>
          <a:p>
            <a:fld id="{827FAC9D-EC37-4C36-BD8F-9EBA739370E0}" type="slidenum">
              <a:rPr lang="en-US" smtClean="0"/>
              <a:t>3</a:t>
            </a:fld>
            <a:endParaRPr lang="en-US" dirty="0"/>
          </a:p>
        </p:txBody>
      </p:sp>
    </p:spTree>
    <p:extLst>
      <p:ext uri="{BB962C8B-B14F-4D97-AF65-F5344CB8AC3E}">
        <p14:creationId xmlns:p14="http://schemas.microsoft.com/office/powerpoint/2010/main" val="1360003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9059A899-BDF3-693D-7D56-098EABD30599}"/>
              </a:ext>
            </a:extLst>
          </p:cNvPr>
          <p:cNvSpPr/>
          <p:nvPr/>
        </p:nvSpPr>
        <p:spPr>
          <a:xfrm>
            <a:off x="3008641" y="2782369"/>
            <a:ext cx="3611447" cy="2107308"/>
          </a:xfrm>
          <a:prstGeom prst="roundRect">
            <a:avLst>
              <a:gd name="adj" fmla="val 6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1563687-35B9-0E61-7C05-B346E018AD99}"/>
              </a:ext>
            </a:extLst>
          </p:cNvPr>
          <p:cNvSpPr/>
          <p:nvPr/>
        </p:nvSpPr>
        <p:spPr>
          <a:xfrm>
            <a:off x="4412573" y="432514"/>
            <a:ext cx="4237230" cy="2079933"/>
          </a:xfrm>
          <a:prstGeom prst="roundRect">
            <a:avLst>
              <a:gd name="adj" fmla="val 6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C79BFE6-77BB-086D-E88F-C3BF4272A0D6}"/>
              </a:ext>
            </a:extLst>
          </p:cNvPr>
          <p:cNvSpPr/>
          <p:nvPr/>
        </p:nvSpPr>
        <p:spPr>
          <a:xfrm>
            <a:off x="1029356" y="216871"/>
            <a:ext cx="2309182" cy="2309182"/>
          </a:xfrm>
          <a:prstGeom prst="roundRect">
            <a:avLst>
              <a:gd name="adj" fmla="val 6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A5981AE-E8DF-409D-8573-79F9FDBC1CCD}"/>
              </a:ext>
            </a:extLst>
          </p:cNvPr>
          <p:cNvPicPr>
            <a:picLocks noChangeAspect="1"/>
          </p:cNvPicPr>
          <p:nvPr/>
        </p:nvPicPr>
        <p:blipFill>
          <a:blip r:embed="rId3"/>
          <a:stretch>
            <a:fillRect/>
          </a:stretch>
        </p:blipFill>
        <p:spPr>
          <a:xfrm>
            <a:off x="1118256" y="305771"/>
            <a:ext cx="2131382" cy="2131382"/>
          </a:xfrm>
          <a:prstGeom prst="rect">
            <a:avLst/>
          </a:prstGeom>
        </p:spPr>
      </p:pic>
      <p:sp>
        <p:nvSpPr>
          <p:cNvPr id="7" name="TextBox 6">
            <a:extLst>
              <a:ext uri="{FF2B5EF4-FFF2-40B4-BE49-F238E27FC236}">
                <a16:creationId xmlns:a16="http://schemas.microsoft.com/office/drawing/2014/main" id="{7D892F8F-FB86-4511-9786-8C0109827ED3}"/>
              </a:ext>
            </a:extLst>
          </p:cNvPr>
          <p:cNvSpPr txBox="1"/>
          <p:nvPr/>
        </p:nvSpPr>
        <p:spPr>
          <a:xfrm>
            <a:off x="649217" y="2488168"/>
            <a:ext cx="3069459" cy="369332"/>
          </a:xfrm>
          <a:prstGeom prst="rect">
            <a:avLst/>
          </a:prstGeom>
          <a:noFill/>
        </p:spPr>
        <p:txBody>
          <a:bodyPr wrap="square" rtlCol="0">
            <a:spAutoFit/>
          </a:bodyPr>
          <a:lstStyle/>
          <a:p>
            <a:pPr algn="ctr"/>
            <a:r>
              <a:rPr lang="it-IT" dirty="0"/>
              <a:t>Aristotle (384-322 BC)</a:t>
            </a:r>
            <a:endParaRPr lang="en-US" dirty="0"/>
          </a:p>
        </p:txBody>
      </p:sp>
      <p:pic>
        <p:nvPicPr>
          <p:cNvPr id="8" name="Picture 7">
            <a:extLst>
              <a:ext uri="{FF2B5EF4-FFF2-40B4-BE49-F238E27FC236}">
                <a16:creationId xmlns:a16="http://schemas.microsoft.com/office/drawing/2014/main" id="{CA5F093E-E01B-40A8-B707-EFD0253EF2A9}"/>
              </a:ext>
            </a:extLst>
          </p:cNvPr>
          <p:cNvPicPr>
            <a:picLocks noChangeAspect="1"/>
          </p:cNvPicPr>
          <p:nvPr/>
        </p:nvPicPr>
        <p:blipFill>
          <a:blip r:embed="rId4"/>
          <a:stretch>
            <a:fillRect/>
          </a:stretch>
        </p:blipFill>
        <p:spPr>
          <a:xfrm>
            <a:off x="4501473" y="521414"/>
            <a:ext cx="4059430" cy="1902133"/>
          </a:xfrm>
          <a:prstGeom prst="rect">
            <a:avLst/>
          </a:prstGeom>
        </p:spPr>
      </p:pic>
      <p:sp>
        <p:nvSpPr>
          <p:cNvPr id="9" name="TextBox 8">
            <a:extLst>
              <a:ext uri="{FF2B5EF4-FFF2-40B4-BE49-F238E27FC236}">
                <a16:creationId xmlns:a16="http://schemas.microsoft.com/office/drawing/2014/main" id="{A02EF0E8-FCCB-489F-A788-A432C00028BE}"/>
              </a:ext>
            </a:extLst>
          </p:cNvPr>
          <p:cNvSpPr txBox="1"/>
          <p:nvPr/>
        </p:nvSpPr>
        <p:spPr>
          <a:xfrm>
            <a:off x="4773270" y="2450922"/>
            <a:ext cx="3457415" cy="369332"/>
          </a:xfrm>
          <a:prstGeom prst="rect">
            <a:avLst/>
          </a:prstGeom>
          <a:noFill/>
        </p:spPr>
        <p:txBody>
          <a:bodyPr wrap="square" rtlCol="0">
            <a:spAutoFit/>
          </a:bodyPr>
          <a:lstStyle/>
          <a:p>
            <a:pPr algn="ctr"/>
            <a:r>
              <a:rPr lang="en-US" dirty="0"/>
              <a:t>Adam Smith (1723-90)</a:t>
            </a:r>
          </a:p>
        </p:txBody>
      </p:sp>
      <p:pic>
        <p:nvPicPr>
          <p:cNvPr id="2" name="Picture 1">
            <a:extLst>
              <a:ext uri="{FF2B5EF4-FFF2-40B4-BE49-F238E27FC236}">
                <a16:creationId xmlns:a16="http://schemas.microsoft.com/office/drawing/2014/main" id="{EB97FE60-1F98-4AB0-8629-6D5DB8302536}"/>
              </a:ext>
            </a:extLst>
          </p:cNvPr>
          <p:cNvPicPr>
            <a:picLocks noChangeAspect="1"/>
          </p:cNvPicPr>
          <p:nvPr/>
        </p:nvPicPr>
        <p:blipFill>
          <a:blip r:embed="rId5"/>
          <a:stretch>
            <a:fillRect/>
          </a:stretch>
        </p:blipFill>
        <p:spPr>
          <a:xfrm>
            <a:off x="3097541" y="2871269"/>
            <a:ext cx="3433647" cy="1929508"/>
          </a:xfrm>
          <a:prstGeom prst="rect">
            <a:avLst/>
          </a:prstGeom>
        </p:spPr>
      </p:pic>
      <p:sp>
        <p:nvSpPr>
          <p:cNvPr id="4" name="Date Placeholder 3">
            <a:extLst>
              <a:ext uri="{FF2B5EF4-FFF2-40B4-BE49-F238E27FC236}">
                <a16:creationId xmlns:a16="http://schemas.microsoft.com/office/drawing/2014/main" id="{CE7FB9B4-6826-440C-BC6A-704C47DBB179}"/>
              </a:ext>
            </a:extLst>
          </p:cNvPr>
          <p:cNvSpPr>
            <a:spLocks noGrp="1"/>
          </p:cNvSpPr>
          <p:nvPr>
            <p:ph type="dt" sz="half" idx="10"/>
          </p:nvPr>
        </p:nvSpPr>
        <p:spPr/>
        <p:txBody>
          <a:bodyPr/>
          <a:lstStyle/>
          <a:p>
            <a:r>
              <a:rPr lang="en-US"/>
              <a:t>16 July 2026</a:t>
            </a:r>
            <a:endParaRPr lang="en-US" dirty="0"/>
          </a:p>
        </p:txBody>
      </p:sp>
      <p:sp>
        <p:nvSpPr>
          <p:cNvPr id="3" name="Slide Number Placeholder 2">
            <a:extLst>
              <a:ext uri="{FF2B5EF4-FFF2-40B4-BE49-F238E27FC236}">
                <a16:creationId xmlns:a16="http://schemas.microsoft.com/office/drawing/2014/main" id="{625E1C68-4DB3-42FA-A3F5-0EB8B0F40008}"/>
              </a:ext>
            </a:extLst>
          </p:cNvPr>
          <p:cNvSpPr>
            <a:spLocks noGrp="1"/>
          </p:cNvSpPr>
          <p:nvPr>
            <p:ph type="sldNum" sz="quarter" idx="11"/>
          </p:nvPr>
        </p:nvSpPr>
        <p:spPr/>
        <p:txBody>
          <a:bodyPr/>
          <a:lstStyle/>
          <a:p>
            <a:fld id="{827FAC9D-EC37-4C36-BD8F-9EBA739370E0}" type="slidenum">
              <a:rPr lang="en-US" smtClean="0"/>
              <a:t>4</a:t>
            </a:fld>
            <a:endParaRPr lang="en-US" dirty="0"/>
          </a:p>
        </p:txBody>
      </p:sp>
    </p:spTree>
    <p:extLst>
      <p:ext uri="{BB962C8B-B14F-4D97-AF65-F5344CB8AC3E}">
        <p14:creationId xmlns:p14="http://schemas.microsoft.com/office/powerpoint/2010/main" val="2495302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a:extLst>
              <a:ext uri="{FF2B5EF4-FFF2-40B4-BE49-F238E27FC236}">
                <a16:creationId xmlns:a16="http://schemas.microsoft.com/office/drawing/2014/main" id="{AEB6F503-2C37-4C92-86D2-53030DBE3093}"/>
              </a:ext>
            </a:extLst>
          </p:cNvPr>
          <p:cNvSpPr>
            <a:spLocks noGrp="1"/>
          </p:cNvSpPr>
          <p:nvPr>
            <p:ph type="title"/>
          </p:nvPr>
        </p:nvSpPr>
        <p:spPr/>
        <p:txBody>
          <a:bodyPr/>
          <a:lstStyle/>
          <a:p>
            <a:pPr algn="ctr"/>
            <a:r>
              <a:rPr lang="en-US" altLang="en-US" dirty="0">
                <a:ea typeface="ＭＳ Ｐゴシック" panose="020B0600070205080204" pitchFamily="34" charset="-128"/>
              </a:rPr>
              <a:t>About the course</a:t>
            </a:r>
            <a:endParaRPr lang="nb-NO" dirty="0"/>
          </a:p>
        </p:txBody>
      </p:sp>
      <p:sp>
        <p:nvSpPr>
          <p:cNvPr id="6" name="Content Placeholder 5">
            <a:extLst>
              <a:ext uri="{FF2B5EF4-FFF2-40B4-BE49-F238E27FC236}">
                <a16:creationId xmlns:a16="http://schemas.microsoft.com/office/drawing/2014/main" id="{0B234584-33FB-4E0D-9B75-EE8C49AD3D2A}"/>
              </a:ext>
            </a:extLst>
          </p:cNvPr>
          <p:cNvSpPr>
            <a:spLocks noGrp="1"/>
          </p:cNvSpPr>
          <p:nvPr>
            <p:ph idx="1"/>
          </p:nvPr>
        </p:nvSpPr>
        <p:spPr/>
        <p:txBody>
          <a:bodyPr>
            <a:normAutofit/>
          </a:bodyPr>
          <a:lstStyle/>
          <a:p>
            <a:pPr marL="0" indent="0" eaLnBrk="1" hangingPunct="1">
              <a:lnSpc>
                <a:spcPct val="90000"/>
              </a:lnSpc>
              <a:buNone/>
            </a:pPr>
            <a:r>
              <a:rPr lang="en-US" altLang="en-US" sz="2800" dirty="0">
                <a:ea typeface="ＭＳ Ｐゴシック" panose="020B0600070205080204" pitchFamily="34" charset="-128"/>
              </a:rPr>
              <a:t>This is a sophisticated introduction to economics and finance for students like you!</a:t>
            </a:r>
          </a:p>
          <a:p>
            <a:pPr marL="0" indent="0" eaLnBrk="1" hangingPunct="1">
              <a:lnSpc>
                <a:spcPct val="90000"/>
              </a:lnSpc>
              <a:buNone/>
            </a:pPr>
            <a:endParaRPr lang="en-US" altLang="en-US" sz="2800" dirty="0">
              <a:ea typeface="ＭＳ Ｐゴシック" panose="020B0600070205080204" pitchFamily="34" charset="-128"/>
            </a:endParaRPr>
          </a:p>
          <a:p>
            <a:pPr marL="0" indent="0" eaLnBrk="1" hangingPunct="1">
              <a:lnSpc>
                <a:spcPct val="90000"/>
              </a:lnSpc>
              <a:buNone/>
            </a:pPr>
            <a:r>
              <a:rPr lang="en-US" altLang="en-US" sz="2800" dirty="0">
                <a:ea typeface="ＭＳ Ｐゴシック" panose="020B0600070205080204" pitchFamily="34" charset="-128"/>
              </a:rPr>
              <a:t>You will learn:</a:t>
            </a:r>
          </a:p>
          <a:p>
            <a:pPr lvl="1" eaLnBrk="1" hangingPunct="1">
              <a:lnSpc>
                <a:spcPct val="90000"/>
              </a:lnSpc>
            </a:pPr>
            <a:r>
              <a:rPr lang="en-US" altLang="en-US" sz="2800" dirty="0">
                <a:ea typeface="ＭＳ Ｐゴシック" panose="020B0600070205080204" pitchFamily="34" charset="-128"/>
              </a:rPr>
              <a:t>The most fundamental tools that economists use</a:t>
            </a:r>
          </a:p>
          <a:p>
            <a:pPr lvl="1" eaLnBrk="1" hangingPunct="1">
              <a:lnSpc>
                <a:spcPct val="90000"/>
              </a:lnSpc>
            </a:pPr>
            <a:r>
              <a:rPr lang="en-US" altLang="en-US" sz="2800" dirty="0">
                <a:ea typeface="ＭＳ Ｐゴシック" panose="020B0600070205080204" pitchFamily="34" charset="-128"/>
              </a:rPr>
              <a:t>How modern economic theory allows us to understand economic phenomena</a:t>
            </a:r>
          </a:p>
          <a:p>
            <a:endParaRPr lang="en-GB" sz="2800" dirty="0"/>
          </a:p>
        </p:txBody>
      </p:sp>
      <p:sp>
        <p:nvSpPr>
          <p:cNvPr id="4" name="Date Placeholder 3">
            <a:extLst>
              <a:ext uri="{FF2B5EF4-FFF2-40B4-BE49-F238E27FC236}">
                <a16:creationId xmlns:a16="http://schemas.microsoft.com/office/drawing/2014/main" id="{EB057E1D-8623-47C4-ADE2-379C4A065276}"/>
              </a:ext>
            </a:extLst>
          </p:cNvPr>
          <p:cNvSpPr>
            <a:spLocks noGrp="1"/>
          </p:cNvSpPr>
          <p:nvPr>
            <p:ph type="dt" sz="half" idx="10"/>
          </p:nvPr>
        </p:nvSpPr>
        <p:spPr/>
        <p:txBody>
          <a:bodyPr/>
          <a:lstStyle/>
          <a:p>
            <a:r>
              <a:rPr lang="en-US"/>
              <a:t>16 July 2026</a:t>
            </a:r>
            <a:endParaRPr lang="en-US" dirty="0"/>
          </a:p>
        </p:txBody>
      </p:sp>
      <p:sp>
        <p:nvSpPr>
          <p:cNvPr id="3" name="Slide Number Placeholder 2">
            <a:extLst>
              <a:ext uri="{FF2B5EF4-FFF2-40B4-BE49-F238E27FC236}">
                <a16:creationId xmlns:a16="http://schemas.microsoft.com/office/drawing/2014/main" id="{7C41A931-C759-463E-A0F0-DCD871F0327A}"/>
              </a:ext>
            </a:extLst>
          </p:cNvPr>
          <p:cNvSpPr>
            <a:spLocks noGrp="1"/>
          </p:cNvSpPr>
          <p:nvPr>
            <p:ph type="sldNum" sz="quarter" idx="11"/>
          </p:nvPr>
        </p:nvSpPr>
        <p:spPr/>
        <p:txBody>
          <a:bodyPr/>
          <a:lstStyle/>
          <a:p>
            <a:fld id="{827FAC9D-EC37-4C36-BD8F-9EBA739370E0}" type="slidenum">
              <a:rPr lang="en-US" smtClean="0"/>
              <a:t>5</a:t>
            </a:fld>
            <a:endParaRPr lang="en-US" dirty="0"/>
          </a:p>
        </p:txBody>
      </p:sp>
    </p:spTree>
    <p:extLst>
      <p:ext uri="{BB962C8B-B14F-4D97-AF65-F5344CB8AC3E}">
        <p14:creationId xmlns:p14="http://schemas.microsoft.com/office/powerpoint/2010/main" val="3811786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DA51BF-4CF8-45A7-9DD3-1566205001C3}"/>
              </a:ext>
            </a:extLst>
          </p:cNvPr>
          <p:cNvSpPr>
            <a:spLocks noGrp="1"/>
          </p:cNvSpPr>
          <p:nvPr>
            <p:ph type="title"/>
          </p:nvPr>
        </p:nvSpPr>
        <p:spPr/>
        <p:txBody>
          <a:bodyPr/>
          <a:lstStyle/>
          <a:p>
            <a:pPr algn="ctr"/>
            <a:r>
              <a:rPr lang="en-US" dirty="0"/>
              <a:t>Grading Policy</a:t>
            </a:r>
          </a:p>
        </p:txBody>
      </p:sp>
      <p:sp>
        <p:nvSpPr>
          <p:cNvPr id="6" name="Content Placeholder 5">
            <a:extLst>
              <a:ext uri="{FF2B5EF4-FFF2-40B4-BE49-F238E27FC236}">
                <a16:creationId xmlns:a16="http://schemas.microsoft.com/office/drawing/2014/main" id="{61A01161-5CC5-4864-8270-D391CA3AFC4B}"/>
              </a:ext>
            </a:extLst>
          </p:cNvPr>
          <p:cNvSpPr>
            <a:spLocks noGrp="1"/>
          </p:cNvSpPr>
          <p:nvPr>
            <p:ph idx="1"/>
          </p:nvPr>
        </p:nvSpPr>
        <p:spPr/>
        <p:txBody>
          <a:bodyPr>
            <a:normAutofit/>
          </a:bodyPr>
          <a:lstStyle/>
          <a:p>
            <a:r>
              <a:rPr lang="en-US" sz="2800" dirty="0"/>
              <a:t>Final</a:t>
            </a:r>
            <a:r>
              <a:rPr lang="it-IT" sz="2800" dirty="0"/>
              <a:t> </a:t>
            </a:r>
            <a:r>
              <a:rPr lang="en-US" sz="2800" dirty="0"/>
              <a:t>exam</a:t>
            </a:r>
            <a:r>
              <a:rPr lang="it-IT" sz="2800" dirty="0"/>
              <a:t> 100%</a:t>
            </a:r>
            <a:endParaRPr lang="en-GB" sz="2800" dirty="0"/>
          </a:p>
          <a:p>
            <a:r>
              <a:rPr lang="en-GB" sz="2800" dirty="0"/>
              <a:t>Exercises will be posted on Canvas as well as their solutions after we solve them in class.</a:t>
            </a:r>
          </a:p>
          <a:p>
            <a:r>
              <a:rPr lang="it-IT" sz="2800" dirty="0"/>
              <a:t>Prerequisites</a:t>
            </a:r>
          </a:p>
          <a:p>
            <a:pPr lvl="1"/>
            <a:r>
              <a:rPr lang="en-US" sz="2400" dirty="0"/>
              <a:t>Basic Algebra and Calculus 👶</a:t>
            </a:r>
          </a:p>
          <a:p>
            <a:pPr marL="342900" lvl="1" indent="0">
              <a:buNone/>
            </a:pPr>
            <a:endParaRPr lang="it-IT" sz="2600" dirty="0"/>
          </a:p>
        </p:txBody>
      </p:sp>
      <p:sp>
        <p:nvSpPr>
          <p:cNvPr id="3" name="Date Placeholder 2">
            <a:extLst>
              <a:ext uri="{FF2B5EF4-FFF2-40B4-BE49-F238E27FC236}">
                <a16:creationId xmlns:a16="http://schemas.microsoft.com/office/drawing/2014/main" id="{4D2F1DB4-0488-440F-96AD-6ED57E89D305}"/>
              </a:ext>
            </a:extLst>
          </p:cNvPr>
          <p:cNvSpPr>
            <a:spLocks noGrp="1"/>
          </p:cNvSpPr>
          <p:nvPr>
            <p:ph type="dt" sz="half" idx="10"/>
          </p:nvPr>
        </p:nvSpPr>
        <p:spPr/>
        <p:txBody>
          <a:bodyPr/>
          <a:lstStyle/>
          <a:p>
            <a:r>
              <a:rPr lang="en-US"/>
              <a:t>16 July 2026</a:t>
            </a:r>
            <a:endParaRPr lang="en-US" dirty="0"/>
          </a:p>
        </p:txBody>
      </p:sp>
      <p:sp>
        <p:nvSpPr>
          <p:cNvPr id="2" name="Slide Number Placeholder 1">
            <a:extLst>
              <a:ext uri="{FF2B5EF4-FFF2-40B4-BE49-F238E27FC236}">
                <a16:creationId xmlns:a16="http://schemas.microsoft.com/office/drawing/2014/main" id="{98CE8AA7-BD5F-4E3B-B0D3-F1E18928CA62}"/>
              </a:ext>
            </a:extLst>
          </p:cNvPr>
          <p:cNvSpPr>
            <a:spLocks noGrp="1"/>
          </p:cNvSpPr>
          <p:nvPr>
            <p:ph type="sldNum" sz="quarter" idx="11"/>
          </p:nvPr>
        </p:nvSpPr>
        <p:spPr/>
        <p:txBody>
          <a:bodyPr/>
          <a:lstStyle/>
          <a:p>
            <a:fld id="{827FAC9D-EC37-4C36-BD8F-9EBA739370E0}" type="slidenum">
              <a:rPr lang="en-US" smtClean="0"/>
              <a:t>6</a:t>
            </a:fld>
            <a:endParaRPr lang="en-US" dirty="0"/>
          </a:p>
        </p:txBody>
      </p:sp>
    </p:spTree>
    <p:extLst>
      <p:ext uri="{BB962C8B-B14F-4D97-AF65-F5344CB8AC3E}">
        <p14:creationId xmlns:p14="http://schemas.microsoft.com/office/powerpoint/2010/main" val="4033141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3E231-93C7-47BB-BC40-689F5C042285}"/>
              </a:ext>
            </a:extLst>
          </p:cNvPr>
          <p:cNvSpPr>
            <a:spLocks noGrp="1"/>
          </p:cNvSpPr>
          <p:nvPr>
            <p:ph type="title"/>
          </p:nvPr>
        </p:nvSpPr>
        <p:spPr/>
        <p:txBody>
          <a:bodyPr/>
          <a:lstStyle/>
          <a:p>
            <a:pPr algn="ctr"/>
            <a:r>
              <a:rPr lang="it-IT" dirty="0"/>
              <a:t>Course Goals 🔑 🥅 ⚽️</a:t>
            </a:r>
            <a:endParaRPr lang="en-GB" dirty="0"/>
          </a:p>
        </p:txBody>
      </p:sp>
      <p:sp>
        <p:nvSpPr>
          <p:cNvPr id="3" name="Content Placeholder 2">
            <a:extLst>
              <a:ext uri="{FF2B5EF4-FFF2-40B4-BE49-F238E27FC236}">
                <a16:creationId xmlns:a16="http://schemas.microsoft.com/office/drawing/2014/main" id="{72679CAF-7B69-45D0-96E0-87249FBE140D}"/>
              </a:ext>
            </a:extLst>
          </p:cNvPr>
          <p:cNvSpPr>
            <a:spLocks noGrp="1"/>
          </p:cNvSpPr>
          <p:nvPr>
            <p:ph idx="1"/>
          </p:nvPr>
        </p:nvSpPr>
        <p:spPr/>
        <p:txBody>
          <a:bodyPr>
            <a:normAutofit fontScale="92500" lnSpcReduction="10000"/>
          </a:bodyPr>
          <a:lstStyle/>
          <a:p>
            <a:r>
              <a:rPr lang="en-US" altLang="en-US" sz="3000" dirty="0">
                <a:ea typeface="ＭＳ Ｐゴシック" panose="020B0600070205080204" pitchFamily="34" charset="-128"/>
              </a:rPr>
              <a:t>Learn main microeconomic concepts and how to use them to analyze real world problems.</a:t>
            </a:r>
          </a:p>
          <a:p>
            <a:r>
              <a:rPr lang="en-US" altLang="en-US" sz="3000" dirty="0">
                <a:ea typeface="ＭＳ Ｐゴシック" panose="020B0600070205080204" pitchFamily="34" charset="-128"/>
              </a:rPr>
              <a:t>Key Economic Concepts :</a:t>
            </a:r>
          </a:p>
          <a:p>
            <a:pPr lvl="1"/>
            <a:r>
              <a:rPr lang="en-US" altLang="en-US" sz="3000" dirty="0">
                <a:ea typeface="ＭＳ Ｐゴシック" panose="020B0600070205080204" pitchFamily="34" charset="-128"/>
              </a:rPr>
              <a:t>Marginal Costs and Benefits</a:t>
            </a:r>
          </a:p>
          <a:p>
            <a:pPr lvl="1"/>
            <a:r>
              <a:rPr lang="en-US" altLang="en-US" sz="3000" dirty="0">
                <a:ea typeface="ＭＳ Ｐゴシック" panose="020B0600070205080204" pitchFamily="34" charset="-128"/>
              </a:rPr>
              <a:t>Opportunity Costs</a:t>
            </a:r>
          </a:p>
          <a:p>
            <a:pPr lvl="1"/>
            <a:r>
              <a:rPr lang="en-US" altLang="en-US" sz="3000" dirty="0">
                <a:ea typeface="ＭＳ Ｐゴシック" panose="020B0600070205080204" pitchFamily="34" charset="-128"/>
              </a:rPr>
              <a:t>Supply and Demand</a:t>
            </a:r>
          </a:p>
          <a:p>
            <a:pPr lvl="1"/>
            <a:r>
              <a:rPr lang="en-US" altLang="en-US" sz="3000" dirty="0">
                <a:ea typeface="ＭＳ Ｐゴシック" panose="020B0600070205080204" pitchFamily="34" charset="-128"/>
              </a:rPr>
              <a:t>Value of assets</a:t>
            </a:r>
          </a:p>
          <a:p>
            <a:pPr lvl="1"/>
            <a:r>
              <a:rPr lang="en-US" altLang="en-US" sz="3000" dirty="0">
                <a:ea typeface="ＭＳ Ｐゴシック" panose="020B0600070205080204" pitchFamily="34" charset="-128"/>
              </a:rPr>
              <a:t>Interest Rate</a:t>
            </a:r>
          </a:p>
          <a:p>
            <a:endParaRPr lang="en-GB" dirty="0"/>
          </a:p>
        </p:txBody>
      </p:sp>
      <p:sp>
        <p:nvSpPr>
          <p:cNvPr id="5" name="Date Placeholder 4">
            <a:extLst>
              <a:ext uri="{FF2B5EF4-FFF2-40B4-BE49-F238E27FC236}">
                <a16:creationId xmlns:a16="http://schemas.microsoft.com/office/drawing/2014/main" id="{5F84BE6A-33BD-4EFD-9D44-A544289124CE}"/>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90686B0C-5420-48E9-9DC0-F85BEDFEB56E}"/>
              </a:ext>
            </a:extLst>
          </p:cNvPr>
          <p:cNvSpPr>
            <a:spLocks noGrp="1"/>
          </p:cNvSpPr>
          <p:nvPr>
            <p:ph type="sldNum" sz="quarter" idx="11"/>
          </p:nvPr>
        </p:nvSpPr>
        <p:spPr/>
        <p:txBody>
          <a:bodyPr/>
          <a:lstStyle/>
          <a:p>
            <a:fld id="{827FAC9D-EC37-4C36-BD8F-9EBA739370E0}" type="slidenum">
              <a:rPr lang="en-US" smtClean="0"/>
              <a:t>7</a:t>
            </a:fld>
            <a:endParaRPr lang="en-US" dirty="0"/>
          </a:p>
        </p:txBody>
      </p:sp>
    </p:spTree>
    <p:extLst>
      <p:ext uri="{BB962C8B-B14F-4D97-AF65-F5344CB8AC3E}">
        <p14:creationId xmlns:p14="http://schemas.microsoft.com/office/powerpoint/2010/main" val="2148027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F4795-1829-4125-B19A-494A3CA86854}"/>
              </a:ext>
            </a:extLst>
          </p:cNvPr>
          <p:cNvSpPr>
            <a:spLocks noGrp="1"/>
          </p:cNvSpPr>
          <p:nvPr>
            <p:ph type="title"/>
          </p:nvPr>
        </p:nvSpPr>
        <p:spPr/>
        <p:txBody>
          <a:bodyPr/>
          <a:lstStyle/>
          <a:p>
            <a:pPr algn="ctr"/>
            <a:r>
              <a:rPr lang="en-US" altLang="en-US" dirty="0">
                <a:ea typeface="ＭＳ Ｐゴシック" panose="020B0600070205080204" pitchFamily="34" charset="-128"/>
              </a:rPr>
              <a:t>Some Important Points </a:t>
            </a:r>
            <a:endParaRPr lang="en-GB" dirty="0"/>
          </a:p>
        </p:txBody>
      </p:sp>
      <p:sp>
        <p:nvSpPr>
          <p:cNvPr id="3" name="Content Placeholder 2">
            <a:extLst>
              <a:ext uri="{FF2B5EF4-FFF2-40B4-BE49-F238E27FC236}">
                <a16:creationId xmlns:a16="http://schemas.microsoft.com/office/drawing/2014/main" id="{7230EB8D-FCCF-4A0B-B333-7A87E8A3A048}"/>
              </a:ext>
            </a:extLst>
          </p:cNvPr>
          <p:cNvSpPr>
            <a:spLocks noGrp="1"/>
          </p:cNvSpPr>
          <p:nvPr>
            <p:ph idx="1"/>
          </p:nvPr>
        </p:nvSpPr>
        <p:spPr/>
        <p:txBody>
          <a:bodyPr/>
          <a:lstStyle/>
          <a:p>
            <a:pPr eaLnBrk="1" hangingPunct="1"/>
            <a:r>
              <a:rPr lang="en-US" altLang="en-US" sz="2800" dirty="0">
                <a:ea typeface="ＭＳ Ｐゴシック" panose="020B0600070205080204" pitchFamily="34" charset="-128"/>
              </a:rPr>
              <a:t>Advanced course:</a:t>
            </a:r>
          </a:p>
          <a:p>
            <a:pPr lvl="1" eaLnBrk="1" hangingPunct="1"/>
            <a:r>
              <a:rPr lang="en-US" altLang="en-US" sz="2800" dirty="0">
                <a:ea typeface="ＭＳ Ｐゴシック" panose="020B0600070205080204" pitchFamily="34" charset="-128"/>
              </a:rPr>
              <a:t>Use and understanding of formal language, models and math</a:t>
            </a:r>
          </a:p>
          <a:p>
            <a:pPr lvl="1" eaLnBrk="1" hangingPunct="1"/>
            <a:r>
              <a:rPr lang="en-US" altLang="en-US" sz="2800" dirty="0">
                <a:ea typeface="ＭＳ Ｐゴシック" panose="020B0600070205080204" pitchFamily="34" charset="-128"/>
              </a:rPr>
              <a:t>Interpretation and logic reasoning</a:t>
            </a:r>
          </a:p>
          <a:p>
            <a:pPr lvl="1" eaLnBrk="1" hangingPunct="1"/>
            <a:r>
              <a:rPr lang="en-US" altLang="en-US" sz="2800" dirty="0">
                <a:ea typeface="ＭＳ Ｐゴシック" panose="020B0600070205080204" pitchFamily="34" charset="-128"/>
              </a:rPr>
              <a:t>Real world implications</a:t>
            </a:r>
          </a:p>
          <a:p>
            <a:pPr eaLnBrk="1" hangingPunct="1"/>
            <a:r>
              <a:rPr lang="en-US" altLang="en-US" sz="2800" dirty="0">
                <a:ea typeface="ＭＳ Ｐゴシック" panose="020B0600070205080204" pitchFamily="34" charset="-128"/>
              </a:rPr>
              <a:t>Steep learning curve and a toolkit for future course work.</a:t>
            </a:r>
          </a:p>
        </p:txBody>
      </p:sp>
      <p:sp>
        <p:nvSpPr>
          <p:cNvPr id="5" name="Date Placeholder 4">
            <a:extLst>
              <a:ext uri="{FF2B5EF4-FFF2-40B4-BE49-F238E27FC236}">
                <a16:creationId xmlns:a16="http://schemas.microsoft.com/office/drawing/2014/main" id="{56747D1C-1B9F-4A03-81A3-DEDCF4515BF1}"/>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9A06DF87-BED8-4543-AC9F-84B9F17BB69F}"/>
              </a:ext>
            </a:extLst>
          </p:cNvPr>
          <p:cNvSpPr>
            <a:spLocks noGrp="1"/>
          </p:cNvSpPr>
          <p:nvPr>
            <p:ph type="sldNum" sz="quarter" idx="11"/>
          </p:nvPr>
        </p:nvSpPr>
        <p:spPr/>
        <p:txBody>
          <a:bodyPr/>
          <a:lstStyle/>
          <a:p>
            <a:fld id="{827FAC9D-EC37-4C36-BD8F-9EBA739370E0}" type="slidenum">
              <a:rPr lang="en-US" smtClean="0"/>
              <a:t>8</a:t>
            </a:fld>
            <a:endParaRPr lang="en-US" dirty="0"/>
          </a:p>
        </p:txBody>
      </p:sp>
    </p:spTree>
    <p:extLst>
      <p:ext uri="{BB962C8B-B14F-4D97-AF65-F5344CB8AC3E}">
        <p14:creationId xmlns:p14="http://schemas.microsoft.com/office/powerpoint/2010/main" val="1197235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23CC3-E123-41E0-B69D-3B888F068531}"/>
              </a:ext>
            </a:extLst>
          </p:cNvPr>
          <p:cNvSpPr>
            <a:spLocks noGrp="1"/>
          </p:cNvSpPr>
          <p:nvPr>
            <p:ph type="title"/>
          </p:nvPr>
        </p:nvSpPr>
        <p:spPr/>
        <p:txBody>
          <a:bodyPr/>
          <a:lstStyle/>
          <a:p>
            <a:pPr algn="ctr"/>
            <a:r>
              <a:rPr lang="en-US" altLang="en-US" dirty="0">
                <a:ea typeface="ＭＳ Ｐゴシック" panose="020B0600070205080204" pitchFamily="34" charset="-128"/>
              </a:rPr>
              <a:t>Today: Introduction and Some Basic Concepts </a:t>
            </a:r>
            <a:endParaRPr lang="en-US" dirty="0"/>
          </a:p>
        </p:txBody>
      </p:sp>
      <p:sp>
        <p:nvSpPr>
          <p:cNvPr id="3" name="Content Placeholder 2">
            <a:extLst>
              <a:ext uri="{FF2B5EF4-FFF2-40B4-BE49-F238E27FC236}">
                <a16:creationId xmlns:a16="http://schemas.microsoft.com/office/drawing/2014/main" id="{3E29AB00-849F-4686-8EBB-30B2CF0CB250}"/>
              </a:ext>
            </a:extLst>
          </p:cNvPr>
          <p:cNvSpPr>
            <a:spLocks noGrp="1"/>
          </p:cNvSpPr>
          <p:nvPr>
            <p:ph idx="1"/>
          </p:nvPr>
        </p:nvSpPr>
        <p:spPr/>
        <p:txBody>
          <a:bodyPr/>
          <a:lstStyle/>
          <a:p>
            <a:pPr eaLnBrk="1" hangingPunct="1"/>
            <a:r>
              <a:rPr lang="en-US" altLang="en-US" sz="2800" dirty="0">
                <a:ea typeface="ＭＳ Ｐゴシック" panose="020B0600070205080204" pitchFamily="34" charset="-128"/>
              </a:rPr>
              <a:t>Economics as a social science</a:t>
            </a:r>
          </a:p>
          <a:p>
            <a:pPr eaLnBrk="1" hangingPunct="1"/>
            <a:r>
              <a:rPr lang="en-US" altLang="en-US" sz="2800" dirty="0">
                <a:ea typeface="ＭＳ Ｐゴシック" panose="020B0600070205080204" pitchFamily="34" charset="-128"/>
              </a:rPr>
              <a:t>Methods and fields of study</a:t>
            </a:r>
          </a:p>
          <a:p>
            <a:pPr eaLnBrk="1" hangingPunct="1"/>
            <a:r>
              <a:rPr lang="en-US" altLang="en-US" sz="2800" dirty="0">
                <a:ea typeface="ＭＳ Ｐゴシック" panose="020B0600070205080204" pitchFamily="34" charset="-128"/>
              </a:rPr>
              <a:t>Basic concepts:</a:t>
            </a:r>
          </a:p>
          <a:p>
            <a:pPr lvl="1" eaLnBrk="1" hangingPunct="1"/>
            <a:r>
              <a:rPr lang="en-US" altLang="en-US" sz="2800" dirty="0">
                <a:ea typeface="ＭＳ Ｐゴシック" panose="020B0600070205080204" pitchFamily="34" charset="-128"/>
              </a:rPr>
              <a:t>Normative versus positive analysis</a:t>
            </a:r>
          </a:p>
          <a:p>
            <a:pPr lvl="1" eaLnBrk="1" hangingPunct="1"/>
            <a:r>
              <a:rPr lang="en-US" altLang="en-US" sz="2800" dirty="0">
                <a:ea typeface="ＭＳ Ｐゴシック" panose="020B0600070205080204" pitchFamily="34" charset="-128"/>
              </a:rPr>
              <a:t>Market Mechanism</a:t>
            </a:r>
          </a:p>
          <a:p>
            <a:endParaRPr lang="en-US" dirty="0"/>
          </a:p>
        </p:txBody>
      </p:sp>
      <p:sp>
        <p:nvSpPr>
          <p:cNvPr id="5" name="Date Placeholder 4">
            <a:extLst>
              <a:ext uri="{FF2B5EF4-FFF2-40B4-BE49-F238E27FC236}">
                <a16:creationId xmlns:a16="http://schemas.microsoft.com/office/drawing/2014/main" id="{4E61A2C4-3075-4661-8A68-52C91C3FC27C}"/>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0BF2B8D0-1803-42C5-A330-C28C6D6F57D9}"/>
              </a:ext>
            </a:extLst>
          </p:cNvPr>
          <p:cNvSpPr>
            <a:spLocks noGrp="1"/>
          </p:cNvSpPr>
          <p:nvPr>
            <p:ph type="sldNum" sz="quarter" idx="11"/>
          </p:nvPr>
        </p:nvSpPr>
        <p:spPr/>
        <p:txBody>
          <a:bodyPr/>
          <a:lstStyle/>
          <a:p>
            <a:fld id="{827FAC9D-EC37-4C36-BD8F-9EBA739370E0}" type="slidenum">
              <a:rPr lang="en-US" smtClean="0"/>
              <a:t>9</a:t>
            </a:fld>
            <a:endParaRPr lang="en-US" dirty="0"/>
          </a:p>
        </p:txBody>
      </p:sp>
    </p:spTree>
    <p:extLst>
      <p:ext uri="{BB962C8B-B14F-4D97-AF65-F5344CB8AC3E}">
        <p14:creationId xmlns:p14="http://schemas.microsoft.com/office/powerpoint/2010/main" val="797190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830D7-61C1-4DFE-A65F-1727C36C1495}"/>
              </a:ext>
            </a:extLst>
          </p:cNvPr>
          <p:cNvSpPr>
            <a:spLocks noGrp="1"/>
          </p:cNvSpPr>
          <p:nvPr>
            <p:ph type="title"/>
          </p:nvPr>
        </p:nvSpPr>
        <p:spPr/>
        <p:txBody>
          <a:bodyPr/>
          <a:lstStyle/>
          <a:p>
            <a:pPr algn="ctr"/>
            <a:r>
              <a:rPr lang="en-US" altLang="en-US" dirty="0">
                <a:ea typeface="ＭＳ Ｐゴシック" panose="020B0600070205080204" pitchFamily="34" charset="-128"/>
              </a:rPr>
              <a:t>Economics: Definition</a:t>
            </a:r>
            <a:endParaRPr lang="en-US" dirty="0"/>
          </a:p>
        </p:txBody>
      </p:sp>
      <p:sp>
        <p:nvSpPr>
          <p:cNvPr id="3" name="Content Placeholder 2">
            <a:extLst>
              <a:ext uri="{FF2B5EF4-FFF2-40B4-BE49-F238E27FC236}">
                <a16:creationId xmlns:a16="http://schemas.microsoft.com/office/drawing/2014/main" id="{532A8393-E309-4748-B4B7-4142722CB061}"/>
              </a:ext>
            </a:extLst>
          </p:cNvPr>
          <p:cNvSpPr>
            <a:spLocks noGrp="1"/>
          </p:cNvSpPr>
          <p:nvPr>
            <p:ph idx="1"/>
          </p:nvPr>
        </p:nvSpPr>
        <p:spPr/>
        <p:txBody>
          <a:bodyPr/>
          <a:lstStyle/>
          <a:p>
            <a:pPr eaLnBrk="1" hangingPunct="1">
              <a:lnSpc>
                <a:spcPct val="90000"/>
              </a:lnSpc>
            </a:pPr>
            <a:r>
              <a:rPr lang="en-US" altLang="en-US" sz="2800" dirty="0">
                <a:ea typeface="ＭＳ Ｐゴシック" panose="020B0600070205080204" pitchFamily="34" charset="-128"/>
              </a:rPr>
              <a:t>Economics is the study of how a society uses its limited resources to produce, trade and consume goods and services</a:t>
            </a:r>
          </a:p>
          <a:p>
            <a:pPr lvl="1" eaLnBrk="1" hangingPunct="1">
              <a:lnSpc>
                <a:spcPct val="90000"/>
              </a:lnSpc>
            </a:pPr>
            <a:r>
              <a:rPr lang="en-US" altLang="en-US" sz="2800" dirty="0">
                <a:ea typeface="ＭＳ Ｐゴシック" panose="020B0600070205080204" pitchFamily="34" charset="-128"/>
              </a:rPr>
              <a:t>Limited budgets and time for consumers</a:t>
            </a:r>
          </a:p>
          <a:p>
            <a:pPr lvl="1" eaLnBrk="1" hangingPunct="1">
              <a:lnSpc>
                <a:spcPct val="90000"/>
              </a:lnSpc>
            </a:pPr>
            <a:r>
              <a:rPr lang="en-US" altLang="en-US" sz="2800" dirty="0">
                <a:ea typeface="ＭＳ Ｐゴシック" panose="020B0600070205080204" pitchFamily="34" charset="-128"/>
              </a:rPr>
              <a:t>Limited ability to produce for producers</a:t>
            </a:r>
          </a:p>
          <a:p>
            <a:endParaRPr lang="en-US" dirty="0"/>
          </a:p>
        </p:txBody>
      </p:sp>
      <p:sp>
        <p:nvSpPr>
          <p:cNvPr id="5" name="Date Placeholder 4">
            <a:extLst>
              <a:ext uri="{FF2B5EF4-FFF2-40B4-BE49-F238E27FC236}">
                <a16:creationId xmlns:a16="http://schemas.microsoft.com/office/drawing/2014/main" id="{7A0C3667-5F46-4521-AB6D-CCB791AB06F5}"/>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3D2EA007-6BF6-4593-99AA-9E32CCF829BC}"/>
              </a:ext>
            </a:extLst>
          </p:cNvPr>
          <p:cNvSpPr>
            <a:spLocks noGrp="1"/>
          </p:cNvSpPr>
          <p:nvPr>
            <p:ph type="sldNum" sz="quarter" idx="11"/>
          </p:nvPr>
        </p:nvSpPr>
        <p:spPr/>
        <p:txBody>
          <a:bodyPr/>
          <a:lstStyle/>
          <a:p>
            <a:fld id="{827FAC9D-EC37-4C36-BD8F-9EBA739370E0}" type="slidenum">
              <a:rPr lang="en-US" smtClean="0"/>
              <a:t>10</a:t>
            </a:fld>
            <a:endParaRPr lang="en-US" dirty="0"/>
          </a:p>
        </p:txBody>
      </p:sp>
    </p:spTree>
    <p:extLst>
      <p:ext uri="{BB962C8B-B14F-4D97-AF65-F5344CB8AC3E}">
        <p14:creationId xmlns:p14="http://schemas.microsoft.com/office/powerpoint/2010/main" val="3616276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20FDE99B-4F0E-A52F-1DBD-6C3752B35737}"/>
              </a:ext>
            </a:extLst>
          </p:cNvPr>
          <p:cNvSpPr/>
          <p:nvPr/>
        </p:nvSpPr>
        <p:spPr>
          <a:xfrm>
            <a:off x="730238" y="3741888"/>
            <a:ext cx="2947084" cy="615164"/>
          </a:xfrm>
          <a:prstGeom prst="roundRect">
            <a:avLst>
              <a:gd name="adj" fmla="val 12000"/>
            </a:avLst>
          </a:prstGeom>
          <a:solidFill>
            <a:srgbClr val="FFFFFF"/>
          </a:solidFill>
          <a:ln w="12700" cap="flat" cmpd="sng" algn="ctr">
            <a:noFill/>
            <a:prstDash val="solid"/>
            <a:miter lim="800000"/>
          </a:ln>
          <a:effectLst>
            <a:outerShdw blurRad="101600" dist="25400" dir="5400000" rotWithShape="0">
              <a:prstClr val="black">
                <a:alpha val="40000"/>
              </a:prst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2E37F9-4EE5-4560-8217-ADDFCE89AFE4}"/>
              </a:ext>
            </a:extLst>
          </p:cNvPr>
          <p:cNvSpPr>
            <a:spLocks noGrp="1"/>
          </p:cNvSpPr>
          <p:nvPr>
            <p:ph type="title"/>
          </p:nvPr>
        </p:nvSpPr>
        <p:spPr/>
        <p:txBody>
          <a:bodyPr/>
          <a:lstStyle/>
          <a:p>
            <a:pPr algn="ctr"/>
            <a:r>
              <a:rPr lang="en-US" dirty="0"/>
              <a:t>Economic Imperialism</a:t>
            </a:r>
          </a:p>
        </p:txBody>
      </p:sp>
      <p:sp>
        <p:nvSpPr>
          <p:cNvPr id="3" name="Content Placeholder 2">
            <a:extLst>
              <a:ext uri="{FF2B5EF4-FFF2-40B4-BE49-F238E27FC236}">
                <a16:creationId xmlns:a16="http://schemas.microsoft.com/office/drawing/2014/main" id="{8DC27814-28D0-445E-8345-564D82571754}"/>
              </a:ext>
            </a:extLst>
          </p:cNvPr>
          <p:cNvSpPr>
            <a:spLocks noGrp="1"/>
          </p:cNvSpPr>
          <p:nvPr>
            <p:ph idx="1"/>
          </p:nvPr>
        </p:nvSpPr>
        <p:spPr/>
        <p:txBody>
          <a:bodyPr/>
          <a:lstStyle/>
          <a:p>
            <a:pPr eaLnBrk="1" hangingPunct="1">
              <a:buFont typeface="Wingdings" panose="05000000000000000000" pitchFamily="2" charset="2"/>
              <a:buNone/>
            </a:pPr>
            <a:r>
              <a:rPr lang="en-US" altLang="en-US" sz="1800" dirty="0">
                <a:ea typeface="ＭＳ Ｐゴシック" panose="020B0600070205080204" pitchFamily="34" charset="-128"/>
              </a:rPr>
              <a:t>A new era?</a:t>
            </a:r>
          </a:p>
          <a:p>
            <a:pPr eaLnBrk="1" hangingPunct="1">
              <a:buFont typeface="Wingdings" panose="05000000000000000000" pitchFamily="2" charset="2"/>
              <a:buNone/>
            </a:pPr>
            <a:r>
              <a:rPr lang="en-US" altLang="en-US" sz="1800" dirty="0">
                <a:ea typeface="ＭＳ Ｐゴシック" panose="020B0600070205080204" pitchFamily="34" charset="-128"/>
              </a:rPr>
              <a:t>…. economists have been acting a lot like intellectual imperialists in the last decade or so. They have been using their tools … to examine everything from politics to French wine vintages.</a:t>
            </a:r>
            <a:r>
              <a:rPr lang="en-US" altLang="en-US" dirty="0">
                <a:ea typeface="ＭＳ Ｐゴシック" panose="020B0600070205080204" pitchFamily="34" charset="-128"/>
              </a:rPr>
              <a:t> </a:t>
            </a:r>
          </a:p>
          <a:p>
            <a:pPr algn="r" eaLnBrk="1" hangingPunct="1">
              <a:buFont typeface="Wingdings" panose="05000000000000000000" pitchFamily="2" charset="2"/>
              <a:buNone/>
            </a:pPr>
            <a:r>
              <a:rPr lang="en-US" altLang="en-US" sz="1600" b="1" i="1" dirty="0">
                <a:ea typeface="ＭＳ Ｐゴシック" panose="020B0600070205080204" pitchFamily="34" charset="-128"/>
              </a:rPr>
              <a:t>“The Future of Economics Isn’t So Dismal”</a:t>
            </a:r>
            <a:endParaRPr lang="en-US" altLang="en-US" i="1" dirty="0">
              <a:ea typeface="ＭＳ Ｐゴシック" panose="020B0600070205080204" pitchFamily="34" charset="-128"/>
            </a:endParaRPr>
          </a:p>
          <a:p>
            <a:pPr algn="r" eaLnBrk="1" hangingPunct="1">
              <a:buFont typeface="Wingdings" panose="05000000000000000000" pitchFamily="2" charset="2"/>
              <a:buNone/>
            </a:pPr>
            <a:r>
              <a:rPr lang="en-US" altLang="en-US" sz="1400" dirty="0">
                <a:ea typeface="ＭＳ Ｐゴシック" panose="020B0600070205080204" pitchFamily="34" charset="-128"/>
              </a:rPr>
              <a:t>By DAVID LEONHARDT</a:t>
            </a:r>
          </a:p>
          <a:p>
            <a:pPr algn="r" eaLnBrk="1" hangingPunct="1">
              <a:buFont typeface="Wingdings" panose="05000000000000000000" pitchFamily="2" charset="2"/>
              <a:buNone/>
            </a:pPr>
            <a:r>
              <a:rPr lang="en-US" altLang="en-US" sz="1400" dirty="0">
                <a:ea typeface="ＭＳ Ｐゴシック" panose="020B0600070205080204" pitchFamily="34" charset="-128"/>
              </a:rPr>
              <a:t>Published: January 10, 2007</a:t>
            </a:r>
          </a:p>
          <a:p>
            <a:pPr algn="r" eaLnBrk="1" hangingPunct="1">
              <a:buFont typeface="Wingdings" panose="05000000000000000000" pitchFamily="2" charset="2"/>
              <a:buNone/>
            </a:pPr>
            <a:endParaRPr lang="en-US" altLang="en-US" sz="1400" dirty="0">
              <a:ea typeface="ＭＳ Ｐゴシック" panose="020B0600070205080204" pitchFamily="34" charset="-128"/>
            </a:endParaRPr>
          </a:p>
          <a:p>
            <a:pPr algn="r" eaLnBrk="1" hangingPunct="1">
              <a:buFont typeface="Wingdings" panose="05000000000000000000" pitchFamily="2" charset="2"/>
              <a:buNone/>
            </a:pPr>
            <a:endParaRPr lang="en-US" altLang="en-US" sz="1400" dirty="0">
              <a:ea typeface="ＭＳ Ｐゴシック" panose="020B0600070205080204" pitchFamily="34" charset="-128"/>
            </a:endParaRPr>
          </a:p>
          <a:p>
            <a:pPr algn="r">
              <a:buNone/>
            </a:pPr>
            <a:endParaRPr lang="en-US" altLang="en-US" sz="1400" dirty="0">
              <a:ea typeface="ＭＳ Ｐゴシック" panose="020B0600070205080204" pitchFamily="34" charset="-128"/>
            </a:endParaRPr>
          </a:p>
          <a:p>
            <a:pPr algn="r">
              <a:buNone/>
            </a:pPr>
            <a:r>
              <a:rPr lang="en-US" altLang="en-US" sz="1400" dirty="0">
                <a:ea typeface="ＭＳ Ｐゴシック" panose="020B0600070205080204" pitchFamily="34" charset="-128"/>
              </a:rPr>
              <a:t>https://www.nytimes.com/2007/01/10/business/10leonhardt.html</a:t>
            </a:r>
          </a:p>
          <a:p>
            <a:pPr algn="r" eaLnBrk="1" hangingPunct="1">
              <a:buFont typeface="Wingdings" panose="05000000000000000000" pitchFamily="2" charset="2"/>
              <a:buNone/>
            </a:pPr>
            <a:endParaRPr lang="en-US" altLang="en-US" sz="1400" dirty="0">
              <a:ea typeface="ＭＳ Ｐゴシック" panose="020B0600070205080204" pitchFamily="34" charset="-128"/>
            </a:endParaRPr>
          </a:p>
        </p:txBody>
      </p:sp>
      <p:pic>
        <p:nvPicPr>
          <p:cNvPr id="4" name="Picture 9">
            <a:extLst>
              <a:ext uri="{FF2B5EF4-FFF2-40B4-BE49-F238E27FC236}">
                <a16:creationId xmlns:a16="http://schemas.microsoft.com/office/drawing/2014/main" id="{D562F559-EE0E-4745-9A3C-90B63F8D9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38" y="3843488"/>
            <a:ext cx="2743884" cy="41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Date Placeholder 5">
            <a:extLst>
              <a:ext uri="{FF2B5EF4-FFF2-40B4-BE49-F238E27FC236}">
                <a16:creationId xmlns:a16="http://schemas.microsoft.com/office/drawing/2014/main" id="{D2F868CC-30AB-4709-B128-DF102FE12804}"/>
              </a:ext>
            </a:extLst>
          </p:cNvPr>
          <p:cNvSpPr>
            <a:spLocks noGrp="1"/>
          </p:cNvSpPr>
          <p:nvPr>
            <p:ph type="dt" sz="half" idx="10"/>
          </p:nvPr>
        </p:nvSpPr>
        <p:spPr/>
        <p:txBody>
          <a:bodyPr/>
          <a:lstStyle/>
          <a:p>
            <a:r>
              <a:rPr lang="en-US"/>
              <a:t>16 July 2026</a:t>
            </a:r>
            <a:endParaRPr lang="en-US" dirty="0"/>
          </a:p>
        </p:txBody>
      </p:sp>
      <p:sp>
        <p:nvSpPr>
          <p:cNvPr id="5" name="Slide Number Placeholder 4">
            <a:extLst>
              <a:ext uri="{FF2B5EF4-FFF2-40B4-BE49-F238E27FC236}">
                <a16:creationId xmlns:a16="http://schemas.microsoft.com/office/drawing/2014/main" id="{094CD39B-2B7D-4378-932D-16757A4E28D1}"/>
              </a:ext>
            </a:extLst>
          </p:cNvPr>
          <p:cNvSpPr>
            <a:spLocks noGrp="1"/>
          </p:cNvSpPr>
          <p:nvPr>
            <p:ph type="sldNum" sz="quarter" idx="11"/>
          </p:nvPr>
        </p:nvSpPr>
        <p:spPr/>
        <p:txBody>
          <a:bodyPr/>
          <a:lstStyle/>
          <a:p>
            <a:fld id="{827FAC9D-EC37-4C36-BD8F-9EBA739370E0}" type="slidenum">
              <a:rPr lang="en-US" smtClean="0"/>
              <a:t>11</a:t>
            </a:fld>
            <a:endParaRPr lang="en-US" dirty="0"/>
          </a:p>
        </p:txBody>
      </p:sp>
    </p:spTree>
    <p:extLst>
      <p:ext uri="{BB962C8B-B14F-4D97-AF65-F5344CB8AC3E}">
        <p14:creationId xmlns:p14="http://schemas.microsoft.com/office/powerpoint/2010/main" val="651533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696AF48-09BB-44CB-950B-C95C1FA32946}"/>
              </a:ext>
            </a:extLst>
          </p:cNvPr>
          <p:cNvSpPr>
            <a:spLocks noGrp="1"/>
          </p:cNvSpPr>
          <p:nvPr>
            <p:ph type="dt" sz="half" idx="10"/>
          </p:nvPr>
        </p:nvSpPr>
        <p:spPr/>
        <p:txBody>
          <a:bodyPr/>
          <a:lstStyle/>
          <a:p>
            <a:r>
              <a:rPr lang="en-US"/>
              <a:t>16 July 2026</a:t>
            </a:r>
            <a:endParaRPr lang="en-US" dirty="0"/>
          </a:p>
        </p:txBody>
      </p:sp>
      <p:pic>
        <p:nvPicPr>
          <p:cNvPr id="6" name="Picture 5">
            <a:extLst>
              <a:ext uri="{FF2B5EF4-FFF2-40B4-BE49-F238E27FC236}">
                <a16:creationId xmlns:a16="http://schemas.microsoft.com/office/drawing/2014/main" id="{47090DE7-7BB7-4EBD-BBA1-220B57A228E4}"/>
              </a:ext>
            </a:extLst>
          </p:cNvPr>
          <p:cNvPicPr>
            <a:picLocks noChangeAspect="1"/>
          </p:cNvPicPr>
          <p:nvPr/>
        </p:nvPicPr>
        <p:blipFill>
          <a:blip r:embed="rId3"/>
          <a:stretch>
            <a:fillRect/>
          </a:stretch>
        </p:blipFill>
        <p:spPr>
          <a:xfrm>
            <a:off x="1112704" y="921995"/>
            <a:ext cx="7383596" cy="3871011"/>
          </a:xfrm>
          <a:prstGeom prst="rect">
            <a:avLst/>
          </a:prstGeom>
        </p:spPr>
      </p:pic>
      <p:sp>
        <p:nvSpPr>
          <p:cNvPr id="2" name="Slide Number Placeholder 1">
            <a:extLst>
              <a:ext uri="{FF2B5EF4-FFF2-40B4-BE49-F238E27FC236}">
                <a16:creationId xmlns:a16="http://schemas.microsoft.com/office/drawing/2014/main" id="{F5B92522-9CFA-42DE-AABD-51CD4001E8C2}"/>
              </a:ext>
            </a:extLst>
          </p:cNvPr>
          <p:cNvSpPr>
            <a:spLocks noGrp="1"/>
          </p:cNvSpPr>
          <p:nvPr>
            <p:ph type="sldNum" sz="quarter" idx="11"/>
          </p:nvPr>
        </p:nvSpPr>
        <p:spPr/>
        <p:txBody>
          <a:bodyPr/>
          <a:lstStyle/>
          <a:p>
            <a:fld id="{827FAC9D-EC37-4C36-BD8F-9EBA739370E0}" type="slidenum">
              <a:rPr lang="en-US" smtClean="0"/>
              <a:t>12</a:t>
            </a:fld>
            <a:endParaRPr lang="en-US" dirty="0"/>
          </a:p>
        </p:txBody>
      </p:sp>
    </p:spTree>
    <p:extLst>
      <p:ext uri="{BB962C8B-B14F-4D97-AF65-F5344CB8AC3E}">
        <p14:creationId xmlns:p14="http://schemas.microsoft.com/office/powerpoint/2010/main" val="617048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98929-4F7B-4773-8EE5-229B2C136BA4}"/>
              </a:ext>
            </a:extLst>
          </p:cNvPr>
          <p:cNvSpPr>
            <a:spLocks noGrp="1"/>
          </p:cNvSpPr>
          <p:nvPr>
            <p:ph type="title"/>
          </p:nvPr>
        </p:nvSpPr>
        <p:spPr/>
        <p:txBody>
          <a:bodyPr/>
          <a:lstStyle/>
          <a:p>
            <a:pPr algn="ctr"/>
            <a:r>
              <a:rPr lang="en-US" altLang="en-US" u="sng" dirty="0">
                <a:ea typeface="ＭＳ Ｐゴシック" panose="020B0600070205080204" pitchFamily="34" charset="-128"/>
              </a:rPr>
              <a:t>Micro</a:t>
            </a:r>
            <a:r>
              <a:rPr lang="en-US" altLang="en-US" dirty="0">
                <a:ea typeface="ＭＳ Ｐゴシック" panose="020B0600070205080204" pitchFamily="34" charset="-128"/>
              </a:rPr>
              <a:t>economics</a:t>
            </a:r>
            <a:endParaRPr lang="en-US" dirty="0"/>
          </a:p>
        </p:txBody>
      </p:sp>
      <p:sp>
        <p:nvSpPr>
          <p:cNvPr id="3" name="Content Placeholder 2">
            <a:extLst>
              <a:ext uri="{FF2B5EF4-FFF2-40B4-BE49-F238E27FC236}">
                <a16:creationId xmlns:a16="http://schemas.microsoft.com/office/drawing/2014/main" id="{17A6DE2A-3610-4DE9-BD9B-ED834154CF46}"/>
              </a:ext>
            </a:extLst>
          </p:cNvPr>
          <p:cNvSpPr>
            <a:spLocks noGrp="1"/>
          </p:cNvSpPr>
          <p:nvPr>
            <p:ph idx="1"/>
          </p:nvPr>
        </p:nvSpPr>
        <p:spPr/>
        <p:txBody>
          <a:bodyPr/>
          <a:lstStyle/>
          <a:p>
            <a:pPr eaLnBrk="1" hangingPunct="1">
              <a:lnSpc>
                <a:spcPct val="90000"/>
              </a:lnSpc>
            </a:pPr>
            <a:r>
              <a:rPr lang="en-US" altLang="en-US" sz="2800" dirty="0">
                <a:ea typeface="ＭＳ Ｐゴシック" panose="020B0600070205080204" pitchFamily="34" charset="-128"/>
              </a:rPr>
              <a:t>Study of decisions made by individuals and businesses </a:t>
            </a:r>
          </a:p>
          <a:p>
            <a:pPr lvl="1"/>
            <a:r>
              <a:rPr lang="en-US" altLang="en-US" sz="2400" dirty="0">
                <a:ea typeface="ＭＳ Ｐゴシック" panose="020B0600070205080204" pitchFamily="34" charset="-128"/>
              </a:rPr>
              <a:t>Human behavior and decision</a:t>
            </a:r>
          </a:p>
          <a:p>
            <a:pPr lvl="1"/>
            <a:r>
              <a:rPr lang="en-US" altLang="en-US" sz="2400" dirty="0">
                <a:ea typeface="ＭＳ Ｐゴシック" panose="020B0600070205080204" pitchFamily="34" charset="-128"/>
              </a:rPr>
              <a:t>Allocation of resources</a:t>
            </a:r>
          </a:p>
        </p:txBody>
      </p:sp>
      <p:sp>
        <p:nvSpPr>
          <p:cNvPr id="5" name="Date Placeholder 4">
            <a:extLst>
              <a:ext uri="{FF2B5EF4-FFF2-40B4-BE49-F238E27FC236}">
                <a16:creationId xmlns:a16="http://schemas.microsoft.com/office/drawing/2014/main" id="{2122A41A-295F-46B8-AC53-320D47AA5963}"/>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5313BACB-B7DE-4983-93CE-57102907B614}"/>
              </a:ext>
            </a:extLst>
          </p:cNvPr>
          <p:cNvSpPr>
            <a:spLocks noGrp="1"/>
          </p:cNvSpPr>
          <p:nvPr>
            <p:ph type="sldNum" sz="quarter" idx="11"/>
          </p:nvPr>
        </p:nvSpPr>
        <p:spPr/>
        <p:txBody>
          <a:bodyPr/>
          <a:lstStyle/>
          <a:p>
            <a:fld id="{827FAC9D-EC37-4C36-BD8F-9EBA739370E0}" type="slidenum">
              <a:rPr lang="en-US" smtClean="0"/>
              <a:t>13</a:t>
            </a:fld>
            <a:endParaRPr lang="en-US" dirty="0"/>
          </a:p>
        </p:txBody>
      </p:sp>
    </p:spTree>
    <p:extLst>
      <p:ext uri="{BB962C8B-B14F-4D97-AF65-F5344CB8AC3E}">
        <p14:creationId xmlns:p14="http://schemas.microsoft.com/office/powerpoint/2010/main" val="3480535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38CF5-95B0-4D5D-A65E-745077891175}"/>
              </a:ext>
            </a:extLst>
          </p:cNvPr>
          <p:cNvSpPr>
            <a:spLocks noGrp="1"/>
          </p:cNvSpPr>
          <p:nvPr>
            <p:ph type="title"/>
          </p:nvPr>
        </p:nvSpPr>
        <p:spPr/>
        <p:txBody>
          <a:bodyPr/>
          <a:lstStyle/>
          <a:p>
            <a:pPr algn="ctr"/>
            <a:r>
              <a:rPr lang="en-US" dirty="0"/>
              <a:t>Themes of Microeconomics</a:t>
            </a:r>
          </a:p>
        </p:txBody>
      </p:sp>
      <p:sp>
        <p:nvSpPr>
          <p:cNvPr id="3" name="Content Placeholder 2">
            <a:extLst>
              <a:ext uri="{FF2B5EF4-FFF2-40B4-BE49-F238E27FC236}">
                <a16:creationId xmlns:a16="http://schemas.microsoft.com/office/drawing/2014/main" id="{95F54D2A-0C60-41E7-8D71-6AC380819A26}"/>
              </a:ext>
            </a:extLst>
          </p:cNvPr>
          <p:cNvSpPr>
            <a:spLocks noGrp="1"/>
          </p:cNvSpPr>
          <p:nvPr>
            <p:ph idx="1"/>
          </p:nvPr>
        </p:nvSpPr>
        <p:spPr/>
        <p:txBody>
          <a:bodyPr>
            <a:normAutofit lnSpcReduction="10000"/>
          </a:bodyPr>
          <a:lstStyle/>
          <a:p>
            <a:pPr eaLnBrk="1" hangingPunct="1">
              <a:lnSpc>
                <a:spcPct val="90000"/>
              </a:lnSpc>
            </a:pPr>
            <a:r>
              <a:rPr lang="en-US" altLang="en-US" sz="2800" dirty="0">
                <a:ea typeface="ＭＳ Ｐゴシック" panose="020B0600070205080204" pitchFamily="34" charset="-128"/>
              </a:rPr>
              <a:t>Demand, Supply and Equilibrium</a:t>
            </a:r>
          </a:p>
          <a:p>
            <a:pPr lvl="1"/>
            <a:r>
              <a:rPr lang="en-US" altLang="en-US" sz="2600" dirty="0">
                <a:ea typeface="ＭＳ Ｐゴシック" panose="020B0600070205080204" pitchFamily="34" charset="-128"/>
              </a:rPr>
              <a:t>Prices</a:t>
            </a:r>
          </a:p>
          <a:p>
            <a:pPr eaLnBrk="1" hangingPunct="1">
              <a:lnSpc>
                <a:spcPct val="90000"/>
              </a:lnSpc>
            </a:pPr>
            <a:r>
              <a:rPr lang="en-US" altLang="en-US" sz="2800" dirty="0">
                <a:ea typeface="ＭＳ Ｐゴシック" panose="020B0600070205080204" pitchFamily="34" charset="-128"/>
              </a:rPr>
              <a:t>Production theory</a:t>
            </a:r>
          </a:p>
          <a:p>
            <a:pPr lvl="1"/>
            <a:r>
              <a:rPr lang="en-US" altLang="en-US" sz="2600" dirty="0">
                <a:ea typeface="ＭＳ Ｐゴシック" panose="020B0600070205080204" pitchFamily="34" charset="-128"/>
              </a:rPr>
              <a:t>Creation and manufacture of goods and services</a:t>
            </a:r>
          </a:p>
          <a:p>
            <a:pPr eaLnBrk="1" hangingPunct="1">
              <a:lnSpc>
                <a:spcPct val="90000"/>
              </a:lnSpc>
            </a:pPr>
            <a:r>
              <a:rPr lang="en-US" altLang="en-US" sz="2800" dirty="0">
                <a:ea typeface="ＭＳ Ｐゴシック" panose="020B0600070205080204" pitchFamily="34" charset="-128"/>
              </a:rPr>
              <a:t>Cost of production</a:t>
            </a:r>
          </a:p>
          <a:p>
            <a:pPr lvl="1"/>
            <a:r>
              <a:rPr lang="en-US" altLang="en-US" sz="2600" dirty="0">
                <a:ea typeface="ＭＳ Ｐゴシック" panose="020B0600070205080204" pitchFamily="34" charset="-128"/>
              </a:rPr>
              <a:t>Cost of resources during production</a:t>
            </a:r>
          </a:p>
          <a:p>
            <a:pPr eaLnBrk="1" hangingPunct="1">
              <a:lnSpc>
                <a:spcPct val="90000"/>
              </a:lnSpc>
            </a:pPr>
            <a:r>
              <a:rPr lang="en-US" altLang="en-US" sz="2800" dirty="0">
                <a:ea typeface="ＭＳ Ｐゴシック" panose="020B0600070205080204" pitchFamily="34" charset="-128"/>
              </a:rPr>
              <a:t>Labor economics</a:t>
            </a:r>
          </a:p>
          <a:p>
            <a:pPr lvl="1"/>
            <a:r>
              <a:rPr lang="en-US" altLang="en-US" sz="2600" dirty="0">
                <a:ea typeface="ＭＳ Ｐゴシック" panose="020B0600070205080204" pitchFamily="34" charset="-128"/>
              </a:rPr>
              <a:t>Wages, employment, and income</a:t>
            </a:r>
          </a:p>
          <a:p>
            <a:endParaRPr lang="en-US" dirty="0"/>
          </a:p>
        </p:txBody>
      </p:sp>
      <p:sp>
        <p:nvSpPr>
          <p:cNvPr id="5" name="Date Placeholder 4">
            <a:extLst>
              <a:ext uri="{FF2B5EF4-FFF2-40B4-BE49-F238E27FC236}">
                <a16:creationId xmlns:a16="http://schemas.microsoft.com/office/drawing/2014/main" id="{A23D5AF6-0521-482D-943B-27C4EE59A7A2}"/>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CAE75CFC-FD46-432E-B0ED-04C2E059C40B}"/>
              </a:ext>
            </a:extLst>
          </p:cNvPr>
          <p:cNvSpPr>
            <a:spLocks noGrp="1"/>
          </p:cNvSpPr>
          <p:nvPr>
            <p:ph type="sldNum" sz="quarter" idx="11"/>
          </p:nvPr>
        </p:nvSpPr>
        <p:spPr/>
        <p:txBody>
          <a:bodyPr/>
          <a:lstStyle/>
          <a:p>
            <a:fld id="{827FAC9D-EC37-4C36-BD8F-9EBA739370E0}" type="slidenum">
              <a:rPr lang="en-US" smtClean="0"/>
              <a:t>14</a:t>
            </a:fld>
            <a:endParaRPr lang="en-US" dirty="0"/>
          </a:p>
        </p:txBody>
      </p:sp>
    </p:spTree>
    <p:extLst>
      <p:ext uri="{BB962C8B-B14F-4D97-AF65-F5344CB8AC3E}">
        <p14:creationId xmlns:p14="http://schemas.microsoft.com/office/powerpoint/2010/main" val="3324279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CA7AB-7A96-4A16-9F55-8B467D019B79}"/>
              </a:ext>
            </a:extLst>
          </p:cNvPr>
          <p:cNvSpPr>
            <a:spLocks noGrp="1"/>
          </p:cNvSpPr>
          <p:nvPr>
            <p:ph type="title"/>
          </p:nvPr>
        </p:nvSpPr>
        <p:spPr/>
        <p:txBody>
          <a:bodyPr/>
          <a:lstStyle/>
          <a:p>
            <a:pPr algn="ctr"/>
            <a:r>
              <a:rPr lang="en-US" altLang="en-US" u="sng" dirty="0">
                <a:ea typeface="ＭＳ Ｐゴシック" panose="020B0600070205080204" pitchFamily="34" charset="-128"/>
              </a:rPr>
              <a:t>Macro</a:t>
            </a:r>
            <a:r>
              <a:rPr lang="en-US" altLang="en-US" dirty="0">
                <a:ea typeface="ＭＳ Ｐゴシック" panose="020B0600070205080204" pitchFamily="34" charset="-128"/>
              </a:rPr>
              <a:t>economics</a:t>
            </a:r>
            <a:endParaRPr lang="en-US" dirty="0"/>
          </a:p>
        </p:txBody>
      </p:sp>
      <p:sp>
        <p:nvSpPr>
          <p:cNvPr id="3" name="Content Placeholder 2">
            <a:extLst>
              <a:ext uri="{FF2B5EF4-FFF2-40B4-BE49-F238E27FC236}">
                <a16:creationId xmlns:a16="http://schemas.microsoft.com/office/drawing/2014/main" id="{CC90668C-DC4C-4D71-B9FB-8CE5BED07E6B}"/>
              </a:ext>
            </a:extLst>
          </p:cNvPr>
          <p:cNvSpPr>
            <a:spLocks noGrp="1"/>
          </p:cNvSpPr>
          <p:nvPr>
            <p:ph idx="1"/>
          </p:nvPr>
        </p:nvSpPr>
        <p:spPr/>
        <p:txBody>
          <a:bodyPr/>
          <a:lstStyle/>
          <a:p>
            <a:pPr>
              <a:defRPr/>
            </a:pPr>
            <a:r>
              <a:rPr lang="en-US" altLang="en-US" sz="2800" dirty="0">
                <a:ea typeface="ＭＳ Ｐゴシック" panose="020B0600070205080204" pitchFamily="34" charset="-128"/>
              </a:rPr>
              <a:t>Macroeconomics deals with </a:t>
            </a:r>
            <a:r>
              <a:rPr lang="en-US" altLang="en-US" sz="2800" u="sng" dirty="0">
                <a:ea typeface="ＭＳ Ｐゴシック" panose="020B0600070205080204" pitchFamily="34" charset="-128"/>
              </a:rPr>
              <a:t>aggregate</a:t>
            </a:r>
            <a:r>
              <a:rPr lang="en-US" altLang="en-US" sz="2800" dirty="0">
                <a:ea typeface="ＭＳ Ｐゴシック" panose="020B0600070205080204" pitchFamily="34" charset="-128"/>
              </a:rPr>
              <a:t> economic quantities</a:t>
            </a:r>
          </a:p>
          <a:p>
            <a:pPr lvl="1">
              <a:defRPr/>
            </a:pPr>
            <a:r>
              <a:rPr lang="en-US" altLang="en-US" sz="2400" dirty="0">
                <a:ea typeface="ＭＳ Ｐゴシック" panose="020B0600070205080204" pitchFamily="34" charset="-128"/>
              </a:rPr>
              <a:t>Countries and their policies</a:t>
            </a:r>
          </a:p>
          <a:p>
            <a:pPr>
              <a:defRPr/>
            </a:pPr>
            <a:r>
              <a:rPr lang="en-US" altLang="en-US" sz="2600" dirty="0">
                <a:ea typeface="ＭＳ Ｐゴシック" panose="020B0600070205080204" pitchFamily="34" charset="-128"/>
              </a:rPr>
              <a:t>Macro-economist questions</a:t>
            </a:r>
          </a:p>
          <a:p>
            <a:pPr lvl="1"/>
            <a:r>
              <a:rPr lang="en-US" sz="2200" dirty="0"/>
              <a:t>What should the rate of inflation be?</a:t>
            </a:r>
          </a:p>
          <a:p>
            <a:pPr lvl="1"/>
            <a:r>
              <a:rPr lang="en-US" sz="2200" dirty="0"/>
              <a:t>What causes unemployment?</a:t>
            </a:r>
          </a:p>
          <a:p>
            <a:pPr lvl="1"/>
            <a:r>
              <a:rPr lang="en-US" sz="2200" dirty="0"/>
              <a:t>What are the factors that stimulate or create economic growth?</a:t>
            </a:r>
          </a:p>
          <a:p>
            <a:pPr lvl="1">
              <a:defRPr/>
            </a:pPr>
            <a:endParaRPr lang="en-US" altLang="en-US" sz="2400" dirty="0">
              <a:ea typeface="ＭＳ Ｐゴシック" panose="020B0600070205080204" pitchFamily="34" charset="-128"/>
            </a:endParaRPr>
          </a:p>
          <a:p>
            <a:pPr lvl="1">
              <a:defRPr/>
            </a:pPr>
            <a:endParaRPr lang="en-US" altLang="en-US" sz="2400" dirty="0">
              <a:ea typeface="ＭＳ Ｐゴシック" panose="020B0600070205080204" pitchFamily="34" charset="-128"/>
            </a:endParaRPr>
          </a:p>
          <a:p>
            <a:pPr lvl="1">
              <a:defRPr/>
            </a:pPr>
            <a:endParaRPr lang="en-US" altLang="en-US" sz="2400" dirty="0">
              <a:ea typeface="ＭＳ Ｐゴシック" panose="020B0600070205080204" pitchFamily="34" charset="-128"/>
            </a:endParaRPr>
          </a:p>
          <a:p>
            <a:endParaRPr lang="en-US" dirty="0"/>
          </a:p>
        </p:txBody>
      </p:sp>
      <p:sp>
        <p:nvSpPr>
          <p:cNvPr id="5" name="Date Placeholder 4">
            <a:extLst>
              <a:ext uri="{FF2B5EF4-FFF2-40B4-BE49-F238E27FC236}">
                <a16:creationId xmlns:a16="http://schemas.microsoft.com/office/drawing/2014/main" id="{ABF1B1DF-2196-47DF-B8B8-2F4099A914ED}"/>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461F569B-5EAD-4A22-AEB8-D97EB788C6BB}"/>
              </a:ext>
            </a:extLst>
          </p:cNvPr>
          <p:cNvSpPr>
            <a:spLocks noGrp="1"/>
          </p:cNvSpPr>
          <p:nvPr>
            <p:ph type="sldNum" sz="quarter" idx="11"/>
          </p:nvPr>
        </p:nvSpPr>
        <p:spPr/>
        <p:txBody>
          <a:bodyPr/>
          <a:lstStyle/>
          <a:p>
            <a:fld id="{827FAC9D-EC37-4C36-BD8F-9EBA739370E0}" type="slidenum">
              <a:rPr lang="en-US" smtClean="0"/>
              <a:t>15</a:t>
            </a:fld>
            <a:endParaRPr lang="en-US" dirty="0"/>
          </a:p>
        </p:txBody>
      </p:sp>
    </p:spTree>
    <p:extLst>
      <p:ext uri="{BB962C8B-B14F-4D97-AF65-F5344CB8AC3E}">
        <p14:creationId xmlns:p14="http://schemas.microsoft.com/office/powerpoint/2010/main" val="81612075"/>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279968A-FD9E-44EC-BC51-8B297974BF92}"/>
              </a:ext>
            </a:extLst>
          </p:cNvPr>
          <p:cNvSpPr>
            <a:spLocks noGrp="1"/>
          </p:cNvSpPr>
          <p:nvPr>
            <p:ph type="dt" sz="half" idx="10"/>
          </p:nvPr>
        </p:nvSpPr>
        <p:spPr/>
        <p:txBody>
          <a:bodyPr/>
          <a:lstStyle/>
          <a:p>
            <a:r>
              <a:rPr lang="en-US"/>
              <a:t>16 July 2026</a:t>
            </a:r>
            <a:endParaRPr lang="en-US" dirty="0"/>
          </a:p>
        </p:txBody>
      </p:sp>
      <p:sp>
        <p:nvSpPr>
          <p:cNvPr id="2" name="Slide Number Placeholder 1">
            <a:extLst>
              <a:ext uri="{FF2B5EF4-FFF2-40B4-BE49-F238E27FC236}">
                <a16:creationId xmlns:a16="http://schemas.microsoft.com/office/drawing/2014/main" id="{0BA215B6-E49C-4B80-BE3B-F357FD2EF97D}"/>
              </a:ext>
            </a:extLst>
          </p:cNvPr>
          <p:cNvSpPr>
            <a:spLocks noGrp="1"/>
          </p:cNvSpPr>
          <p:nvPr>
            <p:ph type="sldNum" sz="quarter" idx="11"/>
          </p:nvPr>
        </p:nvSpPr>
        <p:spPr/>
        <p:txBody>
          <a:bodyPr/>
          <a:lstStyle/>
          <a:p>
            <a:fld id="{827FAC9D-EC37-4C36-BD8F-9EBA739370E0}" type="slidenum">
              <a:rPr lang="en-US" smtClean="0"/>
              <a:t>16</a:t>
            </a:fld>
            <a:endParaRPr lang="en-US" dirty="0"/>
          </a:p>
        </p:txBody>
      </p:sp>
      <p:graphicFrame>
        <p:nvGraphicFramePr>
          <p:cNvPr id="4" name="Table 3">
            <a:extLst>
              <a:ext uri="{FF2B5EF4-FFF2-40B4-BE49-F238E27FC236}">
                <a16:creationId xmlns:a16="http://schemas.microsoft.com/office/drawing/2014/main" id="{8E02AD7D-333E-9CC7-0C17-F5EEE419A29F}"/>
              </a:ext>
            </a:extLst>
          </p:cNvPr>
          <p:cNvGraphicFramePr>
            <a:graphicFrameLocks noGrp="1"/>
          </p:cNvGraphicFramePr>
          <p:nvPr>
            <p:extLst>
              <p:ext uri="{D42A27DB-BD31-4B8C-83A1-F6EECF244321}">
                <p14:modId xmlns:p14="http://schemas.microsoft.com/office/powerpoint/2010/main" val="2310179327"/>
              </p:ext>
            </p:extLst>
          </p:nvPr>
        </p:nvGraphicFramePr>
        <p:xfrm>
          <a:off x="508000" y="1206500"/>
          <a:ext cx="8128000" cy="4064000"/>
        </p:xfrm>
        <a:graphic>
          <a:graphicData uri="http://schemas.openxmlformats.org/drawingml/2006/table">
            <a:tbl>
              <a:tblPr firstRow="1" bandRow="1">
                <a:tableStyleId>{5940675A-B579-460E-94D1-54222C63F5DA}</a:tableStyleId>
              </a:tblPr>
              <a:tblGrid>
                <a:gridCol w="3556000">
                  <a:extLst>
                    <a:ext uri="{9D8B030D-6E8A-4147-A177-3AD203B41FA5}">
                      <a16:colId xmlns:a16="http://schemas.microsoft.com/office/drawing/2014/main" val="889078489"/>
                    </a:ext>
                  </a:extLst>
                </a:gridCol>
                <a:gridCol w="762000">
                  <a:extLst>
                    <a:ext uri="{9D8B030D-6E8A-4147-A177-3AD203B41FA5}">
                      <a16:colId xmlns:a16="http://schemas.microsoft.com/office/drawing/2014/main" val="2002545044"/>
                    </a:ext>
                  </a:extLst>
                </a:gridCol>
                <a:gridCol w="3810000">
                  <a:extLst>
                    <a:ext uri="{9D8B030D-6E8A-4147-A177-3AD203B41FA5}">
                      <a16:colId xmlns:a16="http://schemas.microsoft.com/office/drawing/2014/main" val="952955995"/>
                    </a:ext>
                  </a:extLst>
                </a:gridCol>
              </a:tblGrid>
              <a:tr h="635000">
                <a:tc>
                  <a:txBody>
                    <a:bodyPr/>
                    <a:lstStyle/>
                    <a:p>
                      <a:pPr algn="l"/>
                      <a:r>
                        <a:rPr lang="en-US" sz="1300">
                          <a:solidFill>
                            <a:srgbClr val="FFFFFF"/>
                          </a:solidFill>
                        </a:rPr>
                        <a:t>Analyzes demand and supply of labor</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01</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Analyzes total employment in the economy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2553165687"/>
                  </a:ext>
                </a:extLst>
              </a:tr>
              <a:tr h="635000">
                <a:tc>
                  <a:txBody>
                    <a:bodyPr/>
                    <a:lstStyle/>
                    <a:p>
                      <a:pPr algn="l"/>
                      <a:r>
                        <a:rPr lang="en-US" sz="1300">
                          <a:solidFill>
                            <a:srgbClr val="FFFFFF"/>
                          </a:solidFill>
                        </a:rPr>
                        <a:t>Study of decisions made by individuals and businesses</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02</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Study of decisions made by governments in a country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3591123193"/>
                  </a:ext>
                </a:extLst>
              </a:tr>
              <a:tr h="635000">
                <a:tc>
                  <a:txBody>
                    <a:bodyPr/>
                    <a:lstStyle/>
                    <a:p>
                      <a:pPr algn="l"/>
                      <a:r>
                        <a:rPr lang="en-US" sz="1300">
                          <a:solidFill>
                            <a:srgbClr val="FFFFFF"/>
                          </a:solidFill>
                        </a:rPr>
                        <a:t>Deals with household and firm decisions</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03</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Deals with performance and behavior of the entire economy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4252856533"/>
                  </a:ext>
                </a:extLst>
              </a:tr>
              <a:tr h="635000">
                <a:tc>
                  <a:txBody>
                    <a:bodyPr/>
                    <a:lstStyle/>
                    <a:p>
                      <a:pPr algn="l"/>
                      <a:r>
                        <a:rPr lang="en-US" sz="1300">
                          <a:solidFill>
                            <a:srgbClr val="FFFFFF"/>
                          </a:solidFill>
                        </a:rPr>
                        <a:t>Examines the individual market's behavior</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04</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Analyzes the sum total of the economic activity</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2621296024"/>
                  </a:ext>
                </a:extLst>
              </a:tr>
              <a:tr h="635000">
                <a:tc>
                  <a:txBody>
                    <a:bodyPr/>
                    <a:lstStyle/>
                    <a:p>
                      <a:pPr algn="l"/>
                      <a:r>
                        <a:rPr lang="en-US" sz="1300">
                          <a:solidFill>
                            <a:srgbClr val="FFFFFF"/>
                          </a:solidFill>
                        </a:rPr>
                        <a:t>Bottom-up approach</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05</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Top-down approach</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910899252"/>
                  </a:ext>
                </a:extLst>
              </a:tr>
              <a:tr h="635000">
                <a:tc>
                  <a:txBody>
                    <a:bodyPr/>
                    <a:lstStyle/>
                    <a:p>
                      <a:pPr algn="l"/>
                      <a:r>
                        <a:rPr lang="en-US" sz="1300">
                          <a:solidFill>
                            <a:srgbClr val="FFFFFF"/>
                          </a:solidFill>
                        </a:rPr>
                        <a:t>Investors generally focus in-depth on microeconomics</a:t>
                      </a:r>
                      <a:endParaRPr lang="en-US" sz="1300">
                        <a:solidFill>
                          <a:srgbClr val="FFFFFF"/>
                        </a:solidFill>
                        <a:latin typeface="Calibri" panose="020F0502020204030204" pitchFamily="34" charset="0"/>
                      </a:endParaRPr>
                    </a:p>
                  </a:txBody>
                  <a:tcPr marL="101600" marR="101600" marT="50800" marB="50800"/>
                </a:tc>
                <a:tc>
                  <a:txBody>
                    <a:bodyPr/>
                    <a:lstStyle/>
                    <a:p>
                      <a:pPr algn="ctr"/>
                      <a:r>
                        <a:rPr lang="en-US" sz="1600" b="1">
                          <a:solidFill>
                            <a:srgbClr val="FFCD00"/>
                          </a:solidFill>
                        </a:rPr>
                        <a:t>06</a:t>
                      </a:r>
                      <a:endParaRPr lang="en-US" sz="1600" b="1">
                        <a:solidFill>
                          <a:srgbClr val="FFCD00"/>
                        </a:solidFill>
                        <a:latin typeface="Calibri" panose="020F0502020204030204" pitchFamily="34" charset="0"/>
                      </a:endParaRPr>
                    </a:p>
                  </a:txBody>
                  <a:tcPr marL="101600" marR="101600" marT="50800" marB="50800"/>
                </a:tc>
                <a:tc>
                  <a:txBody>
                    <a:bodyPr/>
                    <a:lstStyle/>
                    <a:p>
                      <a:pPr algn="r"/>
                      <a:r>
                        <a:rPr lang="en-US" sz="1300">
                          <a:solidFill>
                            <a:srgbClr val="FFFFFF"/>
                          </a:solidFill>
                        </a:rPr>
                        <a:t>Seasoned investors pay little attention to macroeconomics</a:t>
                      </a:r>
                      <a:endParaRPr lang="en-US" sz="1300">
                        <a:solidFill>
                          <a:srgbClr val="FFFFFF"/>
                        </a:solidFill>
                        <a:latin typeface="Calibri" panose="020F0502020204030204" pitchFamily="34" charset="0"/>
                      </a:endParaRPr>
                    </a:p>
                  </a:txBody>
                  <a:tcPr marL="101600" marR="101600" marT="50800" marB="50800"/>
                </a:tc>
                <a:extLst>
                  <a:ext uri="{0D108BD9-81ED-4DB2-BD59-A6C34878D82A}">
                    <a16:rowId xmlns:a16="http://schemas.microsoft.com/office/drawing/2014/main" val="276621396"/>
                  </a:ext>
                </a:extLst>
              </a:tr>
            </a:tbl>
          </a:graphicData>
        </a:graphic>
      </p:graphicFrame>
    </p:spTree>
    <p:extLst>
      <p:ext uri="{BB962C8B-B14F-4D97-AF65-F5344CB8AC3E}">
        <p14:creationId xmlns:p14="http://schemas.microsoft.com/office/powerpoint/2010/main" val="1341186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755BF-51CC-4E95-9269-1CA31C1F0E05}"/>
              </a:ext>
            </a:extLst>
          </p:cNvPr>
          <p:cNvSpPr>
            <a:spLocks noGrp="1"/>
          </p:cNvSpPr>
          <p:nvPr>
            <p:ph type="title"/>
          </p:nvPr>
        </p:nvSpPr>
        <p:spPr/>
        <p:txBody>
          <a:bodyPr/>
          <a:lstStyle/>
          <a:p>
            <a:pPr algn="ctr"/>
            <a:r>
              <a:rPr lang="en-US" altLang="en-US" dirty="0">
                <a:ea typeface="ＭＳ Ｐゴシック" panose="020B0600070205080204" pitchFamily="34" charset="-128"/>
              </a:rPr>
              <a:t>The Methodology</a:t>
            </a:r>
            <a:endParaRPr lang="en-US" dirty="0"/>
          </a:p>
        </p:txBody>
      </p:sp>
      <p:sp>
        <p:nvSpPr>
          <p:cNvPr id="3" name="Content Placeholder 2">
            <a:extLst>
              <a:ext uri="{FF2B5EF4-FFF2-40B4-BE49-F238E27FC236}">
                <a16:creationId xmlns:a16="http://schemas.microsoft.com/office/drawing/2014/main" id="{97CB8A60-5C60-4659-BCE2-C4533971E4C8}"/>
              </a:ext>
            </a:extLst>
          </p:cNvPr>
          <p:cNvSpPr>
            <a:spLocks noGrp="1"/>
          </p:cNvSpPr>
          <p:nvPr>
            <p:ph idx="1"/>
          </p:nvPr>
        </p:nvSpPr>
        <p:spPr/>
        <p:txBody>
          <a:bodyPr/>
          <a:lstStyle/>
          <a:p>
            <a:pPr eaLnBrk="1" hangingPunct="1">
              <a:spcBef>
                <a:spcPct val="50000"/>
              </a:spcBef>
              <a:buSzTx/>
              <a:buFontTx/>
              <a:buNone/>
            </a:pPr>
            <a:r>
              <a:rPr lang="en-US" altLang="en-US" sz="2800" b="0" dirty="0"/>
              <a:t>How? Construct </a:t>
            </a:r>
            <a:r>
              <a:rPr lang="en-US" altLang="en-US" sz="2800" b="0" i="1" u="sng" dirty="0"/>
              <a:t>theories</a:t>
            </a:r>
            <a:r>
              <a:rPr lang="en-US" altLang="en-US" sz="2800" b="0" dirty="0"/>
              <a:t> in order to: </a:t>
            </a:r>
          </a:p>
          <a:p>
            <a:pPr eaLnBrk="1" hangingPunct="1">
              <a:spcBef>
                <a:spcPct val="50000"/>
              </a:spcBef>
              <a:buSzTx/>
              <a:buFont typeface="Wingdings" panose="05000000000000000000" pitchFamily="2" charset="2"/>
              <a:buChar char="Ø"/>
            </a:pPr>
            <a:r>
              <a:rPr lang="en-US" altLang="en-US" sz="2800" b="0" dirty="0"/>
              <a:t>Understand the different forces driving the economy</a:t>
            </a:r>
          </a:p>
          <a:p>
            <a:pPr eaLnBrk="1" hangingPunct="1">
              <a:spcBef>
                <a:spcPct val="50000"/>
              </a:spcBef>
              <a:buSzTx/>
              <a:buFont typeface="Wingdings" panose="05000000000000000000" pitchFamily="2" charset="2"/>
              <a:buChar char="Ø"/>
            </a:pPr>
            <a:r>
              <a:rPr lang="en-US" altLang="en-US" sz="2800" b="0" dirty="0"/>
              <a:t>Make predictions of what will happen if these forces change</a:t>
            </a:r>
          </a:p>
          <a:p>
            <a:pPr eaLnBrk="1" hangingPunct="1">
              <a:spcBef>
                <a:spcPct val="50000"/>
              </a:spcBef>
              <a:buSzTx/>
              <a:buFont typeface="Wingdings" panose="05000000000000000000" pitchFamily="2" charset="2"/>
              <a:buChar char="Ø"/>
            </a:pPr>
            <a:r>
              <a:rPr lang="en-US" altLang="en-US" sz="2800" b="0" dirty="0"/>
              <a:t>Improve outcomes changing institutions</a:t>
            </a:r>
          </a:p>
          <a:p>
            <a:endParaRPr lang="en-US" sz="2800" dirty="0"/>
          </a:p>
        </p:txBody>
      </p:sp>
      <p:sp>
        <p:nvSpPr>
          <p:cNvPr id="5" name="Date Placeholder 4">
            <a:extLst>
              <a:ext uri="{FF2B5EF4-FFF2-40B4-BE49-F238E27FC236}">
                <a16:creationId xmlns:a16="http://schemas.microsoft.com/office/drawing/2014/main" id="{7303DF4B-8E5F-4C9B-A132-C34E3096A4A3}"/>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AA88D229-F36D-41D8-8A97-ED9161C27E33}"/>
              </a:ext>
            </a:extLst>
          </p:cNvPr>
          <p:cNvSpPr>
            <a:spLocks noGrp="1"/>
          </p:cNvSpPr>
          <p:nvPr>
            <p:ph type="sldNum" sz="quarter" idx="11"/>
          </p:nvPr>
        </p:nvSpPr>
        <p:spPr/>
        <p:txBody>
          <a:bodyPr/>
          <a:lstStyle/>
          <a:p>
            <a:fld id="{827FAC9D-EC37-4C36-BD8F-9EBA739370E0}" type="slidenum">
              <a:rPr lang="en-US" smtClean="0"/>
              <a:t>17</a:t>
            </a:fld>
            <a:endParaRPr lang="en-US" dirty="0"/>
          </a:p>
        </p:txBody>
      </p:sp>
    </p:spTree>
    <p:extLst>
      <p:ext uri="{BB962C8B-B14F-4D97-AF65-F5344CB8AC3E}">
        <p14:creationId xmlns:p14="http://schemas.microsoft.com/office/powerpoint/2010/main" val="225687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80902-39F9-4ECE-8D55-9B80147AA5FF}"/>
              </a:ext>
            </a:extLst>
          </p:cNvPr>
          <p:cNvSpPr>
            <a:spLocks noGrp="1"/>
          </p:cNvSpPr>
          <p:nvPr>
            <p:ph type="title"/>
          </p:nvPr>
        </p:nvSpPr>
        <p:spPr/>
        <p:txBody>
          <a:bodyPr/>
          <a:lstStyle/>
          <a:p>
            <a:pPr algn="ctr"/>
            <a:r>
              <a:rPr lang="en-US" altLang="en-US" dirty="0">
                <a:ea typeface="ＭＳ Ｐゴシック" panose="020B0600070205080204" pitchFamily="34" charset="-128"/>
              </a:rPr>
              <a:t>The Methodology (cont’d)</a:t>
            </a:r>
            <a:endParaRPr lang="en-US" dirty="0"/>
          </a:p>
        </p:txBody>
      </p:sp>
      <p:sp>
        <p:nvSpPr>
          <p:cNvPr id="3" name="Content Placeholder 2">
            <a:extLst>
              <a:ext uri="{FF2B5EF4-FFF2-40B4-BE49-F238E27FC236}">
                <a16:creationId xmlns:a16="http://schemas.microsoft.com/office/drawing/2014/main" id="{7BDB49B7-D2A6-41C0-8D4C-19DADABD99D7}"/>
              </a:ext>
            </a:extLst>
          </p:cNvPr>
          <p:cNvSpPr>
            <a:spLocks noGrp="1"/>
          </p:cNvSpPr>
          <p:nvPr>
            <p:ph idx="1"/>
          </p:nvPr>
        </p:nvSpPr>
        <p:spPr/>
        <p:txBody>
          <a:bodyPr/>
          <a:lstStyle/>
          <a:p>
            <a:pPr eaLnBrk="1" hangingPunct="1">
              <a:spcBef>
                <a:spcPct val="50000"/>
              </a:spcBef>
              <a:buSzTx/>
              <a:buFontTx/>
              <a:buNone/>
            </a:pPr>
            <a:r>
              <a:rPr lang="en-US" altLang="en-US" sz="2800" b="0" dirty="0"/>
              <a:t>Use </a:t>
            </a:r>
            <a:r>
              <a:rPr lang="en-US" altLang="en-US" sz="2800" b="0" i="1" u="sng" dirty="0"/>
              <a:t>data</a:t>
            </a:r>
            <a:r>
              <a:rPr lang="en-US" altLang="en-US" sz="2800" b="0" dirty="0"/>
              <a:t> and </a:t>
            </a:r>
            <a:r>
              <a:rPr lang="en-US" altLang="en-US" sz="2800" b="0" i="1" u="sng" dirty="0"/>
              <a:t>rigorous statistical methods</a:t>
            </a:r>
            <a:r>
              <a:rPr lang="en-US" altLang="en-US" sz="2800" b="0" dirty="0"/>
              <a:t> in order to validate a theory :</a:t>
            </a:r>
          </a:p>
          <a:p>
            <a:pPr lvl="1">
              <a:spcBef>
                <a:spcPct val="0"/>
              </a:spcBef>
              <a:buSzTx/>
              <a:buFont typeface="Wingdings" panose="05000000000000000000" pitchFamily="2" charset="2"/>
              <a:buChar char="Ø"/>
            </a:pPr>
            <a:r>
              <a:rPr lang="en-US" altLang="en-US" sz="2800" b="0" dirty="0"/>
              <a:t>Theories are tested and improved</a:t>
            </a:r>
          </a:p>
          <a:p>
            <a:pPr lvl="1">
              <a:spcBef>
                <a:spcPct val="0"/>
              </a:spcBef>
              <a:buSzTx/>
              <a:buFont typeface="Wingdings" panose="05000000000000000000" pitchFamily="2" charset="2"/>
              <a:buChar char="Ø"/>
            </a:pPr>
            <a:r>
              <a:rPr lang="en-US" altLang="en-US" sz="2800" b="0" dirty="0"/>
              <a:t>Theories are invariably imperfect – but give much insight into observed phenomena</a:t>
            </a:r>
          </a:p>
          <a:p>
            <a:endParaRPr lang="en-US" dirty="0"/>
          </a:p>
        </p:txBody>
      </p:sp>
      <p:sp>
        <p:nvSpPr>
          <p:cNvPr id="5" name="Date Placeholder 4">
            <a:extLst>
              <a:ext uri="{FF2B5EF4-FFF2-40B4-BE49-F238E27FC236}">
                <a16:creationId xmlns:a16="http://schemas.microsoft.com/office/drawing/2014/main" id="{21B7855A-A01D-4D99-90E5-7C0C8C788F0F}"/>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C02CCAB2-5938-40F0-BAC7-A0CD30BDE15B}"/>
              </a:ext>
            </a:extLst>
          </p:cNvPr>
          <p:cNvSpPr>
            <a:spLocks noGrp="1"/>
          </p:cNvSpPr>
          <p:nvPr>
            <p:ph type="sldNum" sz="quarter" idx="11"/>
          </p:nvPr>
        </p:nvSpPr>
        <p:spPr/>
        <p:txBody>
          <a:bodyPr/>
          <a:lstStyle/>
          <a:p>
            <a:fld id="{827FAC9D-EC37-4C36-BD8F-9EBA739370E0}" type="slidenum">
              <a:rPr lang="en-US" smtClean="0"/>
              <a:t>18</a:t>
            </a:fld>
            <a:endParaRPr lang="en-US" dirty="0"/>
          </a:p>
        </p:txBody>
      </p:sp>
    </p:spTree>
    <p:extLst>
      <p:ext uri="{BB962C8B-B14F-4D97-AF65-F5344CB8AC3E}">
        <p14:creationId xmlns:p14="http://schemas.microsoft.com/office/powerpoint/2010/main" val="744850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778FA7C-69BD-4131-8DFF-271FADBBF2F3}"/>
              </a:ext>
            </a:extLst>
          </p:cNvPr>
          <p:cNvSpPr>
            <a:spLocks noGrp="1"/>
          </p:cNvSpPr>
          <p:nvPr>
            <p:ph type="dt" sz="half" idx="10"/>
          </p:nvPr>
        </p:nvSpPr>
        <p:spPr/>
        <p:txBody>
          <a:bodyPr/>
          <a:lstStyle/>
          <a:p>
            <a:r>
              <a:rPr lang="en-US"/>
              <a:t>16 July 2026</a:t>
            </a:r>
            <a:endParaRPr lang="en-US" dirty="0"/>
          </a:p>
        </p:txBody>
      </p:sp>
      <p:pic>
        <p:nvPicPr>
          <p:cNvPr id="6" name="Picture 5">
            <a:extLst>
              <a:ext uri="{FF2B5EF4-FFF2-40B4-BE49-F238E27FC236}">
                <a16:creationId xmlns:a16="http://schemas.microsoft.com/office/drawing/2014/main" id="{A16A7804-425D-4797-9500-5E97A0D3D7FD}"/>
              </a:ext>
            </a:extLst>
          </p:cNvPr>
          <p:cNvPicPr>
            <a:picLocks noChangeAspect="1"/>
          </p:cNvPicPr>
          <p:nvPr/>
        </p:nvPicPr>
        <p:blipFill>
          <a:blip r:embed="rId3"/>
          <a:stretch>
            <a:fillRect/>
          </a:stretch>
        </p:blipFill>
        <p:spPr>
          <a:xfrm>
            <a:off x="1343025" y="1328737"/>
            <a:ext cx="6457950" cy="3057525"/>
          </a:xfrm>
          <a:prstGeom prst="rect">
            <a:avLst/>
          </a:prstGeom>
        </p:spPr>
      </p:pic>
      <p:sp>
        <p:nvSpPr>
          <p:cNvPr id="2" name="Slide Number Placeholder 1">
            <a:extLst>
              <a:ext uri="{FF2B5EF4-FFF2-40B4-BE49-F238E27FC236}">
                <a16:creationId xmlns:a16="http://schemas.microsoft.com/office/drawing/2014/main" id="{DEB429B5-E62F-4B3E-8150-AA5D9B4B000A}"/>
              </a:ext>
            </a:extLst>
          </p:cNvPr>
          <p:cNvSpPr>
            <a:spLocks noGrp="1"/>
          </p:cNvSpPr>
          <p:nvPr>
            <p:ph type="sldNum" sz="quarter" idx="11"/>
          </p:nvPr>
        </p:nvSpPr>
        <p:spPr/>
        <p:txBody>
          <a:bodyPr/>
          <a:lstStyle/>
          <a:p>
            <a:fld id="{827FAC9D-EC37-4C36-BD8F-9EBA739370E0}" type="slidenum">
              <a:rPr lang="en-US" smtClean="0"/>
              <a:t>19</a:t>
            </a:fld>
            <a:endParaRPr lang="en-US" dirty="0"/>
          </a:p>
        </p:txBody>
      </p:sp>
    </p:spTree>
    <p:extLst>
      <p:ext uri="{BB962C8B-B14F-4D97-AF65-F5344CB8AC3E}">
        <p14:creationId xmlns:p14="http://schemas.microsoft.com/office/powerpoint/2010/main" val="197706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3AB5E6-83FD-4F2C-AE89-23C11A80A6A9}"/>
              </a:ext>
            </a:extLst>
          </p:cNvPr>
          <p:cNvSpPr>
            <a:spLocks noGrp="1"/>
          </p:cNvSpPr>
          <p:nvPr>
            <p:ph type="dt" sz="half" idx="10"/>
          </p:nvPr>
        </p:nvSpPr>
        <p:spPr/>
        <p:txBody>
          <a:bodyPr/>
          <a:lstStyle/>
          <a:p>
            <a:r>
              <a:rPr lang="en-US"/>
              <a:t>16 July 2026</a:t>
            </a:r>
            <a:endParaRPr lang="en-US" dirty="0"/>
          </a:p>
        </p:txBody>
      </p:sp>
      <p:pic>
        <p:nvPicPr>
          <p:cNvPr id="5" name="Picture 4">
            <a:extLst>
              <a:ext uri="{FF2B5EF4-FFF2-40B4-BE49-F238E27FC236}">
                <a16:creationId xmlns:a16="http://schemas.microsoft.com/office/drawing/2014/main" id="{AB5E5147-5D97-4B61-9A96-8C973AB2EDC3}"/>
              </a:ext>
            </a:extLst>
          </p:cNvPr>
          <p:cNvPicPr>
            <a:picLocks noChangeAspect="1"/>
          </p:cNvPicPr>
          <p:nvPr/>
        </p:nvPicPr>
        <p:blipFill>
          <a:blip r:embed="rId3"/>
          <a:stretch>
            <a:fillRect/>
          </a:stretch>
        </p:blipFill>
        <p:spPr>
          <a:xfrm>
            <a:off x="1831784" y="777619"/>
            <a:ext cx="5480433" cy="4159762"/>
          </a:xfrm>
          <a:prstGeom prst="rect">
            <a:avLst/>
          </a:prstGeom>
        </p:spPr>
      </p:pic>
      <p:sp>
        <p:nvSpPr>
          <p:cNvPr id="3" name="Slide Number Placeholder 2">
            <a:extLst>
              <a:ext uri="{FF2B5EF4-FFF2-40B4-BE49-F238E27FC236}">
                <a16:creationId xmlns:a16="http://schemas.microsoft.com/office/drawing/2014/main" id="{FC50135E-E827-458C-97EC-F949635473AB}"/>
              </a:ext>
            </a:extLst>
          </p:cNvPr>
          <p:cNvSpPr>
            <a:spLocks noGrp="1"/>
          </p:cNvSpPr>
          <p:nvPr>
            <p:ph type="sldNum" sz="quarter" idx="11"/>
          </p:nvPr>
        </p:nvSpPr>
        <p:spPr/>
        <p:txBody>
          <a:bodyPr/>
          <a:lstStyle/>
          <a:p>
            <a:fld id="{827FAC9D-EC37-4C36-BD8F-9EBA739370E0}" type="slidenum">
              <a:rPr lang="en-US" smtClean="0"/>
              <a:t>20</a:t>
            </a:fld>
            <a:endParaRPr lang="en-US" dirty="0"/>
          </a:p>
        </p:txBody>
      </p:sp>
    </p:spTree>
    <p:extLst>
      <p:ext uri="{BB962C8B-B14F-4D97-AF65-F5344CB8AC3E}">
        <p14:creationId xmlns:p14="http://schemas.microsoft.com/office/powerpoint/2010/main" val="3108527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F928-B784-4EF6-912B-9A542F71A63F}"/>
              </a:ext>
            </a:extLst>
          </p:cNvPr>
          <p:cNvSpPr>
            <a:spLocks noGrp="1"/>
          </p:cNvSpPr>
          <p:nvPr>
            <p:ph type="title"/>
          </p:nvPr>
        </p:nvSpPr>
        <p:spPr/>
        <p:txBody>
          <a:bodyPr/>
          <a:lstStyle/>
          <a:p>
            <a:pPr algn="ctr"/>
            <a:r>
              <a:rPr lang="en-US" altLang="en-US" dirty="0">
                <a:ea typeface="ＭＳ Ｐゴシック" panose="020B0600070205080204" pitchFamily="34" charset="-128"/>
              </a:rPr>
              <a:t>Theories and Models</a:t>
            </a:r>
            <a:endParaRPr lang="en-US" dirty="0"/>
          </a:p>
        </p:txBody>
      </p:sp>
      <p:sp>
        <p:nvSpPr>
          <p:cNvPr id="3" name="Content Placeholder 2">
            <a:extLst>
              <a:ext uri="{FF2B5EF4-FFF2-40B4-BE49-F238E27FC236}">
                <a16:creationId xmlns:a16="http://schemas.microsoft.com/office/drawing/2014/main" id="{46115679-DA23-4F01-99F7-E5D91FC0E01F}"/>
              </a:ext>
            </a:extLst>
          </p:cNvPr>
          <p:cNvSpPr>
            <a:spLocks noGrp="1"/>
          </p:cNvSpPr>
          <p:nvPr>
            <p:ph idx="1"/>
          </p:nvPr>
        </p:nvSpPr>
        <p:spPr/>
        <p:txBody>
          <a:bodyPr/>
          <a:lstStyle/>
          <a:p>
            <a:pPr eaLnBrk="1" hangingPunct="1">
              <a:lnSpc>
                <a:spcPct val="80000"/>
              </a:lnSpc>
            </a:pPr>
            <a:r>
              <a:rPr lang="en-US" altLang="en-US" sz="3200" dirty="0">
                <a:ea typeface="ＭＳ Ｐゴシック" panose="020B0600070205080204" pitchFamily="34" charset="-128"/>
              </a:rPr>
              <a:t>Theories are expressed in the form of </a:t>
            </a:r>
            <a:r>
              <a:rPr lang="en-US" altLang="en-US" sz="3200" i="1" u="sng" dirty="0">
                <a:ea typeface="ＭＳ Ｐゴシック" panose="020B0600070205080204" pitchFamily="34" charset="-128"/>
              </a:rPr>
              <a:t>Economic Models. </a:t>
            </a:r>
          </a:p>
          <a:p>
            <a:pPr lvl="1" eaLnBrk="1" hangingPunct="1">
              <a:lnSpc>
                <a:spcPct val="80000"/>
              </a:lnSpc>
            </a:pPr>
            <a:r>
              <a:rPr lang="en-US" altLang="en-US" sz="2800" dirty="0">
                <a:ea typeface="ＭＳ Ｐゴシック" panose="020B0600070205080204" pitchFamily="34" charset="-128"/>
              </a:rPr>
              <a:t>An economic model is a description of an economic situation via words and mathematical expressions. </a:t>
            </a:r>
          </a:p>
          <a:p>
            <a:pPr lvl="1" eaLnBrk="1" hangingPunct="1">
              <a:lnSpc>
                <a:spcPct val="80000"/>
              </a:lnSpc>
            </a:pPr>
            <a:r>
              <a:rPr lang="en-US" altLang="en-US" sz="2800" dirty="0">
                <a:ea typeface="ＭＳ Ｐゴシック" panose="020B0600070205080204" pitchFamily="34" charset="-128"/>
              </a:rPr>
              <a:t>Often mathematical expressions are depicted with diagrams.</a:t>
            </a:r>
          </a:p>
          <a:p>
            <a:endParaRPr lang="en-US" dirty="0"/>
          </a:p>
        </p:txBody>
      </p:sp>
      <p:sp>
        <p:nvSpPr>
          <p:cNvPr id="5" name="Date Placeholder 4">
            <a:extLst>
              <a:ext uri="{FF2B5EF4-FFF2-40B4-BE49-F238E27FC236}">
                <a16:creationId xmlns:a16="http://schemas.microsoft.com/office/drawing/2014/main" id="{D7210F33-3878-4955-B107-BD1570AF6FF9}"/>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7492C6A7-B11A-496D-8930-0B5C4878CE75}"/>
              </a:ext>
            </a:extLst>
          </p:cNvPr>
          <p:cNvSpPr>
            <a:spLocks noGrp="1"/>
          </p:cNvSpPr>
          <p:nvPr>
            <p:ph type="sldNum" sz="quarter" idx="11"/>
          </p:nvPr>
        </p:nvSpPr>
        <p:spPr/>
        <p:txBody>
          <a:bodyPr/>
          <a:lstStyle/>
          <a:p>
            <a:fld id="{827FAC9D-EC37-4C36-BD8F-9EBA739370E0}" type="slidenum">
              <a:rPr lang="en-US" smtClean="0"/>
              <a:t>21</a:t>
            </a:fld>
            <a:endParaRPr lang="en-US" dirty="0"/>
          </a:p>
        </p:txBody>
      </p:sp>
    </p:spTree>
    <p:extLst>
      <p:ext uri="{BB962C8B-B14F-4D97-AF65-F5344CB8AC3E}">
        <p14:creationId xmlns:p14="http://schemas.microsoft.com/office/powerpoint/2010/main" val="481165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8ABED-9A30-4948-8C8B-FC4C731070C2}"/>
              </a:ext>
            </a:extLst>
          </p:cNvPr>
          <p:cNvSpPr>
            <a:spLocks noGrp="1"/>
          </p:cNvSpPr>
          <p:nvPr>
            <p:ph type="title"/>
          </p:nvPr>
        </p:nvSpPr>
        <p:spPr/>
        <p:txBody>
          <a:bodyPr/>
          <a:lstStyle/>
          <a:p>
            <a:pPr algn="ctr"/>
            <a:r>
              <a:rPr lang="en-US" altLang="en-US" dirty="0">
                <a:ea typeface="ＭＳ Ｐゴシック" panose="020B0600070205080204" pitchFamily="34" charset="-128"/>
              </a:rPr>
              <a:t>Economic Models: </a:t>
            </a:r>
            <a:br>
              <a:rPr lang="en-US" altLang="en-US" dirty="0">
                <a:ea typeface="ＭＳ Ｐゴシック" panose="020B0600070205080204" pitchFamily="34" charset="-128"/>
              </a:rPr>
            </a:br>
            <a:r>
              <a:rPr lang="en-US" altLang="en-US" dirty="0">
                <a:ea typeface="ＭＳ Ｐゴシック" panose="020B0600070205080204" pitchFamily="34" charset="-128"/>
              </a:rPr>
              <a:t>Description</a:t>
            </a:r>
            <a:endParaRPr lang="en-US" dirty="0"/>
          </a:p>
        </p:txBody>
      </p:sp>
      <p:sp>
        <p:nvSpPr>
          <p:cNvPr id="3" name="Content Placeholder 2">
            <a:extLst>
              <a:ext uri="{FF2B5EF4-FFF2-40B4-BE49-F238E27FC236}">
                <a16:creationId xmlns:a16="http://schemas.microsoft.com/office/drawing/2014/main" id="{9826C287-C45E-40F6-AAE7-951DF240949D}"/>
              </a:ext>
            </a:extLst>
          </p:cNvPr>
          <p:cNvSpPr>
            <a:spLocks noGrp="1"/>
          </p:cNvSpPr>
          <p:nvPr>
            <p:ph idx="1"/>
          </p:nvPr>
        </p:nvSpPr>
        <p:spPr/>
        <p:txBody>
          <a:bodyPr/>
          <a:lstStyle/>
          <a:p>
            <a:pPr eaLnBrk="1" hangingPunct="1">
              <a:buFont typeface="Wingdings" panose="05000000000000000000" pitchFamily="2" charset="2"/>
              <a:buNone/>
              <a:defRPr/>
            </a:pPr>
            <a:r>
              <a:rPr lang="en-US" altLang="en-US" sz="2800" dirty="0">
                <a:ea typeface="ＭＳ Ｐゴシック" panose="020B0600070205080204" pitchFamily="34" charset="-128"/>
              </a:rPr>
              <a:t>A model usually consists of:</a:t>
            </a:r>
          </a:p>
          <a:p>
            <a:pPr eaLnBrk="1" hangingPunct="1">
              <a:buFont typeface="Wingdings" panose="05000000000000000000" pitchFamily="2" charset="2"/>
              <a:buChar char="Ø"/>
              <a:defRPr/>
            </a:pPr>
            <a:r>
              <a:rPr lang="en-US" altLang="en-US" sz="2800" b="1" dirty="0">
                <a:latin typeface="+mn-lt"/>
                <a:ea typeface="ＭＳ Ｐゴシック" panose="020B0600070205080204" pitchFamily="34" charset="-128"/>
              </a:rPr>
              <a:t>Agents</a:t>
            </a:r>
            <a:r>
              <a:rPr lang="en-US" altLang="en-US" sz="2800" dirty="0">
                <a:effectLst>
                  <a:outerShdw blurRad="38100" dist="38100" dir="2700000" algn="tl">
                    <a:srgbClr val="C0C0C0"/>
                  </a:outerShdw>
                </a:effectLst>
                <a:ea typeface="ＭＳ Ｐゴシック" panose="020B0600070205080204" pitchFamily="34" charset="-128"/>
              </a:rPr>
              <a:t>: </a:t>
            </a:r>
            <a:r>
              <a:rPr lang="en-US" altLang="en-US" sz="2800" dirty="0">
                <a:ea typeface="ＭＳ Ｐゴシック" panose="020B0600070205080204" pitchFamily="34" charset="-128"/>
              </a:rPr>
              <a:t>their resources, objectives, preferences, how they behave, etc. </a:t>
            </a:r>
          </a:p>
          <a:p>
            <a:pPr eaLnBrk="1" hangingPunct="1">
              <a:buFont typeface="Wingdings" panose="05000000000000000000" pitchFamily="2" charset="2"/>
              <a:buChar char="Ø"/>
              <a:defRPr/>
            </a:pPr>
            <a:r>
              <a:rPr lang="en-US" altLang="en-US" sz="2800" b="1" dirty="0">
                <a:ea typeface="ＭＳ Ｐゴシック" panose="020B0600070205080204" pitchFamily="34" charset="-128"/>
              </a:rPr>
              <a:t>Economic environment</a:t>
            </a:r>
            <a:r>
              <a:rPr lang="en-US" altLang="en-US" sz="2800" dirty="0">
                <a:ea typeface="ＭＳ Ｐゴシック" panose="020B0600070205080204" pitchFamily="34" charset="-128"/>
              </a:rPr>
              <a:t>: markets, contractual arrangements, other relevant institutions. </a:t>
            </a:r>
          </a:p>
          <a:p>
            <a:endParaRPr lang="en-US" dirty="0"/>
          </a:p>
        </p:txBody>
      </p:sp>
      <p:sp>
        <p:nvSpPr>
          <p:cNvPr id="5" name="Date Placeholder 4">
            <a:extLst>
              <a:ext uri="{FF2B5EF4-FFF2-40B4-BE49-F238E27FC236}">
                <a16:creationId xmlns:a16="http://schemas.microsoft.com/office/drawing/2014/main" id="{8AD856AC-3992-4E13-9206-1E8CB262E47D}"/>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534BA627-582C-489E-BC80-99F5AD7C0E11}"/>
              </a:ext>
            </a:extLst>
          </p:cNvPr>
          <p:cNvSpPr>
            <a:spLocks noGrp="1"/>
          </p:cNvSpPr>
          <p:nvPr>
            <p:ph type="sldNum" sz="quarter" idx="11"/>
          </p:nvPr>
        </p:nvSpPr>
        <p:spPr/>
        <p:txBody>
          <a:bodyPr/>
          <a:lstStyle/>
          <a:p>
            <a:fld id="{827FAC9D-EC37-4C36-BD8F-9EBA739370E0}" type="slidenum">
              <a:rPr lang="en-US" smtClean="0"/>
              <a:t>22</a:t>
            </a:fld>
            <a:endParaRPr lang="en-US" dirty="0"/>
          </a:p>
        </p:txBody>
      </p:sp>
    </p:spTree>
    <p:extLst>
      <p:ext uri="{BB962C8B-B14F-4D97-AF65-F5344CB8AC3E}">
        <p14:creationId xmlns:p14="http://schemas.microsoft.com/office/powerpoint/2010/main" val="1155579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0169D-67F0-4524-9185-FAD222AA98DE}"/>
              </a:ext>
            </a:extLst>
          </p:cNvPr>
          <p:cNvSpPr>
            <a:spLocks noGrp="1"/>
          </p:cNvSpPr>
          <p:nvPr>
            <p:ph type="title"/>
          </p:nvPr>
        </p:nvSpPr>
        <p:spPr/>
        <p:txBody>
          <a:bodyPr/>
          <a:lstStyle/>
          <a:p>
            <a:pPr algn="ctr"/>
            <a:r>
              <a:rPr lang="en-US" altLang="en-US" sz="3200" dirty="0">
                <a:ea typeface="ＭＳ Ｐゴシック" panose="020B0600070205080204" pitchFamily="34" charset="-128"/>
              </a:rPr>
              <a:t>Positive &amp; Normative Analysis</a:t>
            </a:r>
            <a:endParaRPr lang="en-US" dirty="0"/>
          </a:p>
        </p:txBody>
      </p:sp>
      <p:sp>
        <p:nvSpPr>
          <p:cNvPr id="3" name="Content Placeholder 2">
            <a:extLst>
              <a:ext uri="{FF2B5EF4-FFF2-40B4-BE49-F238E27FC236}">
                <a16:creationId xmlns:a16="http://schemas.microsoft.com/office/drawing/2014/main" id="{28A38B16-658D-4F9D-8D10-581928A447F4}"/>
              </a:ext>
            </a:extLst>
          </p:cNvPr>
          <p:cNvSpPr>
            <a:spLocks noGrp="1"/>
          </p:cNvSpPr>
          <p:nvPr>
            <p:ph idx="1"/>
          </p:nvPr>
        </p:nvSpPr>
        <p:spPr/>
        <p:txBody>
          <a:bodyPr>
            <a:normAutofit/>
          </a:bodyPr>
          <a:lstStyle/>
          <a:p>
            <a:r>
              <a:rPr lang="en-US" sz="2800" dirty="0"/>
              <a:t>Economists take different roles: business consultant, media analyst, advisers on government policy etc.</a:t>
            </a:r>
          </a:p>
          <a:p>
            <a:r>
              <a:rPr lang="en-US" sz="2800" dirty="0"/>
              <a:t>It is important to understand when economists are making objective, evidence-based statements (</a:t>
            </a:r>
            <a:r>
              <a:rPr lang="en-US" sz="2800" u="sng" dirty="0">
                <a:solidFill>
                  <a:srgbClr val="00B050"/>
                </a:solidFill>
              </a:rPr>
              <a:t>positive analysis</a:t>
            </a:r>
            <a:r>
              <a:rPr lang="en-US" sz="2800" dirty="0"/>
              <a:t>) and when they are making value judgements (</a:t>
            </a:r>
            <a:r>
              <a:rPr lang="en-US" sz="2800" u="sng" dirty="0">
                <a:solidFill>
                  <a:schemeClr val="accent4">
                    <a:lumMod val="60000"/>
                    <a:lumOff val="40000"/>
                  </a:schemeClr>
                </a:solidFill>
              </a:rPr>
              <a:t>normative analysis</a:t>
            </a:r>
            <a:r>
              <a:rPr lang="en-US" sz="2800" dirty="0"/>
              <a:t>)</a:t>
            </a:r>
          </a:p>
        </p:txBody>
      </p:sp>
      <p:sp>
        <p:nvSpPr>
          <p:cNvPr id="5" name="Date Placeholder 4">
            <a:extLst>
              <a:ext uri="{FF2B5EF4-FFF2-40B4-BE49-F238E27FC236}">
                <a16:creationId xmlns:a16="http://schemas.microsoft.com/office/drawing/2014/main" id="{FA47E799-3FF5-4988-906B-02D1C732C29F}"/>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6F4111B1-F618-4597-84A1-677644B8DDA6}"/>
              </a:ext>
            </a:extLst>
          </p:cNvPr>
          <p:cNvSpPr>
            <a:spLocks noGrp="1"/>
          </p:cNvSpPr>
          <p:nvPr>
            <p:ph type="sldNum" sz="quarter" idx="11"/>
          </p:nvPr>
        </p:nvSpPr>
        <p:spPr/>
        <p:txBody>
          <a:bodyPr/>
          <a:lstStyle/>
          <a:p>
            <a:fld id="{827FAC9D-EC37-4C36-BD8F-9EBA739370E0}" type="slidenum">
              <a:rPr lang="en-US" smtClean="0"/>
              <a:t>23</a:t>
            </a:fld>
            <a:endParaRPr lang="en-US" dirty="0"/>
          </a:p>
        </p:txBody>
      </p:sp>
    </p:spTree>
    <p:extLst>
      <p:ext uri="{BB962C8B-B14F-4D97-AF65-F5344CB8AC3E}">
        <p14:creationId xmlns:p14="http://schemas.microsoft.com/office/powerpoint/2010/main" val="2884062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A8DD-BF90-4160-BFF7-7C63B553DA3A}"/>
              </a:ext>
            </a:extLst>
          </p:cNvPr>
          <p:cNvSpPr>
            <a:spLocks noGrp="1"/>
          </p:cNvSpPr>
          <p:nvPr>
            <p:ph type="title"/>
          </p:nvPr>
        </p:nvSpPr>
        <p:spPr/>
        <p:txBody>
          <a:bodyPr/>
          <a:lstStyle/>
          <a:p>
            <a:pPr algn="ctr"/>
            <a:r>
              <a:rPr lang="it-IT" dirty="0">
                <a:solidFill>
                  <a:srgbClr val="00B050"/>
                </a:solidFill>
              </a:rPr>
              <a:t>Positive Analysis</a:t>
            </a:r>
            <a:endParaRPr lang="en-US" dirty="0">
              <a:solidFill>
                <a:srgbClr val="00B050"/>
              </a:solidFill>
            </a:endParaRPr>
          </a:p>
        </p:txBody>
      </p:sp>
      <p:sp>
        <p:nvSpPr>
          <p:cNvPr id="3" name="Content Placeholder 2">
            <a:extLst>
              <a:ext uri="{FF2B5EF4-FFF2-40B4-BE49-F238E27FC236}">
                <a16:creationId xmlns:a16="http://schemas.microsoft.com/office/drawing/2014/main" id="{84B3DB84-DD07-4659-84A3-6EC8E2114711}"/>
              </a:ext>
            </a:extLst>
          </p:cNvPr>
          <p:cNvSpPr>
            <a:spLocks noGrp="1"/>
          </p:cNvSpPr>
          <p:nvPr>
            <p:ph idx="1"/>
          </p:nvPr>
        </p:nvSpPr>
        <p:spPr/>
        <p:txBody>
          <a:bodyPr>
            <a:normAutofit/>
          </a:bodyPr>
          <a:lstStyle/>
          <a:p>
            <a:r>
              <a:rPr lang="it-IT" sz="2000" dirty="0"/>
              <a:t>Descriptive and factual statements about the world</a:t>
            </a:r>
          </a:p>
          <a:p>
            <a:r>
              <a:rPr lang="it-IT" sz="2000" dirty="0"/>
              <a:t>Positive does not necessarily mean «good news». Economists can make true negative-positive statements</a:t>
            </a:r>
          </a:p>
          <a:p>
            <a:r>
              <a:rPr lang="it-IT" sz="2000" dirty="0"/>
              <a:t>Positive Analysis uses scientific principles to draw objective and testable conclusions.</a:t>
            </a:r>
          </a:p>
          <a:p>
            <a:r>
              <a:rPr lang="it-IT" sz="2000" dirty="0"/>
              <a:t>Examples</a:t>
            </a:r>
          </a:p>
          <a:p>
            <a:pPr lvl="1"/>
            <a:r>
              <a:rPr lang="it-IT" sz="2000" dirty="0"/>
              <a:t>The unemployment rate is currently at 9% </a:t>
            </a:r>
          </a:p>
          <a:p>
            <a:pPr lvl="1"/>
            <a:r>
              <a:rPr lang="it-IT" sz="2000" dirty="0"/>
              <a:t>Molde FK is winning 1-0 against Viking FK</a:t>
            </a:r>
          </a:p>
          <a:p>
            <a:pPr marL="342900" lvl="1" indent="0">
              <a:buNone/>
            </a:pPr>
            <a:r>
              <a:rPr lang="it-IT" sz="2000" dirty="0"/>
              <a:t>(Are they negative-positive statements?) </a:t>
            </a:r>
            <a:endParaRPr lang="en-US" sz="2000" dirty="0"/>
          </a:p>
        </p:txBody>
      </p:sp>
      <p:sp>
        <p:nvSpPr>
          <p:cNvPr id="5" name="Date Placeholder 4">
            <a:extLst>
              <a:ext uri="{FF2B5EF4-FFF2-40B4-BE49-F238E27FC236}">
                <a16:creationId xmlns:a16="http://schemas.microsoft.com/office/drawing/2014/main" id="{9DAD6408-0013-46A9-9329-D0EA055E4391}"/>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F5F16778-08EF-497C-8D7C-1E3D13EC1D44}"/>
              </a:ext>
            </a:extLst>
          </p:cNvPr>
          <p:cNvSpPr>
            <a:spLocks noGrp="1"/>
          </p:cNvSpPr>
          <p:nvPr>
            <p:ph type="sldNum" sz="quarter" idx="11"/>
          </p:nvPr>
        </p:nvSpPr>
        <p:spPr/>
        <p:txBody>
          <a:bodyPr/>
          <a:lstStyle/>
          <a:p>
            <a:fld id="{827FAC9D-EC37-4C36-BD8F-9EBA739370E0}" type="slidenum">
              <a:rPr lang="en-US" smtClean="0"/>
              <a:t>24</a:t>
            </a:fld>
            <a:endParaRPr lang="en-US" dirty="0"/>
          </a:p>
        </p:txBody>
      </p:sp>
    </p:spTree>
    <p:extLst>
      <p:ext uri="{BB962C8B-B14F-4D97-AF65-F5344CB8AC3E}">
        <p14:creationId xmlns:p14="http://schemas.microsoft.com/office/powerpoint/2010/main" val="1501240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88FE819-1E7E-4B34-8417-5F25AFBED353}"/>
              </a:ext>
            </a:extLst>
          </p:cNvPr>
          <p:cNvSpPr>
            <a:spLocks noGrp="1"/>
          </p:cNvSpPr>
          <p:nvPr>
            <p:ph type="dt" sz="half" idx="10"/>
          </p:nvPr>
        </p:nvSpPr>
        <p:spPr/>
        <p:txBody>
          <a:bodyPr/>
          <a:lstStyle/>
          <a:p>
            <a:r>
              <a:rPr lang="en-US"/>
              <a:t>16 July 2026</a:t>
            </a:r>
            <a:endParaRPr lang="en-US" dirty="0"/>
          </a:p>
        </p:txBody>
      </p:sp>
      <p:pic>
        <p:nvPicPr>
          <p:cNvPr id="9" name="Picture 8" descr="A picture containing grass, person, outdoor, sport&#10;&#10;Description automatically generated">
            <a:extLst>
              <a:ext uri="{FF2B5EF4-FFF2-40B4-BE49-F238E27FC236}">
                <a16:creationId xmlns:a16="http://schemas.microsoft.com/office/drawing/2014/main" id="{640F9549-EEBB-4614-A4E4-CEC2861043AF}"/>
              </a:ext>
            </a:extLst>
          </p:cNvPr>
          <p:cNvPicPr>
            <a:picLocks noChangeAspect="1"/>
          </p:cNvPicPr>
          <p:nvPr/>
        </p:nvPicPr>
        <p:blipFill>
          <a:blip r:embed="rId3"/>
          <a:stretch>
            <a:fillRect/>
          </a:stretch>
        </p:blipFill>
        <p:spPr>
          <a:xfrm>
            <a:off x="190814" y="1831826"/>
            <a:ext cx="4462962" cy="307301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1" name="Picture 10" descr="A person in a suit&#10;&#10;Description automatically generated with low confidence">
            <a:extLst>
              <a:ext uri="{FF2B5EF4-FFF2-40B4-BE49-F238E27FC236}">
                <a16:creationId xmlns:a16="http://schemas.microsoft.com/office/drawing/2014/main" id="{0B17B744-7D1E-4898-BAF4-A612DEDAC09E}"/>
              </a:ext>
            </a:extLst>
          </p:cNvPr>
          <p:cNvPicPr>
            <a:picLocks noChangeAspect="1"/>
          </p:cNvPicPr>
          <p:nvPr/>
        </p:nvPicPr>
        <p:blipFill>
          <a:blip r:embed="rId4"/>
          <a:stretch>
            <a:fillRect/>
          </a:stretch>
        </p:blipFill>
        <p:spPr>
          <a:xfrm>
            <a:off x="3940098" y="175260"/>
            <a:ext cx="4891668" cy="274575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Slide Number Placeholder 1">
            <a:extLst>
              <a:ext uri="{FF2B5EF4-FFF2-40B4-BE49-F238E27FC236}">
                <a16:creationId xmlns:a16="http://schemas.microsoft.com/office/drawing/2014/main" id="{905B3B85-05A0-4D49-8172-0011C622AB76}"/>
              </a:ext>
            </a:extLst>
          </p:cNvPr>
          <p:cNvSpPr>
            <a:spLocks noGrp="1"/>
          </p:cNvSpPr>
          <p:nvPr>
            <p:ph type="sldNum" sz="quarter" idx="11"/>
          </p:nvPr>
        </p:nvSpPr>
        <p:spPr/>
        <p:txBody>
          <a:bodyPr/>
          <a:lstStyle/>
          <a:p>
            <a:fld id="{827FAC9D-EC37-4C36-BD8F-9EBA739370E0}" type="slidenum">
              <a:rPr lang="en-US" smtClean="0"/>
              <a:t>25</a:t>
            </a:fld>
            <a:endParaRPr lang="en-US" dirty="0"/>
          </a:p>
        </p:txBody>
      </p:sp>
    </p:spTree>
    <p:extLst>
      <p:ext uri="{BB962C8B-B14F-4D97-AF65-F5344CB8AC3E}">
        <p14:creationId xmlns:p14="http://schemas.microsoft.com/office/powerpoint/2010/main" val="2432231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CA8DD-BF90-4160-BFF7-7C63B553DA3A}"/>
              </a:ext>
            </a:extLst>
          </p:cNvPr>
          <p:cNvSpPr>
            <a:spLocks noGrp="1"/>
          </p:cNvSpPr>
          <p:nvPr>
            <p:ph type="title"/>
          </p:nvPr>
        </p:nvSpPr>
        <p:spPr/>
        <p:txBody>
          <a:bodyPr/>
          <a:lstStyle/>
          <a:p>
            <a:pPr algn="ctr"/>
            <a:r>
              <a:rPr lang="it-IT" dirty="0">
                <a:solidFill>
                  <a:schemeClr val="accent4">
                    <a:lumMod val="60000"/>
                    <a:lumOff val="40000"/>
                  </a:schemeClr>
                </a:solidFill>
              </a:rPr>
              <a:t>Normative Analysis</a:t>
            </a:r>
            <a:endParaRPr lang="en-US" dirty="0">
              <a:solidFill>
                <a:schemeClr val="accent4">
                  <a:lumMod val="60000"/>
                  <a:lumOff val="40000"/>
                </a:schemeClr>
              </a:solidFill>
            </a:endParaRPr>
          </a:p>
        </p:txBody>
      </p:sp>
      <p:sp>
        <p:nvSpPr>
          <p:cNvPr id="3" name="Content Placeholder 2">
            <a:extLst>
              <a:ext uri="{FF2B5EF4-FFF2-40B4-BE49-F238E27FC236}">
                <a16:creationId xmlns:a16="http://schemas.microsoft.com/office/drawing/2014/main" id="{84B3DB84-DD07-4659-84A3-6EC8E2114711}"/>
              </a:ext>
            </a:extLst>
          </p:cNvPr>
          <p:cNvSpPr>
            <a:spLocks noGrp="1"/>
          </p:cNvSpPr>
          <p:nvPr>
            <p:ph idx="1"/>
          </p:nvPr>
        </p:nvSpPr>
        <p:spPr/>
        <p:txBody>
          <a:bodyPr/>
          <a:lstStyle/>
          <a:p>
            <a:r>
              <a:rPr lang="en-US" dirty="0"/>
              <a:t>Prescriptive and value-based statements about the world</a:t>
            </a:r>
          </a:p>
          <a:p>
            <a:r>
              <a:rPr lang="en-US" dirty="0"/>
              <a:t>Normative statements use factual evidence (i.e., positive statements) as support, but they are not by themselves factual</a:t>
            </a:r>
          </a:p>
          <a:p>
            <a:r>
              <a:rPr lang="en-US" dirty="0"/>
              <a:t>Normative statements incorporate opinions and morals</a:t>
            </a:r>
          </a:p>
          <a:p>
            <a:r>
              <a:rPr lang="en-US" dirty="0"/>
              <a:t>Examples</a:t>
            </a:r>
          </a:p>
          <a:p>
            <a:pPr lvl="1"/>
            <a:r>
              <a:rPr lang="en-US" dirty="0"/>
              <a:t>The unemployment rate is too high </a:t>
            </a:r>
          </a:p>
          <a:p>
            <a:pPr lvl="1"/>
            <a:r>
              <a:rPr lang="en-US" dirty="0"/>
              <a:t>Molde FK is a good team.</a:t>
            </a:r>
          </a:p>
        </p:txBody>
      </p:sp>
      <p:sp>
        <p:nvSpPr>
          <p:cNvPr id="5" name="Date Placeholder 4">
            <a:extLst>
              <a:ext uri="{FF2B5EF4-FFF2-40B4-BE49-F238E27FC236}">
                <a16:creationId xmlns:a16="http://schemas.microsoft.com/office/drawing/2014/main" id="{7C97DF44-ABAF-46FD-ACFE-5303EE366AD4}"/>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B5FD9D92-5C9D-4F60-853F-C804DC62C648}"/>
              </a:ext>
            </a:extLst>
          </p:cNvPr>
          <p:cNvSpPr>
            <a:spLocks noGrp="1"/>
          </p:cNvSpPr>
          <p:nvPr>
            <p:ph type="sldNum" sz="quarter" idx="11"/>
          </p:nvPr>
        </p:nvSpPr>
        <p:spPr/>
        <p:txBody>
          <a:bodyPr/>
          <a:lstStyle/>
          <a:p>
            <a:fld id="{827FAC9D-EC37-4C36-BD8F-9EBA739370E0}" type="slidenum">
              <a:rPr lang="en-US" smtClean="0"/>
              <a:t>26</a:t>
            </a:fld>
            <a:endParaRPr lang="en-US" dirty="0"/>
          </a:p>
        </p:txBody>
      </p:sp>
    </p:spTree>
    <p:extLst>
      <p:ext uri="{BB962C8B-B14F-4D97-AF65-F5344CB8AC3E}">
        <p14:creationId xmlns:p14="http://schemas.microsoft.com/office/powerpoint/2010/main" val="3935194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2CD33-1634-4318-B6A9-1B4A74523B71}"/>
              </a:ext>
            </a:extLst>
          </p:cNvPr>
          <p:cNvSpPr>
            <a:spLocks noGrp="1"/>
          </p:cNvSpPr>
          <p:nvPr>
            <p:ph type="title"/>
          </p:nvPr>
        </p:nvSpPr>
        <p:spPr/>
        <p:txBody>
          <a:bodyPr/>
          <a:lstStyle/>
          <a:p>
            <a:pPr algn="ctr"/>
            <a:r>
              <a:rPr lang="en-US" dirty="0"/>
              <a:t>Causality versus Correlation</a:t>
            </a:r>
          </a:p>
        </p:txBody>
      </p:sp>
      <p:sp>
        <p:nvSpPr>
          <p:cNvPr id="3" name="Content Placeholder 2">
            <a:extLst>
              <a:ext uri="{FF2B5EF4-FFF2-40B4-BE49-F238E27FC236}">
                <a16:creationId xmlns:a16="http://schemas.microsoft.com/office/drawing/2014/main" id="{27182EDD-4107-4213-BC06-386C8182761A}"/>
              </a:ext>
            </a:extLst>
          </p:cNvPr>
          <p:cNvSpPr>
            <a:spLocks noGrp="1"/>
          </p:cNvSpPr>
          <p:nvPr>
            <p:ph idx="1"/>
          </p:nvPr>
        </p:nvSpPr>
        <p:spPr/>
        <p:txBody>
          <a:bodyPr/>
          <a:lstStyle/>
          <a:p>
            <a:r>
              <a:rPr lang="en-US" altLang="en-US" dirty="0">
                <a:ea typeface="ＭＳ Ｐゴシック" panose="020B0600070205080204" pitchFamily="34" charset="-128"/>
              </a:rPr>
              <a:t>First, let’s watch a video!</a:t>
            </a:r>
          </a:p>
          <a:p>
            <a:pPr lvl="1"/>
            <a:r>
              <a:rPr lang="en-US" altLang="en-US" dirty="0">
                <a:solidFill>
                  <a:srgbClr val="FFC000"/>
                </a:solidFill>
                <a:ea typeface="ＭＳ Ｐゴシック" panose="020B0600070205080204" pitchFamily="34" charset="-128"/>
                <a:hlinkClick r:id="rId3">
                  <a:extLst>
                    <a:ext uri="{A12FA001-AC4F-418D-AE19-62706E023703}">
                      <ahyp:hlinkClr xmlns:ahyp="http://schemas.microsoft.com/office/drawing/2018/hyperlinkcolor" val="tx"/>
                    </a:ext>
                  </a:extLst>
                </a:hlinkClick>
              </a:rPr>
              <a:t>https://youtu.be/HUti6vGctQM</a:t>
            </a:r>
            <a:r>
              <a:rPr lang="en-US" altLang="en-US" dirty="0">
                <a:solidFill>
                  <a:srgbClr val="FFC000"/>
                </a:solidFill>
                <a:ea typeface="ＭＳ Ｐゴシック" panose="020B0600070205080204" pitchFamily="34" charset="-128"/>
              </a:rPr>
              <a:t> </a:t>
            </a:r>
          </a:p>
          <a:p>
            <a:r>
              <a:rPr lang="en-US" altLang="en-US" dirty="0">
                <a:ea typeface="ＭＳ Ｐゴシック" panose="020B0600070205080204" pitchFamily="34" charset="-128"/>
              </a:rPr>
              <a:t>You can find nice examples of spurious correlations, which mean absolutely nothing:</a:t>
            </a:r>
          </a:p>
          <a:p>
            <a:pPr lvl="1"/>
            <a:r>
              <a:rPr lang="en-US" altLang="en-US" dirty="0">
                <a:solidFill>
                  <a:srgbClr val="FFC000"/>
                </a:solidFill>
                <a:ea typeface="ＭＳ Ｐゴシック" panose="020B0600070205080204" pitchFamily="34" charset="-128"/>
                <a:hlinkClick r:id="rId4">
                  <a:extLst>
                    <a:ext uri="{A12FA001-AC4F-418D-AE19-62706E023703}">
                      <ahyp:hlinkClr xmlns:ahyp="http://schemas.microsoft.com/office/drawing/2018/hyperlinkcolor" val="tx"/>
                    </a:ext>
                  </a:extLst>
                </a:hlinkClick>
              </a:rPr>
              <a:t>http://tylervigen.com/spurious-correlations</a:t>
            </a:r>
            <a:endParaRPr lang="en-US" altLang="en-US" dirty="0">
              <a:solidFill>
                <a:srgbClr val="FFC000"/>
              </a:solidFill>
              <a:ea typeface="ＭＳ Ｐゴシック" panose="020B0600070205080204" pitchFamily="34" charset="-128"/>
            </a:endParaRPr>
          </a:p>
          <a:p>
            <a:pPr marL="342900" lvl="1" indent="0">
              <a:buNone/>
            </a:pPr>
            <a:endParaRPr lang="en-US" altLang="en-US" dirty="0">
              <a:solidFill>
                <a:srgbClr val="FFC000"/>
              </a:solidFill>
              <a:ea typeface="ＭＳ Ｐゴシック" panose="020B0600070205080204" pitchFamily="34" charset="-128"/>
            </a:endParaRPr>
          </a:p>
          <a:p>
            <a:pPr lvl="1"/>
            <a:endParaRPr lang="en-US" altLang="en-US" dirty="0">
              <a:ea typeface="ＭＳ Ｐゴシック" panose="020B0600070205080204" pitchFamily="34" charset="-128"/>
            </a:endParaRPr>
          </a:p>
          <a:p>
            <a:endParaRPr lang="en-US" dirty="0"/>
          </a:p>
        </p:txBody>
      </p:sp>
      <p:sp>
        <p:nvSpPr>
          <p:cNvPr id="5" name="Date Placeholder 4">
            <a:extLst>
              <a:ext uri="{FF2B5EF4-FFF2-40B4-BE49-F238E27FC236}">
                <a16:creationId xmlns:a16="http://schemas.microsoft.com/office/drawing/2014/main" id="{D0BD0EE8-C9B1-4B1C-AED4-B2D750A8B25B}"/>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910CC885-A278-48A7-88C6-4579D84C6780}"/>
              </a:ext>
            </a:extLst>
          </p:cNvPr>
          <p:cNvSpPr>
            <a:spLocks noGrp="1"/>
          </p:cNvSpPr>
          <p:nvPr>
            <p:ph type="sldNum" sz="quarter" idx="11"/>
          </p:nvPr>
        </p:nvSpPr>
        <p:spPr/>
        <p:txBody>
          <a:bodyPr/>
          <a:lstStyle/>
          <a:p>
            <a:fld id="{827FAC9D-EC37-4C36-BD8F-9EBA739370E0}" type="slidenum">
              <a:rPr lang="en-US" smtClean="0"/>
              <a:t>27</a:t>
            </a:fld>
            <a:endParaRPr lang="en-US" dirty="0"/>
          </a:p>
        </p:txBody>
      </p:sp>
    </p:spTree>
    <p:extLst>
      <p:ext uri="{BB962C8B-B14F-4D97-AF65-F5344CB8AC3E}">
        <p14:creationId xmlns:p14="http://schemas.microsoft.com/office/powerpoint/2010/main" val="2901887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47369-803D-46D6-97E1-4AD44109675B}"/>
              </a:ext>
            </a:extLst>
          </p:cNvPr>
          <p:cNvSpPr>
            <a:spLocks noGrp="1"/>
          </p:cNvSpPr>
          <p:nvPr>
            <p:ph type="title"/>
          </p:nvPr>
        </p:nvSpPr>
        <p:spPr/>
        <p:txBody>
          <a:bodyPr/>
          <a:lstStyle/>
          <a:p>
            <a:pPr algn="ctr"/>
            <a:r>
              <a:rPr lang="it-IT" dirty="0"/>
              <a:t>Required Reading 📙</a:t>
            </a:r>
            <a:endParaRPr lang="en-US" dirty="0"/>
          </a:p>
        </p:txBody>
      </p:sp>
      <p:sp>
        <p:nvSpPr>
          <p:cNvPr id="3" name="Content Placeholder 2">
            <a:extLst>
              <a:ext uri="{FF2B5EF4-FFF2-40B4-BE49-F238E27FC236}">
                <a16:creationId xmlns:a16="http://schemas.microsoft.com/office/drawing/2014/main" id="{EFD26365-D2D9-4CA3-B689-219BD29EACE0}"/>
              </a:ext>
            </a:extLst>
          </p:cNvPr>
          <p:cNvSpPr>
            <a:spLocks noGrp="1"/>
          </p:cNvSpPr>
          <p:nvPr>
            <p:ph idx="1"/>
          </p:nvPr>
        </p:nvSpPr>
        <p:spPr/>
        <p:txBody>
          <a:bodyPr/>
          <a:lstStyle/>
          <a:p>
            <a:pPr eaLnBrk="1" hangingPunct="1">
              <a:defRPr/>
            </a:pPr>
            <a:r>
              <a:rPr lang="en-US" dirty="0"/>
              <a:t>“Microeconomics" edited by </a:t>
            </a:r>
            <a:r>
              <a:rPr lang="en-US" dirty="0" err="1"/>
              <a:t>Pindyck</a:t>
            </a:r>
            <a:r>
              <a:rPr lang="en-US" dirty="0"/>
              <a:t>, Robert S., and Daniel L. </a:t>
            </a:r>
            <a:r>
              <a:rPr lang="en-US" dirty="0" err="1"/>
              <a:t>Rubinfeld</a:t>
            </a:r>
            <a:endParaRPr lang="en-US" dirty="0"/>
          </a:p>
        </p:txBody>
      </p:sp>
      <p:sp>
        <p:nvSpPr>
          <p:cNvPr id="5" name="Date Placeholder 4">
            <a:extLst>
              <a:ext uri="{FF2B5EF4-FFF2-40B4-BE49-F238E27FC236}">
                <a16:creationId xmlns:a16="http://schemas.microsoft.com/office/drawing/2014/main" id="{AE114070-0E94-4FDB-9D9D-91A63D570630}"/>
              </a:ext>
            </a:extLst>
          </p:cNvPr>
          <p:cNvSpPr>
            <a:spLocks noGrp="1"/>
          </p:cNvSpPr>
          <p:nvPr>
            <p:ph type="dt" sz="half" idx="10"/>
          </p:nvPr>
        </p:nvSpPr>
        <p:spPr/>
        <p:txBody>
          <a:bodyPr/>
          <a:lstStyle/>
          <a:p>
            <a:r>
              <a:rPr lang="en-US"/>
              <a:t>16 July 2026</a:t>
            </a:r>
            <a:endParaRPr lang="en-US" dirty="0"/>
          </a:p>
        </p:txBody>
      </p:sp>
      <p:pic>
        <p:nvPicPr>
          <p:cNvPr id="6" name="Picture 5">
            <a:extLst>
              <a:ext uri="{FF2B5EF4-FFF2-40B4-BE49-F238E27FC236}">
                <a16:creationId xmlns:a16="http://schemas.microsoft.com/office/drawing/2014/main" id="{03750496-2BA3-4079-86BF-763387C9E031}"/>
              </a:ext>
            </a:extLst>
          </p:cNvPr>
          <p:cNvPicPr>
            <a:picLocks noChangeAspect="1"/>
          </p:cNvPicPr>
          <p:nvPr/>
        </p:nvPicPr>
        <p:blipFill>
          <a:blip r:embed="rId3"/>
          <a:stretch>
            <a:fillRect/>
          </a:stretch>
        </p:blipFill>
        <p:spPr>
          <a:xfrm>
            <a:off x="3540229" y="1872806"/>
            <a:ext cx="2386360" cy="2991027"/>
          </a:xfrm>
          <a:prstGeom prst="rect">
            <a:avLst/>
          </a:prstGeom>
        </p:spPr>
      </p:pic>
      <p:sp>
        <p:nvSpPr>
          <p:cNvPr id="4" name="Slide Number Placeholder 3">
            <a:extLst>
              <a:ext uri="{FF2B5EF4-FFF2-40B4-BE49-F238E27FC236}">
                <a16:creationId xmlns:a16="http://schemas.microsoft.com/office/drawing/2014/main" id="{AABD3C6E-FED6-4D48-B19F-2C7684535D45}"/>
              </a:ext>
            </a:extLst>
          </p:cNvPr>
          <p:cNvSpPr>
            <a:spLocks noGrp="1"/>
          </p:cNvSpPr>
          <p:nvPr>
            <p:ph type="sldNum" sz="quarter" idx="11"/>
          </p:nvPr>
        </p:nvSpPr>
        <p:spPr/>
        <p:txBody>
          <a:bodyPr/>
          <a:lstStyle/>
          <a:p>
            <a:fld id="{827FAC9D-EC37-4C36-BD8F-9EBA739370E0}" type="slidenum">
              <a:rPr lang="en-US" smtClean="0"/>
              <a:t>28</a:t>
            </a:fld>
            <a:endParaRPr lang="en-US" dirty="0"/>
          </a:p>
        </p:txBody>
      </p:sp>
    </p:spTree>
    <p:extLst>
      <p:ext uri="{BB962C8B-B14F-4D97-AF65-F5344CB8AC3E}">
        <p14:creationId xmlns:p14="http://schemas.microsoft.com/office/powerpoint/2010/main" val="3337750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47369-803D-46D6-97E1-4AD44109675B}"/>
              </a:ext>
            </a:extLst>
          </p:cNvPr>
          <p:cNvSpPr>
            <a:spLocks noGrp="1"/>
          </p:cNvSpPr>
          <p:nvPr>
            <p:ph type="title"/>
          </p:nvPr>
        </p:nvSpPr>
        <p:spPr/>
        <p:txBody>
          <a:bodyPr/>
          <a:lstStyle/>
          <a:p>
            <a:pPr algn="ctr"/>
            <a:r>
              <a:rPr lang="it-IT" dirty="0"/>
              <a:t>Recommended readings 📚</a:t>
            </a:r>
            <a:endParaRPr lang="en-US" dirty="0"/>
          </a:p>
        </p:txBody>
      </p:sp>
      <p:sp>
        <p:nvSpPr>
          <p:cNvPr id="3" name="Content Placeholder 2">
            <a:extLst>
              <a:ext uri="{FF2B5EF4-FFF2-40B4-BE49-F238E27FC236}">
                <a16:creationId xmlns:a16="http://schemas.microsoft.com/office/drawing/2014/main" id="{EFD26365-D2D9-4CA3-B689-219BD29EACE0}"/>
              </a:ext>
            </a:extLst>
          </p:cNvPr>
          <p:cNvSpPr>
            <a:spLocks noGrp="1"/>
          </p:cNvSpPr>
          <p:nvPr>
            <p:ph idx="1"/>
          </p:nvPr>
        </p:nvSpPr>
        <p:spPr/>
        <p:txBody>
          <a:bodyPr/>
          <a:lstStyle/>
          <a:p>
            <a:r>
              <a:rPr lang="it-IT" dirty="0"/>
              <a:t>«Casual Inference: The Mixtape» - Scott Cunnigham  </a:t>
            </a:r>
          </a:p>
          <a:p>
            <a:pPr marL="0" indent="0">
              <a:buNone/>
            </a:pPr>
            <a:r>
              <a:rPr lang="it-IT" dirty="0">
                <a:solidFill>
                  <a:srgbClr val="FFC000"/>
                </a:solidFill>
                <a:hlinkClick r:id="rId3">
                  <a:extLst>
                    <a:ext uri="{A12FA001-AC4F-418D-AE19-62706E023703}">
                      <ahyp:hlinkClr xmlns:ahyp="http://schemas.microsoft.com/office/drawing/2018/hyperlinkcolor" val="tx"/>
                    </a:ext>
                  </a:extLst>
                </a:hlinkClick>
              </a:rPr>
              <a:t>https://mixtape.scunning.com/index.html</a:t>
            </a:r>
            <a:r>
              <a:rPr lang="en-US" dirty="0">
                <a:solidFill>
                  <a:srgbClr val="FFC000"/>
                </a:solidFill>
              </a:rPr>
              <a:t> </a:t>
            </a:r>
            <a:endParaRPr lang="it-IT" dirty="0">
              <a:solidFill>
                <a:srgbClr val="FFC000"/>
              </a:solidFill>
            </a:endParaRPr>
          </a:p>
        </p:txBody>
      </p:sp>
      <p:sp>
        <p:nvSpPr>
          <p:cNvPr id="5" name="Date Placeholder 4">
            <a:extLst>
              <a:ext uri="{FF2B5EF4-FFF2-40B4-BE49-F238E27FC236}">
                <a16:creationId xmlns:a16="http://schemas.microsoft.com/office/drawing/2014/main" id="{5CE0BF90-8185-4B13-8C66-533FCA89D32F}"/>
              </a:ext>
            </a:extLst>
          </p:cNvPr>
          <p:cNvSpPr>
            <a:spLocks noGrp="1"/>
          </p:cNvSpPr>
          <p:nvPr>
            <p:ph type="dt" sz="half" idx="10"/>
          </p:nvPr>
        </p:nvSpPr>
        <p:spPr/>
        <p:txBody>
          <a:bodyPr/>
          <a:lstStyle/>
          <a:p>
            <a:r>
              <a:rPr lang="en-US"/>
              <a:t>16 July 2026</a:t>
            </a:r>
            <a:endParaRPr lang="en-US" dirty="0"/>
          </a:p>
        </p:txBody>
      </p:sp>
      <p:pic>
        <p:nvPicPr>
          <p:cNvPr id="6" name="Picture 5">
            <a:extLst>
              <a:ext uri="{FF2B5EF4-FFF2-40B4-BE49-F238E27FC236}">
                <a16:creationId xmlns:a16="http://schemas.microsoft.com/office/drawing/2014/main" id="{34E9DDC3-B847-425C-BE6F-D5917EBB3EE6}"/>
              </a:ext>
            </a:extLst>
          </p:cNvPr>
          <p:cNvPicPr>
            <a:picLocks noChangeAspect="1"/>
          </p:cNvPicPr>
          <p:nvPr/>
        </p:nvPicPr>
        <p:blipFill>
          <a:blip r:embed="rId4"/>
          <a:stretch>
            <a:fillRect/>
          </a:stretch>
        </p:blipFill>
        <p:spPr>
          <a:xfrm>
            <a:off x="5768952" y="1623827"/>
            <a:ext cx="2212123" cy="3406943"/>
          </a:xfrm>
          <a:prstGeom prst="rect">
            <a:avLst/>
          </a:prstGeom>
        </p:spPr>
      </p:pic>
      <p:sp>
        <p:nvSpPr>
          <p:cNvPr id="4" name="Slide Number Placeholder 3">
            <a:extLst>
              <a:ext uri="{FF2B5EF4-FFF2-40B4-BE49-F238E27FC236}">
                <a16:creationId xmlns:a16="http://schemas.microsoft.com/office/drawing/2014/main" id="{216F8DC3-98C1-4F1D-8C19-C0479115C88D}"/>
              </a:ext>
            </a:extLst>
          </p:cNvPr>
          <p:cNvSpPr>
            <a:spLocks noGrp="1"/>
          </p:cNvSpPr>
          <p:nvPr>
            <p:ph type="sldNum" sz="quarter" idx="11"/>
          </p:nvPr>
        </p:nvSpPr>
        <p:spPr/>
        <p:txBody>
          <a:bodyPr/>
          <a:lstStyle/>
          <a:p>
            <a:fld id="{827FAC9D-EC37-4C36-BD8F-9EBA739370E0}" type="slidenum">
              <a:rPr lang="en-US" smtClean="0"/>
              <a:t>29</a:t>
            </a:fld>
            <a:endParaRPr lang="en-US" dirty="0"/>
          </a:p>
        </p:txBody>
      </p:sp>
    </p:spTree>
    <p:extLst>
      <p:ext uri="{BB962C8B-B14F-4D97-AF65-F5344CB8AC3E}">
        <p14:creationId xmlns:p14="http://schemas.microsoft.com/office/powerpoint/2010/main" val="4076425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8517D-F6A0-4743-B0A4-3C690426E81D}"/>
              </a:ext>
            </a:extLst>
          </p:cNvPr>
          <p:cNvSpPr>
            <a:spLocks noGrp="1"/>
          </p:cNvSpPr>
          <p:nvPr>
            <p:ph type="title"/>
          </p:nvPr>
        </p:nvSpPr>
        <p:spPr/>
        <p:txBody>
          <a:bodyPr/>
          <a:lstStyle/>
          <a:p>
            <a:pPr algn="ctr"/>
            <a:r>
              <a:rPr lang="it-IT" dirty="0"/>
              <a:t>Interesting links</a:t>
            </a:r>
            <a:endParaRPr lang="en-US" dirty="0"/>
          </a:p>
        </p:txBody>
      </p:sp>
      <p:sp>
        <p:nvSpPr>
          <p:cNvPr id="3" name="Content Placeholder 2">
            <a:extLst>
              <a:ext uri="{FF2B5EF4-FFF2-40B4-BE49-F238E27FC236}">
                <a16:creationId xmlns:a16="http://schemas.microsoft.com/office/drawing/2014/main" id="{BD14444C-04B4-4F70-ACF1-576B97DBA16F}"/>
              </a:ext>
            </a:extLst>
          </p:cNvPr>
          <p:cNvSpPr>
            <a:spLocks noGrp="1"/>
          </p:cNvSpPr>
          <p:nvPr>
            <p:ph idx="1"/>
          </p:nvPr>
        </p:nvSpPr>
        <p:spPr/>
        <p:txBody>
          <a:bodyPr/>
          <a:lstStyle/>
          <a:p>
            <a:r>
              <a:rPr lang="it-IT" dirty="0"/>
              <a:t>GDP 📊</a:t>
            </a:r>
          </a:p>
          <a:p>
            <a:pPr marL="0" indent="0">
              <a:buNone/>
            </a:pPr>
            <a:r>
              <a:rPr lang="it-IT" dirty="0"/>
              <a:t> </a:t>
            </a:r>
            <a:r>
              <a:rPr lang="it-IT" dirty="0">
                <a:solidFill>
                  <a:srgbClr val="FFC000"/>
                </a:solidFill>
                <a:hlinkClick r:id="rId3">
                  <a:extLst>
                    <a:ext uri="{A12FA001-AC4F-418D-AE19-62706E023703}">
                      <ahyp:hlinkClr xmlns:ahyp="http://schemas.microsoft.com/office/drawing/2018/hyperlinkcolor" val="tx"/>
                    </a:ext>
                  </a:extLst>
                </a:hlinkClick>
              </a:rPr>
              <a:t>https://ec.europa.eu/eurostat/statistics-explained/index.php?title=Beginners:GDP_-_What_is_gross_domestic_product_(GDP)?#What.E2.80.99s_covered_by_GDP.3</a:t>
            </a:r>
            <a:r>
              <a:rPr lang="it-IT" dirty="0">
                <a:solidFill>
                  <a:srgbClr val="0563C1"/>
                </a:solidFill>
                <a:hlinkClick r:id="rId3">
                  <a:extLst>
                    <a:ext uri="{A12FA001-AC4F-418D-AE19-62706E023703}">
                      <ahyp:hlinkClr xmlns:ahyp="http://schemas.microsoft.com/office/drawing/2018/hyperlinkcolor" val="tx"/>
                    </a:ext>
                  </a:extLst>
                </a:hlinkClick>
              </a:rPr>
              <a:t>F</a:t>
            </a:r>
            <a:endParaRPr lang="it-IT" dirty="0"/>
          </a:p>
          <a:p>
            <a:r>
              <a:rPr lang="en-US" dirty="0"/>
              <a:t>Legalizing weed🌿 </a:t>
            </a:r>
            <a:r>
              <a:rPr lang="en-US" dirty="0">
                <a:solidFill>
                  <a:srgbClr val="FFC000"/>
                </a:solidFill>
                <a:hlinkClick r:id="rId4">
                  <a:extLst>
                    <a:ext uri="{A12FA001-AC4F-418D-AE19-62706E023703}">
                      <ahyp:hlinkClr xmlns:ahyp="http://schemas.microsoft.com/office/drawing/2018/hyperlinkcolor" val="tx"/>
                    </a:ext>
                  </a:extLst>
                </a:hlinkClick>
              </a:rPr>
              <a:t>https://www.investopedia.com/articles/insights/110916/economic-benefits-legalizing-weed.asp</a:t>
            </a:r>
            <a:endParaRPr lang="en-US" dirty="0">
              <a:solidFill>
                <a:srgbClr val="FFC000"/>
              </a:solidFill>
            </a:endParaRPr>
          </a:p>
          <a:p>
            <a:endParaRPr lang="en-US" dirty="0">
              <a:solidFill>
                <a:srgbClr val="FFC000"/>
              </a:solidFill>
            </a:endParaRPr>
          </a:p>
          <a:p>
            <a:endParaRPr lang="en-US" dirty="0"/>
          </a:p>
        </p:txBody>
      </p:sp>
      <p:sp>
        <p:nvSpPr>
          <p:cNvPr id="5" name="Date Placeholder 4">
            <a:extLst>
              <a:ext uri="{FF2B5EF4-FFF2-40B4-BE49-F238E27FC236}">
                <a16:creationId xmlns:a16="http://schemas.microsoft.com/office/drawing/2014/main" id="{F7A1FD41-27F9-4FE6-B994-1BB43EE1BE63}"/>
              </a:ext>
            </a:extLst>
          </p:cNvPr>
          <p:cNvSpPr>
            <a:spLocks noGrp="1"/>
          </p:cNvSpPr>
          <p:nvPr>
            <p:ph type="dt" sz="half" idx="10"/>
          </p:nvPr>
        </p:nvSpPr>
        <p:spPr/>
        <p:txBody>
          <a:bodyPr/>
          <a:lstStyle/>
          <a:p>
            <a:r>
              <a:rPr lang="en-US"/>
              <a:t>16 July 2026</a:t>
            </a:r>
            <a:endParaRPr lang="en-US" dirty="0"/>
          </a:p>
        </p:txBody>
      </p:sp>
      <p:sp>
        <p:nvSpPr>
          <p:cNvPr id="4" name="Slide Number Placeholder 3">
            <a:extLst>
              <a:ext uri="{FF2B5EF4-FFF2-40B4-BE49-F238E27FC236}">
                <a16:creationId xmlns:a16="http://schemas.microsoft.com/office/drawing/2014/main" id="{EFCF4A0D-4386-4D96-BC5B-A3B5AEE94F1D}"/>
              </a:ext>
            </a:extLst>
          </p:cNvPr>
          <p:cNvSpPr>
            <a:spLocks noGrp="1"/>
          </p:cNvSpPr>
          <p:nvPr>
            <p:ph type="sldNum" sz="quarter" idx="11"/>
          </p:nvPr>
        </p:nvSpPr>
        <p:spPr/>
        <p:txBody>
          <a:bodyPr/>
          <a:lstStyle/>
          <a:p>
            <a:fld id="{827FAC9D-EC37-4C36-BD8F-9EBA739370E0}" type="slidenum">
              <a:rPr lang="en-US" smtClean="0"/>
              <a:t>30</a:t>
            </a:fld>
            <a:endParaRPr lang="en-US" dirty="0"/>
          </a:p>
        </p:txBody>
      </p:sp>
    </p:spTree>
    <p:extLst>
      <p:ext uri="{BB962C8B-B14F-4D97-AF65-F5344CB8AC3E}">
        <p14:creationId xmlns:p14="http://schemas.microsoft.com/office/powerpoint/2010/main" val="1579566878"/>
      </p:ext>
    </p:extLst>
  </p:cSld>
  <p:clrMapOvr>
    <a:masterClrMapping/>
  </p:clrMapOvr>
</p:sld>
</file>

<file path=ppt/theme/theme1.xml><?xml version="1.0" encoding="utf-8"?>
<a:theme xmlns:a="http://schemas.openxmlformats.org/drawingml/2006/main" name="1_Mørk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8848261F-96B4-4A1E-AFBA-10763A3AA5ED}"/>
    </a:ext>
  </a:extLst>
</a:theme>
</file>

<file path=ppt/theme/theme2.xml><?xml version="1.0" encoding="utf-8"?>
<a:theme xmlns:a="http://schemas.openxmlformats.org/drawingml/2006/main" name="2_Lysblå-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CCABFE4B-7D70-46E5-9E7F-52BCF378F20D}"/>
    </a:ext>
  </a:extLst>
</a:theme>
</file>

<file path=ppt/theme/theme3.xml><?xml version="1.0" encoding="utf-8"?>
<a:theme xmlns:a="http://schemas.openxmlformats.org/drawingml/2006/main" name="3_Hvit-bakgrun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Egendefinert 2">
      <a:majorFont>
        <a:latin typeface="Calibri"/>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3C5EFE4C-45C1-4EF4-AC98-B948AE8648C2}"/>
    </a:ext>
  </a:extLst>
</a:theme>
</file>

<file path=ppt/theme/theme4.xml><?xml version="1.0" encoding="utf-8"?>
<a:theme xmlns:a="http://schemas.openxmlformats.org/drawingml/2006/main" name="4_Si ifra!">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15A5869B-4A0C-4888-B30C-D7769D56BDCD}"/>
    </a:ext>
  </a:extLst>
</a:theme>
</file>

<file path=ppt/theme/theme5.xml><?xml version="1.0" encoding="utf-8"?>
<a:theme xmlns:a="http://schemas.openxmlformats.org/drawingml/2006/main" name="4_Blanko">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Molde presentasjon 2020 Engelsk.potx  -  Read-Only" id="{DB1D17B4-8D73-4FE6-82D1-93CBE95FD8D6}" vid="{56C785A7-A997-4AA5-9FD3-E663D0D495D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86B82B2E673BB48BBFD907EF88B1F72" ma:contentTypeVersion="0" ma:contentTypeDescription="Opprett et nytt dokument." ma:contentTypeScope="" ma:versionID="0653049da3c7d6103ba0b9e54f21c3f6">
  <xsd:schema xmlns:xsd="http://www.w3.org/2001/XMLSchema" xmlns:xs="http://www.w3.org/2001/XMLSchema" xmlns:p="http://schemas.microsoft.com/office/2006/metadata/properties" targetNamespace="http://schemas.microsoft.com/office/2006/metadata/properties" ma:root="true" ma:fieldsID="3e2500873ed525c1cf306a41cba81ed5">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holdstype"/>
        <xsd:element ref="dc:title" minOccurs="0" maxOccurs="1" ma:index="4" ma:displayName="Tit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99F0B8-F1FA-4547-8345-D1C345C8ADD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CAC7484-FE6E-40E6-83CA-83D55D847BA8}">
  <ds:schemaRef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s>
</ds:datastoreItem>
</file>

<file path=customXml/itemProps3.xml><?xml version="1.0" encoding="utf-8"?>
<ds:datastoreItem xmlns:ds="http://schemas.openxmlformats.org/officeDocument/2006/customXml" ds:itemID="{27479CE2-CFF2-495B-B6E0-2F66375CDB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HiMolde presentation template</Template>
  <TotalTime>648</TotalTime>
  <Words>2725</Words>
  <Application>Microsoft Office PowerPoint</Application>
  <PresentationFormat>On-screen Show (16:10)</PresentationFormat>
  <Paragraphs>298</Paragraphs>
  <Slides>30</Slides>
  <Notes>30</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30</vt:i4>
      </vt:variant>
    </vt:vector>
  </HeadingPairs>
  <TitlesOfParts>
    <vt:vector size="41" baseType="lpstr">
      <vt:lpstr>ＭＳ Ｐゴシック</vt:lpstr>
      <vt:lpstr>Arial</vt:lpstr>
      <vt:lpstr>Calibri</vt:lpstr>
      <vt:lpstr>Calibri Light</vt:lpstr>
      <vt:lpstr>TT Commons</vt:lpstr>
      <vt:lpstr>Wingdings</vt:lpstr>
      <vt:lpstr>1_Mørkblå-bakgrunn</vt:lpstr>
      <vt:lpstr>2_Lysblå-bakgrunn</vt:lpstr>
      <vt:lpstr>3_Hvit-bakgrunn</vt:lpstr>
      <vt:lpstr>4_Si ifra!</vt:lpstr>
      <vt:lpstr>4_Blanko</vt:lpstr>
      <vt:lpstr>Introduction to Economics for Sport Management   </vt:lpstr>
      <vt:lpstr>What is Economics for you?</vt:lpstr>
      <vt:lpstr>Economics</vt:lpstr>
      <vt:lpstr>PowerPoint Presentation</vt:lpstr>
      <vt:lpstr>About the course</vt:lpstr>
      <vt:lpstr>Grading Policy</vt:lpstr>
      <vt:lpstr>Course Goals 🔑 🥅 ⚽️</vt:lpstr>
      <vt:lpstr>Some Important Points </vt:lpstr>
      <vt:lpstr>Today: Introduction and Some Basic Concepts </vt:lpstr>
      <vt:lpstr>Economics: Definition</vt:lpstr>
      <vt:lpstr>Economic Imperialism</vt:lpstr>
      <vt:lpstr>PowerPoint Presentation</vt:lpstr>
      <vt:lpstr>Microeconomics</vt:lpstr>
      <vt:lpstr>Themes of Microeconomics</vt:lpstr>
      <vt:lpstr>Macroeconomics</vt:lpstr>
      <vt:lpstr>PowerPoint Presentation</vt:lpstr>
      <vt:lpstr>The Methodology</vt:lpstr>
      <vt:lpstr>The Methodology (cont’d)</vt:lpstr>
      <vt:lpstr>PowerPoint Presentation</vt:lpstr>
      <vt:lpstr>PowerPoint Presentation</vt:lpstr>
      <vt:lpstr>Theories and Models</vt:lpstr>
      <vt:lpstr>Economic Models:  Description</vt:lpstr>
      <vt:lpstr>Positive &amp; Normative Analysis</vt:lpstr>
      <vt:lpstr>Positive Analysis</vt:lpstr>
      <vt:lpstr>PowerPoint Presentation</vt:lpstr>
      <vt:lpstr>Normative Analysis</vt:lpstr>
      <vt:lpstr>Causality versus Correlation</vt:lpstr>
      <vt:lpstr>Required Reading 📙</vt:lpstr>
      <vt:lpstr>Recommended readings 📚</vt:lpstr>
      <vt:lpstr>Interesting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for Sport Management</dc:title>
  <dc:creator>Alessandro Di Mattia</dc:creator>
  <cp:lastModifiedBy>Alessandro Edoardo Giorgio David Di Mattia</cp:lastModifiedBy>
  <cp:revision>16</cp:revision>
  <dcterms:created xsi:type="dcterms:W3CDTF">2021-07-15T16:00:15Z</dcterms:created>
  <dcterms:modified xsi:type="dcterms:W3CDTF">2026-07-16T12:55:07Z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0x010100086B82B2E673BB48BBFD907EF88B1F72</vt:lpwstr>
  </property>
  <property fmtid="{D5CDD505-2E9C-101B-9397-08002B2CF9AE}" pid="3" name="MSIP_Label_ee59125d-3421-490c-8c49-713131ff88a1_Enabled">
    <vt:lpwstr>true</vt:lpwstr>
  </property>
  <property fmtid="{D5CDD505-2E9C-101B-9397-08002B2CF9AE}" pid="4" name="MSIP_Label_ee59125d-3421-490c-8c49-713131ff88a1_SetDate">
    <vt:lpwstr>2026-07-16T12:50:18Z</vt:lpwstr>
  </property>
  <property fmtid="{D5CDD505-2E9C-101B-9397-08002B2CF9AE}" pid="5" name="MSIP_Label_ee59125d-3421-490c-8c49-713131ff88a1_Method">
    <vt:lpwstr>Standard</vt:lpwstr>
  </property>
  <property fmtid="{D5CDD505-2E9C-101B-9397-08002B2CF9AE}" pid="6" name="MSIP_Label_ee59125d-3421-490c-8c49-713131ff88a1_Name">
    <vt:lpwstr>Yellow</vt:lpwstr>
  </property>
  <property fmtid="{D5CDD505-2E9C-101B-9397-08002B2CF9AE}" pid="7" name="MSIP_Label_ee59125d-3421-490c-8c49-713131ff88a1_SiteId">
    <vt:lpwstr>938c1eb0-9d08-484b-92b9-53f583bd08fb</vt:lpwstr>
  </property>
  <property fmtid="{D5CDD505-2E9C-101B-9397-08002B2CF9AE}" pid="8" name="MSIP_Label_ee59125d-3421-490c-8c49-713131ff88a1_ActionId">
    <vt:lpwstr>7e2e34fd-7f00-4cf6-be6c-57eccf0bc1fe</vt:lpwstr>
  </property>
  <property fmtid="{D5CDD505-2E9C-101B-9397-08002B2CF9AE}" pid="9" name="MSIP_Label_ee59125d-3421-490c-8c49-713131ff88a1_ContentBits">
    <vt:lpwstr>0</vt:lpwstr>
  </property>
  <property fmtid="{D5CDD505-2E9C-101B-9397-08002B2CF9AE}" pid="10" name="MSIP_Label_ee59125d-3421-490c-8c49-713131ff88a1_Tag">
    <vt:lpwstr>10, 3, 0, 1</vt:lpwstr>
  </property>
</Properties>
</file>