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  <p:sldMasterId id="2147483694" r:id="rId5"/>
    <p:sldMasterId id="2147483703" r:id="rId6"/>
    <p:sldMasterId id="2147483718" r:id="rId7"/>
    <p:sldMasterId id="2147483712" r:id="rId8"/>
  </p:sldMasterIdLst>
  <p:notesMasterIdLst>
    <p:notesMasterId r:id="rId27"/>
  </p:notesMasterIdLst>
  <p:handoutMasterIdLst>
    <p:handoutMasterId r:id="rId28"/>
  </p:handoutMasterIdLst>
  <p:sldIdLst>
    <p:sldId id="280" r:id="rId9"/>
    <p:sldId id="281" r:id="rId10"/>
    <p:sldId id="282" r:id="rId11"/>
    <p:sldId id="283" r:id="rId12"/>
    <p:sldId id="284" r:id="rId13"/>
    <p:sldId id="285" r:id="rId14"/>
    <p:sldId id="286" r:id="rId15"/>
    <p:sldId id="296" r:id="rId16"/>
    <p:sldId id="297" r:id="rId17"/>
    <p:sldId id="294" r:id="rId18"/>
    <p:sldId id="295" r:id="rId19"/>
    <p:sldId id="287" r:id="rId20"/>
    <p:sldId id="288" r:id="rId21"/>
    <p:sldId id="289" r:id="rId22"/>
    <p:sldId id="290" r:id="rId23"/>
    <p:sldId id="291" r:id="rId24"/>
    <p:sldId id="292" r:id="rId25"/>
    <p:sldId id="293" r:id="rId26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AE618D5-598A-44D7-AFFB-B09F4A597D4A}">
          <p14:sldIdLst>
            <p14:sldId id="280"/>
            <p14:sldId id="281"/>
            <p14:sldId id="282"/>
            <p14:sldId id="283"/>
            <p14:sldId id="284"/>
            <p14:sldId id="285"/>
            <p14:sldId id="286"/>
            <p14:sldId id="296"/>
            <p14:sldId id="297"/>
            <p14:sldId id="294"/>
            <p14:sldId id="295"/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 Mattia Alessandro Edoardo Giorgio David" initials="DMAEGD" lastIdx="1" clrIdx="0">
    <p:extLst>
      <p:ext uri="{19B8F6BF-5375-455C-9EA6-DF929625EA0E}">
        <p15:presenceInfo xmlns:p15="http://schemas.microsoft.com/office/powerpoint/2012/main" userId="S::aldi@himolde.no::f8954a66-e5ad-4a1c-9536-1d2117047f5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F6FC"/>
    <a:srgbClr val="E9A592"/>
    <a:srgbClr val="0000FF"/>
    <a:srgbClr val="E97C67"/>
    <a:srgbClr val="005CA3"/>
    <a:srgbClr val="2E53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83B68B-007D-4829-90AF-85492EEC2BC0}" v="642" dt="2021-11-01T10:53:30.0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64" autoAdjust="0"/>
    <p:restoredTop sz="79909" autoAdjust="0"/>
  </p:normalViewPr>
  <p:slideViewPr>
    <p:cSldViewPr snapToGrid="0" snapToObjects="1">
      <p:cViewPr varScale="1">
        <p:scale>
          <a:sx n="56" d="100"/>
          <a:sy n="56" d="100"/>
        </p:scale>
        <p:origin x="17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6" d="100"/>
          <a:sy n="96" d="100"/>
        </p:scale>
        <p:origin x="278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34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Master" Target="slideMasters/slideMaster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 Mattia Alessandro Edoardo Giorgio David" userId="f8954a66-e5ad-4a1c-9536-1d2117047f5f" providerId="ADAL" clId="{CDD3A680-70A0-4B3B-95E5-5D6AACE401AF}"/>
    <pc:docChg chg="undo custSel addSld delSld modSld modMainMaster">
      <pc:chgData name="Di Mattia Alessandro Edoardo Giorgio David" userId="f8954a66-e5ad-4a1c-9536-1d2117047f5f" providerId="ADAL" clId="{CDD3A680-70A0-4B3B-95E5-5D6AACE401AF}" dt="2021-09-20T07:53:19.585" v="11546" actId="20577"/>
      <pc:docMkLst>
        <pc:docMk/>
      </pc:docMkLst>
      <pc:sldChg chg="modSp mod">
        <pc:chgData name="Di Mattia Alessandro Edoardo Giorgio David" userId="f8954a66-e5ad-4a1c-9536-1d2117047f5f" providerId="ADAL" clId="{CDD3A680-70A0-4B3B-95E5-5D6AACE401AF}" dt="2021-08-26T09:10:39.819" v="1" actId="20577"/>
        <pc:sldMkLst>
          <pc:docMk/>
          <pc:sldMk cId="2290804199" sldId="283"/>
        </pc:sldMkLst>
        <pc:spChg chg="mod">
          <ac:chgData name="Di Mattia Alessandro Edoardo Giorgio David" userId="f8954a66-e5ad-4a1c-9536-1d2117047f5f" providerId="ADAL" clId="{CDD3A680-70A0-4B3B-95E5-5D6AACE401AF}" dt="2021-08-26T09:10:39.819" v="1" actId="20577"/>
          <ac:spMkLst>
            <pc:docMk/>
            <pc:sldMk cId="2290804199" sldId="283"/>
            <ac:spMk id="3" creationId="{2649062A-E431-4830-8792-8C3AA0B072C3}"/>
          </ac:spMkLst>
        </pc:spChg>
      </pc:sldChg>
      <pc:sldChg chg="modSp mod">
        <pc:chgData name="Di Mattia Alessandro Edoardo Giorgio David" userId="f8954a66-e5ad-4a1c-9536-1d2117047f5f" providerId="ADAL" clId="{CDD3A680-70A0-4B3B-95E5-5D6AACE401AF}" dt="2021-09-17T13:47:17.058" v="10862" actId="20577"/>
        <pc:sldMkLst>
          <pc:docMk/>
          <pc:sldMk cId="2746722792" sldId="284"/>
        </pc:sldMkLst>
        <pc:spChg chg="mod">
          <ac:chgData name="Di Mattia Alessandro Edoardo Giorgio David" userId="f8954a66-e5ad-4a1c-9536-1d2117047f5f" providerId="ADAL" clId="{CDD3A680-70A0-4B3B-95E5-5D6AACE401AF}" dt="2021-09-17T13:47:17.058" v="10862" actId="20577"/>
          <ac:spMkLst>
            <pc:docMk/>
            <pc:sldMk cId="2746722792" sldId="284"/>
            <ac:spMk id="3" creationId="{9662AD80-86AD-4C0B-8BB2-DF45089F67FE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8-26T09:46:30.223" v="244" actId="113"/>
        <pc:sldMkLst>
          <pc:docMk/>
          <pc:sldMk cId="136307228" sldId="285"/>
        </pc:sldMkLst>
        <pc:spChg chg="mod">
          <ac:chgData name="Di Mattia Alessandro Edoardo Giorgio David" userId="f8954a66-e5ad-4a1c-9536-1d2117047f5f" providerId="ADAL" clId="{CDD3A680-70A0-4B3B-95E5-5D6AACE401AF}" dt="2021-08-26T09:40:58.657" v="220" actId="122"/>
          <ac:spMkLst>
            <pc:docMk/>
            <pc:sldMk cId="136307228" sldId="285"/>
            <ac:spMk id="2" creationId="{13364F0A-C956-4FF9-9CEF-8828D3BF48F1}"/>
          </ac:spMkLst>
        </pc:spChg>
        <pc:spChg chg="mod">
          <ac:chgData name="Di Mattia Alessandro Edoardo Giorgio David" userId="f8954a66-e5ad-4a1c-9536-1d2117047f5f" providerId="ADAL" clId="{CDD3A680-70A0-4B3B-95E5-5D6AACE401AF}" dt="2021-08-26T09:46:30.223" v="244" actId="113"/>
          <ac:spMkLst>
            <pc:docMk/>
            <pc:sldMk cId="136307228" sldId="285"/>
            <ac:spMk id="3" creationId="{79E0C796-771F-4F4F-BD64-A5F8042C9B70}"/>
          </ac:spMkLst>
        </pc:spChg>
      </pc:sldChg>
      <pc:sldChg chg="modSp add mod">
        <pc:chgData name="Di Mattia Alessandro Edoardo Giorgio David" userId="f8954a66-e5ad-4a1c-9536-1d2117047f5f" providerId="ADAL" clId="{CDD3A680-70A0-4B3B-95E5-5D6AACE401AF}" dt="2021-08-26T09:58:37.901" v="572" actId="20577"/>
        <pc:sldMkLst>
          <pc:docMk/>
          <pc:sldMk cId="397456170" sldId="286"/>
        </pc:sldMkLst>
        <pc:spChg chg="mod">
          <ac:chgData name="Di Mattia Alessandro Edoardo Giorgio David" userId="f8954a66-e5ad-4a1c-9536-1d2117047f5f" providerId="ADAL" clId="{CDD3A680-70A0-4B3B-95E5-5D6AACE401AF}" dt="2021-08-26T09:58:37.901" v="572" actId="20577"/>
          <ac:spMkLst>
            <pc:docMk/>
            <pc:sldMk cId="397456170" sldId="286"/>
            <ac:spMk id="3" creationId="{79E0C796-771F-4F4F-BD64-A5F8042C9B70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8-26T10:00:26.785" v="582" actId="207"/>
        <pc:sldMkLst>
          <pc:docMk/>
          <pc:sldMk cId="2987841737" sldId="287"/>
        </pc:sldMkLst>
        <pc:spChg chg="mod">
          <ac:chgData name="Di Mattia Alessandro Edoardo Giorgio David" userId="f8954a66-e5ad-4a1c-9536-1d2117047f5f" providerId="ADAL" clId="{CDD3A680-70A0-4B3B-95E5-5D6AACE401AF}" dt="2021-08-26T09:59:03.589" v="575" actId="122"/>
          <ac:spMkLst>
            <pc:docMk/>
            <pc:sldMk cId="2987841737" sldId="287"/>
            <ac:spMk id="2" creationId="{29E4B2AC-724E-4310-ABA4-45F34D1DBEC3}"/>
          </ac:spMkLst>
        </pc:spChg>
        <pc:spChg chg="mod">
          <ac:chgData name="Di Mattia Alessandro Edoardo Giorgio David" userId="f8954a66-e5ad-4a1c-9536-1d2117047f5f" providerId="ADAL" clId="{CDD3A680-70A0-4B3B-95E5-5D6AACE401AF}" dt="2021-08-26T10:00:26.785" v="582" actId="207"/>
          <ac:spMkLst>
            <pc:docMk/>
            <pc:sldMk cId="2987841737" sldId="287"/>
            <ac:spMk id="3" creationId="{6EE23F1E-20E5-4102-B6A7-04F181C40717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8-26T10:02:49.241" v="594" actId="1440"/>
        <pc:sldMkLst>
          <pc:docMk/>
          <pc:sldMk cId="3177459641" sldId="288"/>
        </pc:sldMkLst>
        <pc:spChg chg="del">
          <ac:chgData name="Di Mattia Alessandro Edoardo Giorgio David" userId="f8954a66-e5ad-4a1c-9536-1d2117047f5f" providerId="ADAL" clId="{CDD3A680-70A0-4B3B-95E5-5D6AACE401AF}" dt="2021-08-26T10:01:06.005" v="586" actId="700"/>
          <ac:spMkLst>
            <pc:docMk/>
            <pc:sldMk cId="3177459641" sldId="288"/>
            <ac:spMk id="2" creationId="{2C6FAD34-5A9B-4494-BBDB-1AF1DC64B671}"/>
          </ac:spMkLst>
        </pc:spChg>
        <pc:spChg chg="del">
          <ac:chgData name="Di Mattia Alessandro Edoardo Giorgio David" userId="f8954a66-e5ad-4a1c-9536-1d2117047f5f" providerId="ADAL" clId="{CDD3A680-70A0-4B3B-95E5-5D6AACE401AF}" dt="2021-08-26T10:01:06.005" v="586" actId="700"/>
          <ac:spMkLst>
            <pc:docMk/>
            <pc:sldMk cId="3177459641" sldId="288"/>
            <ac:spMk id="3" creationId="{2244814B-5F25-4985-A4E6-CDB097CF4643}"/>
          </ac:spMkLst>
        </pc:spChg>
        <pc:graphicFrameChg chg="add del mod">
          <ac:chgData name="Di Mattia Alessandro Edoardo Giorgio David" userId="f8954a66-e5ad-4a1c-9536-1d2117047f5f" providerId="ADAL" clId="{CDD3A680-70A0-4B3B-95E5-5D6AACE401AF}" dt="2021-08-26T10:00:55.153" v="585"/>
          <ac:graphicFrameMkLst>
            <pc:docMk/>
            <pc:sldMk cId="3177459641" sldId="288"/>
            <ac:graphicFrameMk id="4" creationId="{251178BF-5555-4A79-A392-7ABB33DEA460}"/>
          </ac:graphicFrameMkLst>
        </pc:graphicFrameChg>
        <pc:picChg chg="add mod">
          <ac:chgData name="Di Mattia Alessandro Edoardo Giorgio David" userId="f8954a66-e5ad-4a1c-9536-1d2117047f5f" providerId="ADAL" clId="{CDD3A680-70A0-4B3B-95E5-5D6AACE401AF}" dt="2021-08-26T10:02:49.241" v="594" actId="1440"/>
          <ac:picMkLst>
            <pc:docMk/>
            <pc:sldMk cId="3177459641" sldId="288"/>
            <ac:picMk id="5" creationId="{EE893D25-5C6C-41F5-B226-50D51955D728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8-26T10:03:48.981" v="617" actId="15"/>
        <pc:sldMkLst>
          <pc:docMk/>
          <pc:sldMk cId="1800017578" sldId="289"/>
        </pc:sldMkLst>
        <pc:spChg chg="add mod">
          <ac:chgData name="Di Mattia Alessandro Edoardo Giorgio David" userId="f8954a66-e5ad-4a1c-9536-1d2117047f5f" providerId="ADAL" clId="{CDD3A680-70A0-4B3B-95E5-5D6AACE401AF}" dt="2021-08-26T10:03:29.418" v="612" actId="20577"/>
          <ac:spMkLst>
            <pc:docMk/>
            <pc:sldMk cId="1800017578" sldId="289"/>
            <ac:spMk id="2" creationId="{9EC5949A-A5F1-402C-A5BC-9451C240E1E7}"/>
          </ac:spMkLst>
        </pc:spChg>
        <pc:spChg chg="add mod">
          <ac:chgData name="Di Mattia Alessandro Edoardo Giorgio David" userId="f8954a66-e5ad-4a1c-9536-1d2117047f5f" providerId="ADAL" clId="{CDD3A680-70A0-4B3B-95E5-5D6AACE401AF}" dt="2021-08-26T10:03:48.981" v="617" actId="15"/>
          <ac:spMkLst>
            <pc:docMk/>
            <pc:sldMk cId="1800017578" sldId="289"/>
            <ac:spMk id="3" creationId="{27098DF3-E07F-41C3-AE3D-3553CFA94A28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8-26T10:06:16.881" v="625" actId="12788"/>
        <pc:sldMkLst>
          <pc:docMk/>
          <pc:sldMk cId="189423430" sldId="290"/>
        </pc:sldMkLst>
        <pc:spChg chg="del">
          <ac:chgData name="Di Mattia Alessandro Edoardo Giorgio David" userId="f8954a66-e5ad-4a1c-9536-1d2117047f5f" providerId="ADAL" clId="{CDD3A680-70A0-4B3B-95E5-5D6AACE401AF}" dt="2021-08-26T10:05:39.896" v="619" actId="700"/>
          <ac:spMkLst>
            <pc:docMk/>
            <pc:sldMk cId="189423430" sldId="290"/>
            <ac:spMk id="2" creationId="{898F21F0-655D-47E1-887F-C7885B1199C5}"/>
          </ac:spMkLst>
        </pc:spChg>
        <pc:spChg chg="del">
          <ac:chgData name="Di Mattia Alessandro Edoardo Giorgio David" userId="f8954a66-e5ad-4a1c-9536-1d2117047f5f" providerId="ADAL" clId="{CDD3A680-70A0-4B3B-95E5-5D6AACE401AF}" dt="2021-08-26T10:05:39.896" v="619" actId="700"/>
          <ac:spMkLst>
            <pc:docMk/>
            <pc:sldMk cId="189423430" sldId="290"/>
            <ac:spMk id="3" creationId="{F4BE46A5-D9F8-432D-A301-5FBD10404EA5}"/>
          </ac:spMkLst>
        </pc:spChg>
        <pc:graphicFrameChg chg="add mod">
          <ac:chgData name="Di Mattia Alessandro Edoardo Giorgio David" userId="f8954a66-e5ad-4a1c-9536-1d2117047f5f" providerId="ADAL" clId="{CDD3A680-70A0-4B3B-95E5-5D6AACE401AF}" dt="2021-08-26T10:06:16.881" v="625" actId="12788"/>
          <ac:graphicFrameMkLst>
            <pc:docMk/>
            <pc:sldMk cId="189423430" sldId="290"/>
            <ac:graphicFrameMk id="4" creationId="{4C748AAC-A9B2-4721-B877-FBEF2ADD9BC1}"/>
          </ac:graphicFrameMkLst>
        </pc:graphicFrame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8-26T10:10:26.684" v="718" actId="20577"/>
        <pc:sldMkLst>
          <pc:docMk/>
          <pc:sldMk cId="2279340633" sldId="291"/>
        </pc:sldMkLst>
        <pc:spChg chg="add mod">
          <ac:chgData name="Di Mattia Alessandro Edoardo Giorgio David" userId="f8954a66-e5ad-4a1c-9536-1d2117047f5f" providerId="ADAL" clId="{CDD3A680-70A0-4B3B-95E5-5D6AACE401AF}" dt="2021-08-26T10:07:00.544" v="629" actId="122"/>
          <ac:spMkLst>
            <pc:docMk/>
            <pc:sldMk cId="2279340633" sldId="291"/>
            <ac:spMk id="2" creationId="{889A99B6-7F27-4B51-B07F-BBF07C22C426}"/>
          </ac:spMkLst>
        </pc:spChg>
        <pc:spChg chg="add mod">
          <ac:chgData name="Di Mattia Alessandro Edoardo Giorgio David" userId="f8954a66-e5ad-4a1c-9536-1d2117047f5f" providerId="ADAL" clId="{CDD3A680-70A0-4B3B-95E5-5D6AACE401AF}" dt="2021-08-26T10:10:26.684" v="718" actId="20577"/>
          <ac:spMkLst>
            <pc:docMk/>
            <pc:sldMk cId="2279340633" sldId="291"/>
            <ac:spMk id="3" creationId="{BA3E679B-111F-42A4-B459-693A455908DE}"/>
          </ac:spMkLst>
        </pc:spChg>
      </pc:sldChg>
      <pc:sldChg chg="addSp modSp new mod">
        <pc:chgData name="Di Mattia Alessandro Edoardo Giorgio David" userId="f8954a66-e5ad-4a1c-9536-1d2117047f5f" providerId="ADAL" clId="{CDD3A680-70A0-4B3B-95E5-5D6AACE401AF}" dt="2021-08-26T10:14:16.566" v="735"/>
        <pc:sldMkLst>
          <pc:docMk/>
          <pc:sldMk cId="3371114497" sldId="292"/>
        </pc:sldMkLst>
        <pc:spChg chg="mod">
          <ac:chgData name="Di Mattia Alessandro Edoardo Giorgio David" userId="f8954a66-e5ad-4a1c-9536-1d2117047f5f" providerId="ADAL" clId="{CDD3A680-70A0-4B3B-95E5-5D6AACE401AF}" dt="2021-08-26T10:14:16.566" v="735"/>
          <ac:spMkLst>
            <pc:docMk/>
            <pc:sldMk cId="3371114497" sldId="292"/>
            <ac:spMk id="2" creationId="{224D3D06-2AB5-4B2A-86E4-99BC6A84B544}"/>
          </ac:spMkLst>
        </pc:spChg>
        <pc:spChg chg="mod">
          <ac:chgData name="Di Mattia Alessandro Edoardo Giorgio David" userId="f8954a66-e5ad-4a1c-9536-1d2117047f5f" providerId="ADAL" clId="{CDD3A680-70A0-4B3B-95E5-5D6AACE401AF}" dt="2021-08-26T10:13:47.507" v="732" actId="15"/>
          <ac:spMkLst>
            <pc:docMk/>
            <pc:sldMk cId="3371114497" sldId="292"/>
            <ac:spMk id="3" creationId="{6CE27645-0773-4A46-B2BB-80E82FE726DA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0:14:00.170" v="734" actId="1076"/>
          <ac:picMkLst>
            <pc:docMk/>
            <pc:sldMk cId="3371114497" sldId="292"/>
            <ac:picMk id="4" creationId="{7DDAC425-D4D8-47C4-934C-767A69AD8BB3}"/>
          </ac:picMkLst>
        </pc:picChg>
      </pc:sldChg>
      <pc:sldChg chg="addSp delSp modSp add mod">
        <pc:chgData name="Di Mattia Alessandro Edoardo Giorgio David" userId="f8954a66-e5ad-4a1c-9536-1d2117047f5f" providerId="ADAL" clId="{CDD3A680-70A0-4B3B-95E5-5D6AACE401AF}" dt="2021-08-26T10:15:39.018" v="750" actId="1076"/>
        <pc:sldMkLst>
          <pc:docMk/>
          <pc:sldMk cId="1501790977" sldId="293"/>
        </pc:sldMkLst>
        <pc:spChg chg="mod">
          <ac:chgData name="Di Mattia Alessandro Edoardo Giorgio David" userId="f8954a66-e5ad-4a1c-9536-1d2117047f5f" providerId="ADAL" clId="{CDD3A680-70A0-4B3B-95E5-5D6AACE401AF}" dt="2021-08-26T10:15:26.467" v="748" actId="15"/>
          <ac:spMkLst>
            <pc:docMk/>
            <pc:sldMk cId="1501790977" sldId="293"/>
            <ac:spMk id="3" creationId="{6CE27645-0773-4A46-B2BB-80E82FE726DA}"/>
          </ac:spMkLst>
        </pc:spChg>
        <pc:picChg chg="del">
          <ac:chgData name="Di Mattia Alessandro Edoardo Giorgio David" userId="f8954a66-e5ad-4a1c-9536-1d2117047f5f" providerId="ADAL" clId="{CDD3A680-70A0-4B3B-95E5-5D6AACE401AF}" dt="2021-08-26T10:14:23.921" v="737" actId="478"/>
          <ac:picMkLst>
            <pc:docMk/>
            <pc:sldMk cId="1501790977" sldId="293"/>
            <ac:picMk id="4" creationId="{7DDAC425-D4D8-47C4-934C-767A69AD8BB3}"/>
          </ac:picMkLst>
        </pc:picChg>
        <pc:picChg chg="add mod">
          <ac:chgData name="Di Mattia Alessandro Edoardo Giorgio David" userId="f8954a66-e5ad-4a1c-9536-1d2117047f5f" providerId="ADAL" clId="{CDD3A680-70A0-4B3B-95E5-5D6AACE401AF}" dt="2021-08-26T10:15:39.018" v="750" actId="1076"/>
          <ac:picMkLst>
            <pc:docMk/>
            <pc:sldMk cId="1501790977" sldId="293"/>
            <ac:picMk id="5" creationId="{C12619F1-2EF3-4D29-BEA0-824A510CE527}"/>
          </ac:picMkLst>
        </pc:picChg>
      </pc:sldChg>
      <pc:sldChg chg="addSp delSp modSp new mod modClrScheme modAnim chgLayout">
        <pc:chgData name="Di Mattia Alessandro Edoardo Giorgio David" userId="f8954a66-e5ad-4a1c-9536-1d2117047f5f" providerId="ADAL" clId="{CDD3A680-70A0-4B3B-95E5-5D6AACE401AF}" dt="2021-08-26T10:18:43.214" v="769" actId="14100"/>
        <pc:sldMkLst>
          <pc:docMk/>
          <pc:sldMk cId="422741358" sldId="294"/>
        </pc:sldMkLst>
        <pc:spChg chg="del">
          <ac:chgData name="Di Mattia Alessandro Edoardo Giorgio David" userId="f8954a66-e5ad-4a1c-9536-1d2117047f5f" providerId="ADAL" clId="{CDD3A680-70A0-4B3B-95E5-5D6AACE401AF}" dt="2021-08-26T10:15:54.736" v="752" actId="700"/>
          <ac:spMkLst>
            <pc:docMk/>
            <pc:sldMk cId="422741358" sldId="294"/>
            <ac:spMk id="2" creationId="{CECCA60E-97F5-4E57-9820-2D263E9B14F7}"/>
          </ac:spMkLst>
        </pc:spChg>
        <pc:spChg chg="del">
          <ac:chgData name="Di Mattia Alessandro Edoardo Giorgio David" userId="f8954a66-e5ad-4a1c-9536-1d2117047f5f" providerId="ADAL" clId="{CDD3A680-70A0-4B3B-95E5-5D6AACE401AF}" dt="2021-08-26T10:15:54.736" v="752" actId="700"/>
          <ac:spMkLst>
            <pc:docMk/>
            <pc:sldMk cId="422741358" sldId="294"/>
            <ac:spMk id="3" creationId="{57A994E3-4431-4C44-9874-304D2DF5CEB2}"/>
          </ac:spMkLst>
        </pc:spChg>
        <pc:spChg chg="add mod">
          <ac:chgData name="Di Mattia Alessandro Edoardo Giorgio David" userId="f8954a66-e5ad-4a1c-9536-1d2117047f5f" providerId="ADAL" clId="{CDD3A680-70A0-4B3B-95E5-5D6AACE401AF}" dt="2021-08-26T10:18:43.214" v="769" actId="14100"/>
          <ac:spMkLst>
            <pc:docMk/>
            <pc:sldMk cId="422741358" sldId="294"/>
            <ac:spMk id="6" creationId="{35358B06-1DE5-45DE-912A-765465560813}"/>
          </ac:spMkLst>
        </pc:spChg>
        <pc:spChg chg="add mod">
          <ac:chgData name="Di Mattia Alessandro Edoardo Giorgio David" userId="f8954a66-e5ad-4a1c-9536-1d2117047f5f" providerId="ADAL" clId="{CDD3A680-70A0-4B3B-95E5-5D6AACE401AF}" dt="2021-08-26T10:18:31.401" v="768" actId="1076"/>
          <ac:spMkLst>
            <pc:docMk/>
            <pc:sldMk cId="422741358" sldId="294"/>
            <ac:spMk id="7" creationId="{B6677616-D2C0-4E60-8A4C-14DCF135BB79}"/>
          </ac:spMkLst>
        </pc:spChg>
        <pc:graphicFrameChg chg="add del mod">
          <ac:chgData name="Di Mattia Alessandro Edoardo Giorgio David" userId="f8954a66-e5ad-4a1c-9536-1d2117047f5f" providerId="ADAL" clId="{CDD3A680-70A0-4B3B-95E5-5D6AACE401AF}" dt="2021-08-26T10:15:56.968" v="754"/>
          <ac:graphicFrameMkLst>
            <pc:docMk/>
            <pc:sldMk cId="422741358" sldId="294"/>
            <ac:graphicFrameMk id="4" creationId="{5B8E0FA0-6CF8-4B0A-ADCD-99E317352CEC}"/>
          </ac:graphicFrameMkLst>
        </pc:graphicFrameChg>
        <pc:picChg chg="add mod">
          <ac:chgData name="Di Mattia Alessandro Edoardo Giorgio David" userId="f8954a66-e5ad-4a1c-9536-1d2117047f5f" providerId="ADAL" clId="{CDD3A680-70A0-4B3B-95E5-5D6AACE401AF}" dt="2021-08-26T10:16:40.792" v="757" actId="1076"/>
          <ac:picMkLst>
            <pc:docMk/>
            <pc:sldMk cId="422741358" sldId="294"/>
            <ac:picMk id="5" creationId="{9DC4631B-7CBE-4B38-B9E6-0BD97BFE0FD2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17T13:53:44.274" v="10863" actId="255"/>
        <pc:sldMkLst>
          <pc:docMk/>
          <pc:sldMk cId="3804130750" sldId="295"/>
        </pc:sldMkLst>
        <pc:spChg chg="add mod">
          <ac:chgData name="Di Mattia Alessandro Edoardo Giorgio David" userId="f8954a66-e5ad-4a1c-9536-1d2117047f5f" providerId="ADAL" clId="{CDD3A680-70A0-4B3B-95E5-5D6AACE401AF}" dt="2021-08-26T10:19:35.349" v="773" actId="122"/>
          <ac:spMkLst>
            <pc:docMk/>
            <pc:sldMk cId="3804130750" sldId="295"/>
            <ac:spMk id="2" creationId="{9CAD3991-4B66-4F2F-BD1E-7FEED8CFF078}"/>
          </ac:spMkLst>
        </pc:spChg>
        <pc:spChg chg="add mod">
          <ac:chgData name="Di Mattia Alessandro Edoardo Giorgio David" userId="f8954a66-e5ad-4a1c-9536-1d2117047f5f" providerId="ADAL" clId="{CDD3A680-70A0-4B3B-95E5-5D6AACE401AF}" dt="2021-09-17T13:53:44.274" v="10863" actId="255"/>
          <ac:spMkLst>
            <pc:docMk/>
            <pc:sldMk cId="3804130750" sldId="295"/>
            <ac:spMk id="3" creationId="{0286D78F-1918-4503-AF56-191C2B39DB8A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8-26T10:21:58.881" v="788" actId="12789"/>
        <pc:sldMkLst>
          <pc:docMk/>
          <pc:sldMk cId="2958941754" sldId="296"/>
        </pc:sldMkLst>
        <pc:spChg chg="del">
          <ac:chgData name="Di Mattia Alessandro Edoardo Giorgio David" userId="f8954a66-e5ad-4a1c-9536-1d2117047f5f" providerId="ADAL" clId="{CDD3A680-70A0-4B3B-95E5-5D6AACE401AF}" dt="2021-08-26T10:21:34.427" v="784" actId="700"/>
          <ac:spMkLst>
            <pc:docMk/>
            <pc:sldMk cId="2958941754" sldId="296"/>
            <ac:spMk id="2" creationId="{BAB49A7D-34B3-43C3-8C60-F1BB3C90FF99}"/>
          </ac:spMkLst>
        </pc:spChg>
        <pc:spChg chg="del">
          <ac:chgData name="Di Mattia Alessandro Edoardo Giorgio David" userId="f8954a66-e5ad-4a1c-9536-1d2117047f5f" providerId="ADAL" clId="{CDD3A680-70A0-4B3B-95E5-5D6AACE401AF}" dt="2021-08-26T10:21:34.427" v="784" actId="700"/>
          <ac:spMkLst>
            <pc:docMk/>
            <pc:sldMk cId="2958941754" sldId="296"/>
            <ac:spMk id="3" creationId="{05C212EC-BEAB-44F1-910E-41719B6785DF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0:21:58.881" v="788" actId="12789"/>
          <ac:picMkLst>
            <pc:docMk/>
            <pc:sldMk cId="2958941754" sldId="296"/>
            <ac:picMk id="4" creationId="{481E0528-CDB3-4A64-8201-464948C26A53}"/>
          </ac:picMkLst>
        </pc:pic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8-26T10:26:27.956" v="793"/>
        <pc:sldMkLst>
          <pc:docMk/>
          <pc:sldMk cId="751128815" sldId="297"/>
        </pc:sldMkLst>
        <pc:spChg chg="add mod">
          <ac:chgData name="Di Mattia Alessandro Edoardo Giorgio David" userId="f8954a66-e5ad-4a1c-9536-1d2117047f5f" providerId="ADAL" clId="{CDD3A680-70A0-4B3B-95E5-5D6AACE401AF}" dt="2021-08-26T10:25:21.196" v="792" actId="122"/>
          <ac:spMkLst>
            <pc:docMk/>
            <pc:sldMk cId="751128815" sldId="297"/>
            <ac:spMk id="2" creationId="{BB602728-82E4-431F-A781-BA0C9656C09C}"/>
          </ac:spMkLst>
        </pc:spChg>
        <pc:spChg chg="add del mod">
          <ac:chgData name="Di Mattia Alessandro Edoardo Giorgio David" userId="f8954a66-e5ad-4a1c-9536-1d2117047f5f" providerId="ADAL" clId="{CDD3A680-70A0-4B3B-95E5-5D6AACE401AF}" dt="2021-08-26T10:26:27.956" v="793"/>
          <ac:spMkLst>
            <pc:docMk/>
            <pc:sldMk cId="751128815" sldId="297"/>
            <ac:spMk id="3" creationId="{6404D91C-0FB5-4998-80CA-0E23E503337A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0:26:27.956" v="793"/>
          <ac:picMkLst>
            <pc:docMk/>
            <pc:sldMk cId="751128815" sldId="297"/>
            <ac:picMk id="4" creationId="{B6083223-0C19-4625-B839-F59AF9E467E6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8-26T12:01:30.825" v="1097" actId="20577"/>
        <pc:sldMkLst>
          <pc:docMk/>
          <pc:sldMk cId="1204931054" sldId="298"/>
        </pc:sldMkLst>
        <pc:spChg chg="mod">
          <ac:chgData name="Di Mattia Alessandro Edoardo Giorgio David" userId="f8954a66-e5ad-4a1c-9536-1d2117047f5f" providerId="ADAL" clId="{CDD3A680-70A0-4B3B-95E5-5D6AACE401AF}" dt="2021-08-26T11:46:41.214" v="796" actId="122"/>
          <ac:spMkLst>
            <pc:docMk/>
            <pc:sldMk cId="1204931054" sldId="298"/>
            <ac:spMk id="2" creationId="{D687D5E9-C61B-4112-BCB0-BE99D99CDEEC}"/>
          </ac:spMkLst>
        </pc:spChg>
        <pc:spChg chg="mod">
          <ac:chgData name="Di Mattia Alessandro Edoardo Giorgio David" userId="f8954a66-e5ad-4a1c-9536-1d2117047f5f" providerId="ADAL" clId="{CDD3A680-70A0-4B3B-95E5-5D6AACE401AF}" dt="2021-08-26T12:01:30.825" v="1097" actId="20577"/>
          <ac:spMkLst>
            <pc:docMk/>
            <pc:sldMk cId="1204931054" sldId="298"/>
            <ac:spMk id="3" creationId="{71AA0D9A-573E-464B-9A1E-E1F4D9E4A4EE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8-26T12:04:57.651" v="1101"/>
        <pc:sldMkLst>
          <pc:docMk/>
          <pc:sldMk cId="2407881802" sldId="299"/>
        </pc:sldMkLst>
        <pc:spChg chg="mod">
          <ac:chgData name="Di Mattia Alessandro Edoardo Giorgio David" userId="f8954a66-e5ad-4a1c-9536-1d2117047f5f" providerId="ADAL" clId="{CDD3A680-70A0-4B3B-95E5-5D6AACE401AF}" dt="2021-08-26T12:01:52.282" v="1100" actId="122"/>
          <ac:spMkLst>
            <pc:docMk/>
            <pc:sldMk cId="2407881802" sldId="299"/>
            <ac:spMk id="2" creationId="{26ABB9B6-F717-4B8F-803B-677381F49D58}"/>
          </ac:spMkLst>
        </pc:spChg>
        <pc:spChg chg="mod">
          <ac:chgData name="Di Mattia Alessandro Edoardo Giorgio David" userId="f8954a66-e5ad-4a1c-9536-1d2117047f5f" providerId="ADAL" clId="{CDD3A680-70A0-4B3B-95E5-5D6AACE401AF}" dt="2021-08-26T12:04:57.651" v="1101"/>
          <ac:spMkLst>
            <pc:docMk/>
            <pc:sldMk cId="2407881802" sldId="299"/>
            <ac:spMk id="3" creationId="{572FEE07-299D-4294-8B97-0E6E4FA3A2BE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05:07.840" v="10870" actId="255"/>
        <pc:sldMkLst>
          <pc:docMk/>
          <pc:sldMk cId="4088423911" sldId="300"/>
        </pc:sldMkLst>
        <pc:spChg chg="mod">
          <ac:chgData name="Di Mattia Alessandro Edoardo Giorgio David" userId="f8954a66-e5ad-4a1c-9536-1d2117047f5f" providerId="ADAL" clId="{CDD3A680-70A0-4B3B-95E5-5D6AACE401AF}" dt="2021-08-26T12:05:29.149" v="1104" actId="122"/>
          <ac:spMkLst>
            <pc:docMk/>
            <pc:sldMk cId="4088423911" sldId="300"/>
            <ac:spMk id="2" creationId="{F4CCD474-02C5-4D5E-BD0B-DB3CB7997CE3}"/>
          </ac:spMkLst>
        </pc:spChg>
        <pc:spChg chg="mod">
          <ac:chgData name="Di Mattia Alessandro Edoardo Giorgio David" userId="f8954a66-e5ad-4a1c-9536-1d2117047f5f" providerId="ADAL" clId="{CDD3A680-70A0-4B3B-95E5-5D6AACE401AF}" dt="2021-09-17T14:05:07.840" v="10870" actId="255"/>
          <ac:spMkLst>
            <pc:docMk/>
            <pc:sldMk cId="4088423911" sldId="300"/>
            <ac:spMk id="3" creationId="{B3D45BE2-C87C-47BB-945E-5BF827D6B052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04:56.439" v="10869" actId="255"/>
        <pc:sldMkLst>
          <pc:docMk/>
          <pc:sldMk cId="3489902843" sldId="301"/>
        </pc:sldMkLst>
        <pc:spChg chg="mod">
          <ac:chgData name="Di Mattia Alessandro Edoardo Giorgio David" userId="f8954a66-e5ad-4a1c-9536-1d2117047f5f" providerId="ADAL" clId="{CDD3A680-70A0-4B3B-95E5-5D6AACE401AF}" dt="2021-08-26T12:12:45.227" v="1482" actId="122"/>
          <ac:spMkLst>
            <pc:docMk/>
            <pc:sldMk cId="3489902843" sldId="301"/>
            <ac:spMk id="2" creationId="{D3E967D6-61AC-4D8E-BAC0-78D6FDB46B90}"/>
          </ac:spMkLst>
        </pc:spChg>
        <pc:spChg chg="mod">
          <ac:chgData name="Di Mattia Alessandro Edoardo Giorgio David" userId="f8954a66-e5ad-4a1c-9536-1d2117047f5f" providerId="ADAL" clId="{CDD3A680-70A0-4B3B-95E5-5D6AACE401AF}" dt="2021-09-17T14:04:56.439" v="10869" actId="255"/>
          <ac:spMkLst>
            <pc:docMk/>
            <pc:sldMk cId="3489902843" sldId="301"/>
            <ac:spMk id="3" creationId="{4570A9BA-C130-46BC-963A-A94DA92A4608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05:32.225" v="10871" actId="255"/>
        <pc:sldMkLst>
          <pc:docMk/>
          <pc:sldMk cId="1935820678" sldId="302"/>
        </pc:sldMkLst>
        <pc:spChg chg="mod">
          <ac:chgData name="Di Mattia Alessandro Edoardo Giorgio David" userId="f8954a66-e5ad-4a1c-9536-1d2117047f5f" providerId="ADAL" clId="{CDD3A680-70A0-4B3B-95E5-5D6AACE401AF}" dt="2021-08-26T12:17:14.747" v="1534" actId="122"/>
          <ac:spMkLst>
            <pc:docMk/>
            <pc:sldMk cId="1935820678" sldId="302"/>
            <ac:spMk id="2" creationId="{E83A1901-EE45-43B4-8014-45FAAF380C14}"/>
          </ac:spMkLst>
        </pc:spChg>
        <pc:spChg chg="mod">
          <ac:chgData name="Di Mattia Alessandro Edoardo Giorgio David" userId="f8954a66-e5ad-4a1c-9536-1d2117047f5f" providerId="ADAL" clId="{CDD3A680-70A0-4B3B-95E5-5D6AACE401AF}" dt="2021-09-17T14:05:32.225" v="10871" actId="255"/>
          <ac:spMkLst>
            <pc:docMk/>
            <pc:sldMk cId="1935820678" sldId="302"/>
            <ac:spMk id="3" creationId="{896681A2-FD9C-4415-8AB5-86D70DCBE7E2}"/>
          </ac:spMkLst>
        </pc:spChg>
      </pc:sldChg>
      <pc:sldChg chg="addSp delSp modSp new mod">
        <pc:chgData name="Di Mattia Alessandro Edoardo Giorgio David" userId="f8954a66-e5ad-4a1c-9536-1d2117047f5f" providerId="ADAL" clId="{CDD3A680-70A0-4B3B-95E5-5D6AACE401AF}" dt="2021-08-26T12:23:09.299" v="1579"/>
        <pc:sldMkLst>
          <pc:docMk/>
          <pc:sldMk cId="831921405" sldId="303"/>
        </pc:sldMkLst>
        <pc:spChg chg="mod">
          <ac:chgData name="Di Mattia Alessandro Edoardo Giorgio David" userId="f8954a66-e5ad-4a1c-9536-1d2117047f5f" providerId="ADAL" clId="{CDD3A680-70A0-4B3B-95E5-5D6AACE401AF}" dt="2021-08-26T12:21:56.092" v="1578" actId="122"/>
          <ac:spMkLst>
            <pc:docMk/>
            <pc:sldMk cId="831921405" sldId="303"/>
            <ac:spMk id="2" creationId="{699670B4-A180-4FB7-85A5-E7B0ECB07EF3}"/>
          </ac:spMkLst>
        </pc:spChg>
        <pc:spChg chg="del">
          <ac:chgData name="Di Mattia Alessandro Edoardo Giorgio David" userId="f8954a66-e5ad-4a1c-9536-1d2117047f5f" providerId="ADAL" clId="{CDD3A680-70A0-4B3B-95E5-5D6AACE401AF}" dt="2021-08-26T12:23:09.299" v="1579"/>
          <ac:spMkLst>
            <pc:docMk/>
            <pc:sldMk cId="831921405" sldId="303"/>
            <ac:spMk id="3" creationId="{200ACC3F-2AFD-431F-9C3B-46736AB0A672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2:23:09.299" v="1579"/>
          <ac:picMkLst>
            <pc:docMk/>
            <pc:sldMk cId="831921405" sldId="303"/>
            <ac:picMk id="4" creationId="{469CDDD2-5EF3-4A20-AD14-1254B15F02FC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9-17T14:06:09.566" v="10872" actId="255"/>
        <pc:sldMkLst>
          <pc:docMk/>
          <pc:sldMk cId="2260148978" sldId="304"/>
        </pc:sldMkLst>
        <pc:spChg chg="mod">
          <ac:chgData name="Di Mattia Alessandro Edoardo Giorgio David" userId="f8954a66-e5ad-4a1c-9536-1d2117047f5f" providerId="ADAL" clId="{CDD3A680-70A0-4B3B-95E5-5D6AACE401AF}" dt="2021-08-26T12:29:13.670" v="1585" actId="122"/>
          <ac:spMkLst>
            <pc:docMk/>
            <pc:sldMk cId="2260148978" sldId="304"/>
            <ac:spMk id="2" creationId="{F454555D-49EF-407C-B125-397A40A8DBD6}"/>
          </ac:spMkLst>
        </pc:spChg>
        <pc:spChg chg="mod">
          <ac:chgData name="Di Mattia Alessandro Edoardo Giorgio David" userId="f8954a66-e5ad-4a1c-9536-1d2117047f5f" providerId="ADAL" clId="{CDD3A680-70A0-4B3B-95E5-5D6AACE401AF}" dt="2021-09-17T14:06:09.566" v="10872" actId="255"/>
          <ac:spMkLst>
            <pc:docMk/>
            <pc:sldMk cId="2260148978" sldId="304"/>
            <ac:spMk id="3" creationId="{90F3714A-FF6E-4D0D-B6DC-D7BF65D71AC0}"/>
          </ac:spMkLst>
        </pc:spChg>
      </pc:sldChg>
      <pc:sldChg chg="addSp modSp new mod">
        <pc:chgData name="Di Mattia Alessandro Edoardo Giorgio David" userId="f8954a66-e5ad-4a1c-9536-1d2117047f5f" providerId="ADAL" clId="{CDD3A680-70A0-4B3B-95E5-5D6AACE401AF}" dt="2021-09-17T14:09:26.749" v="10879" actId="20577"/>
        <pc:sldMkLst>
          <pc:docMk/>
          <pc:sldMk cId="857219401" sldId="305"/>
        </pc:sldMkLst>
        <pc:spChg chg="mod">
          <ac:chgData name="Di Mattia Alessandro Edoardo Giorgio David" userId="f8954a66-e5ad-4a1c-9536-1d2117047f5f" providerId="ADAL" clId="{CDD3A680-70A0-4B3B-95E5-5D6AACE401AF}" dt="2021-08-26T12:49:50.314" v="1823" actId="122"/>
          <ac:spMkLst>
            <pc:docMk/>
            <pc:sldMk cId="857219401" sldId="305"/>
            <ac:spMk id="2" creationId="{BD7E0C5F-4882-4993-A598-B19716F2BCF6}"/>
          </ac:spMkLst>
        </pc:spChg>
        <pc:spChg chg="mod">
          <ac:chgData name="Di Mattia Alessandro Edoardo Giorgio David" userId="f8954a66-e5ad-4a1c-9536-1d2117047f5f" providerId="ADAL" clId="{CDD3A680-70A0-4B3B-95E5-5D6AACE401AF}" dt="2021-09-17T14:09:26.749" v="10879" actId="20577"/>
          <ac:spMkLst>
            <pc:docMk/>
            <pc:sldMk cId="857219401" sldId="305"/>
            <ac:spMk id="3" creationId="{CC3B4534-CEF0-415F-BC3A-10376F214C95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2:50:14.074" v="1829" actId="1076"/>
          <ac:picMkLst>
            <pc:docMk/>
            <pc:sldMk cId="857219401" sldId="305"/>
            <ac:picMk id="4" creationId="{A4CFD918-4173-4060-BAF8-8AAB78F5D763}"/>
          </ac:picMkLst>
        </pc:picChg>
      </pc:sldChg>
      <pc:sldChg chg="addSp delSp modSp new mod">
        <pc:chgData name="Di Mattia Alessandro Edoardo Giorgio David" userId="f8954a66-e5ad-4a1c-9536-1d2117047f5f" providerId="ADAL" clId="{CDD3A680-70A0-4B3B-95E5-5D6AACE401AF}" dt="2021-09-17T14:07:11.410" v="10874" actId="255"/>
        <pc:sldMkLst>
          <pc:docMk/>
          <pc:sldMk cId="1731353798" sldId="306"/>
        </pc:sldMkLst>
        <pc:spChg chg="mod">
          <ac:chgData name="Di Mattia Alessandro Edoardo Giorgio David" userId="f8954a66-e5ad-4a1c-9536-1d2117047f5f" providerId="ADAL" clId="{CDD3A680-70A0-4B3B-95E5-5D6AACE401AF}" dt="2021-09-02T15:20:41.781" v="1918" actId="790"/>
          <ac:spMkLst>
            <pc:docMk/>
            <pc:sldMk cId="1731353798" sldId="306"/>
            <ac:spMk id="2" creationId="{7EC01715-7E32-4E9D-9ED1-CA6C6CF03338}"/>
          </ac:spMkLst>
        </pc:spChg>
        <pc:spChg chg="mod">
          <ac:chgData name="Di Mattia Alessandro Edoardo Giorgio David" userId="f8954a66-e5ad-4a1c-9536-1d2117047f5f" providerId="ADAL" clId="{CDD3A680-70A0-4B3B-95E5-5D6AACE401AF}" dt="2021-09-17T14:07:11.410" v="10874" actId="255"/>
          <ac:spMkLst>
            <pc:docMk/>
            <pc:sldMk cId="1731353798" sldId="306"/>
            <ac:spMk id="3" creationId="{2D430180-4BB9-4AD7-AA64-E3AA96044BF1}"/>
          </ac:spMkLst>
        </pc:spChg>
        <pc:picChg chg="add del">
          <ac:chgData name="Di Mattia Alessandro Edoardo Giorgio David" userId="f8954a66-e5ad-4a1c-9536-1d2117047f5f" providerId="ADAL" clId="{CDD3A680-70A0-4B3B-95E5-5D6AACE401AF}" dt="2021-09-02T15:31:21.837" v="2164" actId="22"/>
          <ac:picMkLst>
            <pc:docMk/>
            <pc:sldMk cId="1731353798" sldId="306"/>
            <ac:picMk id="5" creationId="{DEAF1691-53A0-4202-9950-60FBC95CCA5F}"/>
          </ac:picMkLst>
        </pc:picChg>
      </pc:sldChg>
      <pc:sldChg chg="addSp delSp modSp new mod addCm delCm">
        <pc:chgData name="Di Mattia Alessandro Edoardo Giorgio David" userId="f8954a66-e5ad-4a1c-9536-1d2117047f5f" providerId="ADAL" clId="{CDD3A680-70A0-4B3B-95E5-5D6AACE401AF}" dt="2021-09-02T15:37:13.969" v="2220" actId="1076"/>
        <pc:sldMkLst>
          <pc:docMk/>
          <pc:sldMk cId="393636126" sldId="307"/>
        </pc:sldMkLst>
        <pc:spChg chg="mod">
          <ac:chgData name="Di Mattia Alessandro Edoardo Giorgio David" userId="f8954a66-e5ad-4a1c-9536-1d2117047f5f" providerId="ADAL" clId="{CDD3A680-70A0-4B3B-95E5-5D6AACE401AF}" dt="2021-09-02T15:31:53.142" v="2182" actId="790"/>
          <ac:spMkLst>
            <pc:docMk/>
            <pc:sldMk cId="393636126" sldId="307"/>
            <ac:spMk id="2" creationId="{3156B10D-7EBA-4478-9293-A150E1BAE672}"/>
          </ac:spMkLst>
        </pc:spChg>
        <pc:spChg chg="del">
          <ac:chgData name="Di Mattia Alessandro Edoardo Giorgio David" userId="f8954a66-e5ad-4a1c-9536-1d2117047f5f" providerId="ADAL" clId="{CDD3A680-70A0-4B3B-95E5-5D6AACE401AF}" dt="2021-09-02T15:31:43.292" v="2180" actId="22"/>
          <ac:spMkLst>
            <pc:docMk/>
            <pc:sldMk cId="393636126" sldId="307"/>
            <ac:spMk id="3" creationId="{28C4402A-40E5-4763-B138-6D541A0DA21D}"/>
          </ac:spMkLst>
        </pc:spChg>
        <pc:spChg chg="add mod">
          <ac:chgData name="Di Mattia Alessandro Edoardo Giorgio David" userId="f8954a66-e5ad-4a1c-9536-1d2117047f5f" providerId="ADAL" clId="{CDD3A680-70A0-4B3B-95E5-5D6AACE401AF}" dt="2021-09-02T15:37:13.969" v="2220" actId="1076"/>
          <ac:spMkLst>
            <pc:docMk/>
            <pc:sldMk cId="393636126" sldId="307"/>
            <ac:spMk id="6" creationId="{7118283C-1B2F-47DF-B0E1-3CCD3129A438}"/>
          </ac:spMkLst>
        </pc:spChg>
        <pc:picChg chg="add mod ord">
          <ac:chgData name="Di Mattia Alessandro Edoardo Giorgio David" userId="f8954a66-e5ad-4a1c-9536-1d2117047f5f" providerId="ADAL" clId="{CDD3A680-70A0-4B3B-95E5-5D6AACE401AF}" dt="2021-09-02T15:31:45.943" v="2181" actId="14100"/>
          <ac:picMkLst>
            <pc:docMk/>
            <pc:sldMk cId="393636126" sldId="307"/>
            <ac:picMk id="5" creationId="{F68AFCA4-6258-413A-BDA6-EEC3E083368C}"/>
          </ac:picMkLst>
        </pc:picChg>
      </pc:sldChg>
      <pc:sldChg chg="addSp delSp modSp new mod">
        <pc:chgData name="Di Mattia Alessandro Edoardo Giorgio David" userId="f8954a66-e5ad-4a1c-9536-1d2117047f5f" providerId="ADAL" clId="{CDD3A680-70A0-4B3B-95E5-5D6AACE401AF}" dt="2021-09-03T13:28:22.480" v="2336" actId="14100"/>
        <pc:sldMkLst>
          <pc:docMk/>
          <pc:sldMk cId="1267565031" sldId="308"/>
        </pc:sldMkLst>
        <pc:spChg chg="mod">
          <ac:chgData name="Di Mattia Alessandro Edoardo Giorgio David" userId="f8954a66-e5ad-4a1c-9536-1d2117047f5f" providerId="ADAL" clId="{CDD3A680-70A0-4B3B-95E5-5D6AACE401AF}" dt="2021-09-03T13:25:20.803" v="2290" actId="790"/>
          <ac:spMkLst>
            <pc:docMk/>
            <pc:sldMk cId="1267565031" sldId="308"/>
            <ac:spMk id="2" creationId="{ED8A4BAB-ACF7-463A-92C9-5B03594CCD49}"/>
          </ac:spMkLst>
        </pc:spChg>
        <pc:spChg chg="del">
          <ac:chgData name="Di Mattia Alessandro Edoardo Giorgio David" userId="f8954a66-e5ad-4a1c-9536-1d2117047f5f" providerId="ADAL" clId="{CDD3A680-70A0-4B3B-95E5-5D6AACE401AF}" dt="2021-09-03T13:25:09.666" v="2288" actId="22"/>
          <ac:spMkLst>
            <pc:docMk/>
            <pc:sldMk cId="1267565031" sldId="308"/>
            <ac:spMk id="3" creationId="{5C479443-7C4B-4EE6-832E-72630138FEC4}"/>
          </ac:spMkLst>
        </pc:spChg>
        <pc:graphicFrameChg chg="add mod modGraphic">
          <ac:chgData name="Di Mattia Alessandro Edoardo Giorgio David" userId="f8954a66-e5ad-4a1c-9536-1d2117047f5f" providerId="ADAL" clId="{CDD3A680-70A0-4B3B-95E5-5D6AACE401AF}" dt="2021-09-03T13:28:22.480" v="2336" actId="14100"/>
          <ac:graphicFrameMkLst>
            <pc:docMk/>
            <pc:sldMk cId="1267565031" sldId="308"/>
            <ac:graphicFrameMk id="8" creationId="{347C241F-E6FA-4E0C-A70D-4AAD0AA4D82C}"/>
          </ac:graphicFrameMkLst>
        </pc:graphicFrameChg>
        <pc:picChg chg="add mod ord">
          <ac:chgData name="Di Mattia Alessandro Edoardo Giorgio David" userId="f8954a66-e5ad-4a1c-9536-1d2117047f5f" providerId="ADAL" clId="{CDD3A680-70A0-4B3B-95E5-5D6AACE401AF}" dt="2021-09-03T13:25:12.674" v="2289" actId="1076"/>
          <ac:picMkLst>
            <pc:docMk/>
            <pc:sldMk cId="1267565031" sldId="308"/>
            <ac:picMk id="5" creationId="{A87A3773-C138-40AA-8239-8A5AD6251E43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9-03T13:38:24.429" v="2419" actId="20577"/>
        <pc:sldMkLst>
          <pc:docMk/>
          <pc:sldMk cId="1495894822" sldId="309"/>
        </pc:sldMkLst>
        <pc:spChg chg="mod">
          <ac:chgData name="Di Mattia Alessandro Edoardo Giorgio David" userId="f8954a66-e5ad-4a1c-9536-1d2117047f5f" providerId="ADAL" clId="{CDD3A680-70A0-4B3B-95E5-5D6AACE401AF}" dt="2021-09-03T13:29:00.564" v="2339" actId="122"/>
          <ac:spMkLst>
            <pc:docMk/>
            <pc:sldMk cId="1495894822" sldId="309"/>
            <ac:spMk id="2" creationId="{C2D998EA-557B-4A70-B566-5D4605B20B0B}"/>
          </ac:spMkLst>
        </pc:spChg>
        <pc:spChg chg="mod">
          <ac:chgData name="Di Mattia Alessandro Edoardo Giorgio David" userId="f8954a66-e5ad-4a1c-9536-1d2117047f5f" providerId="ADAL" clId="{CDD3A680-70A0-4B3B-95E5-5D6AACE401AF}" dt="2021-09-03T13:38:24.429" v="2419" actId="20577"/>
          <ac:spMkLst>
            <pc:docMk/>
            <pc:sldMk cId="1495894822" sldId="309"/>
            <ac:spMk id="3" creationId="{48BF33AD-948A-483A-AF43-D1DC48A8AF0D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3T13:50:43.004" v="2898" actId="20577"/>
        <pc:sldMkLst>
          <pc:docMk/>
          <pc:sldMk cId="2494358137" sldId="310"/>
        </pc:sldMkLst>
        <pc:spChg chg="mod">
          <ac:chgData name="Di Mattia Alessandro Edoardo Giorgio David" userId="f8954a66-e5ad-4a1c-9536-1d2117047f5f" providerId="ADAL" clId="{CDD3A680-70A0-4B3B-95E5-5D6AACE401AF}" dt="2021-09-03T13:45:41.084" v="2541" actId="20577"/>
          <ac:spMkLst>
            <pc:docMk/>
            <pc:sldMk cId="2494358137" sldId="310"/>
            <ac:spMk id="2" creationId="{05C85CDD-5FE8-408E-A170-65194B88CA6A}"/>
          </ac:spMkLst>
        </pc:spChg>
        <pc:spChg chg="mod">
          <ac:chgData name="Di Mattia Alessandro Edoardo Giorgio David" userId="f8954a66-e5ad-4a1c-9536-1d2117047f5f" providerId="ADAL" clId="{CDD3A680-70A0-4B3B-95E5-5D6AACE401AF}" dt="2021-09-03T13:50:43.004" v="2898" actId="20577"/>
          <ac:spMkLst>
            <pc:docMk/>
            <pc:sldMk cId="2494358137" sldId="310"/>
            <ac:spMk id="3" creationId="{87A055C9-4EAC-4596-AE25-B43D889176DD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13:05.117" v="10880" actId="255"/>
        <pc:sldMkLst>
          <pc:docMk/>
          <pc:sldMk cId="3051364830" sldId="311"/>
        </pc:sldMkLst>
        <pc:spChg chg="mod">
          <ac:chgData name="Di Mattia Alessandro Edoardo Giorgio David" userId="f8954a66-e5ad-4a1c-9536-1d2117047f5f" providerId="ADAL" clId="{CDD3A680-70A0-4B3B-95E5-5D6AACE401AF}" dt="2021-09-03T13:51:23.234" v="2913" actId="122"/>
          <ac:spMkLst>
            <pc:docMk/>
            <pc:sldMk cId="3051364830" sldId="311"/>
            <ac:spMk id="2" creationId="{9B0F930E-6A0D-4B2E-9201-EB4B5464F99F}"/>
          </ac:spMkLst>
        </pc:spChg>
        <pc:spChg chg="mod">
          <ac:chgData name="Di Mattia Alessandro Edoardo Giorgio David" userId="f8954a66-e5ad-4a1c-9536-1d2117047f5f" providerId="ADAL" clId="{CDD3A680-70A0-4B3B-95E5-5D6AACE401AF}" dt="2021-09-17T14:13:05.117" v="10880" actId="255"/>
          <ac:spMkLst>
            <pc:docMk/>
            <pc:sldMk cId="3051364830" sldId="311"/>
            <ac:spMk id="3" creationId="{BAF68436-6FA4-48EC-96D3-EAD7274DA571}"/>
          </ac:spMkLst>
        </pc:spChg>
      </pc:sldChg>
      <pc:sldChg chg="addSp delSp modSp new mod">
        <pc:chgData name="Di Mattia Alessandro Edoardo Giorgio David" userId="f8954a66-e5ad-4a1c-9536-1d2117047f5f" providerId="ADAL" clId="{CDD3A680-70A0-4B3B-95E5-5D6AACE401AF}" dt="2021-09-03T13:58:54.838" v="3075" actId="12789"/>
        <pc:sldMkLst>
          <pc:docMk/>
          <pc:sldMk cId="2825439095" sldId="312"/>
        </pc:sldMkLst>
        <pc:spChg chg="mod">
          <ac:chgData name="Di Mattia Alessandro Edoardo Giorgio David" userId="f8954a66-e5ad-4a1c-9536-1d2117047f5f" providerId="ADAL" clId="{CDD3A680-70A0-4B3B-95E5-5D6AACE401AF}" dt="2021-09-03T13:58:19.776" v="3070" actId="20577"/>
          <ac:spMkLst>
            <pc:docMk/>
            <pc:sldMk cId="2825439095" sldId="312"/>
            <ac:spMk id="2" creationId="{D1EF9F94-42B7-4B38-B830-78E6AB40D305}"/>
          </ac:spMkLst>
        </pc:spChg>
        <pc:spChg chg="del">
          <ac:chgData name="Di Mattia Alessandro Edoardo Giorgio David" userId="f8954a66-e5ad-4a1c-9536-1d2117047f5f" providerId="ADAL" clId="{CDD3A680-70A0-4B3B-95E5-5D6AACE401AF}" dt="2021-09-03T13:58:22.170" v="3071"/>
          <ac:spMkLst>
            <pc:docMk/>
            <pc:sldMk cId="2825439095" sldId="312"/>
            <ac:spMk id="3" creationId="{EE696043-AD97-4C59-A28E-D747836588A3}"/>
          </ac:spMkLst>
        </pc:spChg>
        <pc:picChg chg="add mod">
          <ac:chgData name="Di Mattia Alessandro Edoardo Giorgio David" userId="f8954a66-e5ad-4a1c-9536-1d2117047f5f" providerId="ADAL" clId="{CDD3A680-70A0-4B3B-95E5-5D6AACE401AF}" dt="2021-09-03T13:58:54.838" v="3075" actId="12789"/>
          <ac:picMkLst>
            <pc:docMk/>
            <pc:sldMk cId="2825439095" sldId="312"/>
            <ac:picMk id="1026" creationId="{13A6F768-C131-44E9-8659-D3607C7CD49D}"/>
          </ac:picMkLst>
        </pc:pic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3T15:11:14.969" v="3244" actId="12788"/>
        <pc:sldMkLst>
          <pc:docMk/>
          <pc:sldMk cId="378395753" sldId="313"/>
        </pc:sldMkLst>
        <pc:spChg chg="del">
          <ac:chgData name="Di Mattia Alessandro Edoardo Giorgio David" userId="f8954a66-e5ad-4a1c-9536-1d2117047f5f" providerId="ADAL" clId="{CDD3A680-70A0-4B3B-95E5-5D6AACE401AF}" dt="2021-09-03T15:10:59.785" v="3239" actId="700"/>
          <ac:spMkLst>
            <pc:docMk/>
            <pc:sldMk cId="378395753" sldId="313"/>
            <ac:spMk id="2" creationId="{10456E52-9B07-43EB-AECA-7261BA1BB3CB}"/>
          </ac:spMkLst>
        </pc:spChg>
        <pc:spChg chg="del">
          <ac:chgData name="Di Mattia Alessandro Edoardo Giorgio David" userId="f8954a66-e5ad-4a1c-9536-1d2117047f5f" providerId="ADAL" clId="{CDD3A680-70A0-4B3B-95E5-5D6AACE401AF}" dt="2021-09-03T15:10:59.785" v="3239" actId="700"/>
          <ac:spMkLst>
            <pc:docMk/>
            <pc:sldMk cId="378395753" sldId="313"/>
            <ac:spMk id="3" creationId="{0FFC9CB4-C083-4F5B-8279-DF6E7B97D6B6}"/>
          </ac:spMkLst>
        </pc:spChg>
        <pc:picChg chg="add mod">
          <ac:chgData name="Di Mattia Alessandro Edoardo Giorgio David" userId="f8954a66-e5ad-4a1c-9536-1d2117047f5f" providerId="ADAL" clId="{CDD3A680-70A0-4B3B-95E5-5D6AACE401AF}" dt="2021-09-03T15:11:14.969" v="3244" actId="12788"/>
          <ac:picMkLst>
            <pc:docMk/>
            <pc:sldMk cId="378395753" sldId="313"/>
            <ac:picMk id="5" creationId="{A29B042E-536F-4DC0-AC52-B1EEE6415848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17T14:36:51.437" v="10884" actId="27636"/>
        <pc:sldMkLst>
          <pc:docMk/>
          <pc:sldMk cId="3190573897" sldId="314"/>
        </pc:sldMkLst>
        <pc:spChg chg="add mod">
          <ac:chgData name="Di Mattia Alessandro Edoardo Giorgio David" userId="f8954a66-e5ad-4a1c-9536-1d2117047f5f" providerId="ADAL" clId="{CDD3A680-70A0-4B3B-95E5-5D6AACE401AF}" dt="2021-09-03T15:11:54.201" v="3262" actId="122"/>
          <ac:spMkLst>
            <pc:docMk/>
            <pc:sldMk cId="3190573897" sldId="314"/>
            <ac:spMk id="2" creationId="{4C7CDBEE-1595-4129-9416-313194D4347B}"/>
          </ac:spMkLst>
        </pc:spChg>
        <pc:spChg chg="add mod">
          <ac:chgData name="Di Mattia Alessandro Edoardo Giorgio David" userId="f8954a66-e5ad-4a1c-9536-1d2117047f5f" providerId="ADAL" clId="{CDD3A680-70A0-4B3B-95E5-5D6AACE401AF}" dt="2021-09-17T14:36:51.437" v="10884" actId="27636"/>
          <ac:spMkLst>
            <pc:docMk/>
            <pc:sldMk cId="3190573897" sldId="314"/>
            <ac:spMk id="3" creationId="{2F071C00-3342-46D0-97C8-F97D778971AA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16:08.430" v="10882" actId="255"/>
        <pc:sldMkLst>
          <pc:docMk/>
          <pc:sldMk cId="975567761" sldId="315"/>
        </pc:sldMkLst>
        <pc:spChg chg="mod">
          <ac:chgData name="Di Mattia Alessandro Edoardo Giorgio David" userId="f8954a66-e5ad-4a1c-9536-1d2117047f5f" providerId="ADAL" clId="{CDD3A680-70A0-4B3B-95E5-5D6AACE401AF}" dt="2021-09-03T15:28:11.594" v="3867" actId="122"/>
          <ac:spMkLst>
            <pc:docMk/>
            <pc:sldMk cId="975567761" sldId="315"/>
            <ac:spMk id="2" creationId="{9BE30AAB-42FD-4AE6-BC7B-8FD9A95007D4}"/>
          </ac:spMkLst>
        </pc:spChg>
        <pc:spChg chg="mod">
          <ac:chgData name="Di Mattia Alessandro Edoardo Giorgio David" userId="f8954a66-e5ad-4a1c-9536-1d2117047f5f" providerId="ADAL" clId="{CDD3A680-70A0-4B3B-95E5-5D6AACE401AF}" dt="2021-09-17T14:16:08.430" v="10882" actId="255"/>
          <ac:spMkLst>
            <pc:docMk/>
            <pc:sldMk cId="975567761" sldId="315"/>
            <ac:spMk id="3" creationId="{D6ACFB55-33F9-4723-BCB4-ABFADE908E34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3T15:59:55.415" v="4243" actId="1076"/>
        <pc:sldMkLst>
          <pc:docMk/>
          <pc:sldMk cId="2420248663" sldId="316"/>
        </pc:sldMkLst>
        <pc:spChg chg="del">
          <ac:chgData name="Di Mattia Alessandro Edoardo Giorgio David" userId="f8954a66-e5ad-4a1c-9536-1d2117047f5f" providerId="ADAL" clId="{CDD3A680-70A0-4B3B-95E5-5D6AACE401AF}" dt="2021-09-03T15:58:42.688" v="4240" actId="700"/>
          <ac:spMkLst>
            <pc:docMk/>
            <pc:sldMk cId="2420248663" sldId="316"/>
            <ac:spMk id="2" creationId="{5903E5B0-4DE1-49B0-AAD9-8EE22F14C797}"/>
          </ac:spMkLst>
        </pc:spChg>
        <pc:spChg chg="del">
          <ac:chgData name="Di Mattia Alessandro Edoardo Giorgio David" userId="f8954a66-e5ad-4a1c-9536-1d2117047f5f" providerId="ADAL" clId="{CDD3A680-70A0-4B3B-95E5-5D6AACE401AF}" dt="2021-09-03T15:58:42.688" v="4240" actId="700"/>
          <ac:spMkLst>
            <pc:docMk/>
            <pc:sldMk cId="2420248663" sldId="316"/>
            <ac:spMk id="3" creationId="{33056345-B0A5-4B95-8ABF-8EC76590ADFA}"/>
          </ac:spMkLst>
        </pc:spChg>
        <pc:picChg chg="add mod">
          <ac:chgData name="Di Mattia Alessandro Edoardo Giorgio David" userId="f8954a66-e5ad-4a1c-9536-1d2117047f5f" providerId="ADAL" clId="{CDD3A680-70A0-4B3B-95E5-5D6AACE401AF}" dt="2021-09-03T15:59:55.415" v="4243" actId="1076"/>
          <ac:picMkLst>
            <pc:docMk/>
            <pc:sldMk cId="2420248663" sldId="316"/>
            <ac:picMk id="4" creationId="{E4A162C3-DF9D-494F-9389-46A3E7BBEAF3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09T13:20:19.014" v="9385" actId="255"/>
        <pc:sldMkLst>
          <pc:docMk/>
          <pc:sldMk cId="808802499" sldId="317"/>
        </pc:sldMkLst>
        <pc:spChg chg="add mod">
          <ac:chgData name="Di Mattia Alessandro Edoardo Giorgio David" userId="f8954a66-e5ad-4a1c-9536-1d2117047f5f" providerId="ADAL" clId="{CDD3A680-70A0-4B3B-95E5-5D6AACE401AF}" dt="2021-09-06T08:50:49.372" v="4500" actId="20577"/>
          <ac:spMkLst>
            <pc:docMk/>
            <pc:sldMk cId="808802499" sldId="317"/>
            <ac:spMk id="2" creationId="{449E0F35-A011-43E7-BD49-298F5A0F14ED}"/>
          </ac:spMkLst>
        </pc:spChg>
        <pc:spChg chg="add mod">
          <ac:chgData name="Di Mattia Alessandro Edoardo Giorgio David" userId="f8954a66-e5ad-4a1c-9536-1d2117047f5f" providerId="ADAL" clId="{CDD3A680-70A0-4B3B-95E5-5D6AACE401AF}" dt="2021-09-09T13:20:19.014" v="9385" actId="255"/>
          <ac:spMkLst>
            <pc:docMk/>
            <pc:sldMk cId="808802499" sldId="317"/>
            <ac:spMk id="3" creationId="{7D9F480F-639E-4F93-9DD5-7B09B9E64847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6T08:49:13.329" v="4465" actId="1076"/>
        <pc:sldMkLst>
          <pc:docMk/>
          <pc:sldMk cId="3322520885" sldId="318"/>
        </pc:sldMkLst>
        <pc:spChg chg="del">
          <ac:chgData name="Di Mattia Alessandro Edoardo Giorgio David" userId="f8954a66-e5ad-4a1c-9536-1d2117047f5f" providerId="ADAL" clId="{CDD3A680-70A0-4B3B-95E5-5D6AACE401AF}" dt="2021-09-06T08:40:51.051" v="4450" actId="700"/>
          <ac:spMkLst>
            <pc:docMk/>
            <pc:sldMk cId="3322520885" sldId="318"/>
            <ac:spMk id="2" creationId="{84B7464F-0370-4A7D-9605-7CD4BA0C5EBF}"/>
          </ac:spMkLst>
        </pc:spChg>
        <pc:spChg chg="del">
          <ac:chgData name="Di Mattia Alessandro Edoardo Giorgio David" userId="f8954a66-e5ad-4a1c-9536-1d2117047f5f" providerId="ADAL" clId="{CDD3A680-70A0-4B3B-95E5-5D6AACE401AF}" dt="2021-09-06T08:40:51.051" v="4450" actId="700"/>
          <ac:spMkLst>
            <pc:docMk/>
            <pc:sldMk cId="3322520885" sldId="318"/>
            <ac:spMk id="3" creationId="{70581C3B-3194-4567-97BC-1A380D7467D9}"/>
          </ac:spMkLst>
        </pc:spChg>
        <pc:picChg chg="add del mod">
          <ac:chgData name="Di Mattia Alessandro Edoardo Giorgio David" userId="f8954a66-e5ad-4a1c-9536-1d2117047f5f" providerId="ADAL" clId="{CDD3A680-70A0-4B3B-95E5-5D6AACE401AF}" dt="2021-09-06T08:48:49.707" v="4459" actId="478"/>
          <ac:picMkLst>
            <pc:docMk/>
            <pc:sldMk cId="3322520885" sldId="318"/>
            <ac:picMk id="5" creationId="{16BDFB37-21A7-4EF0-8689-BC033BF04A5C}"/>
          </ac:picMkLst>
        </pc:picChg>
        <pc:picChg chg="add mod">
          <ac:chgData name="Di Mattia Alessandro Edoardo Giorgio David" userId="f8954a66-e5ad-4a1c-9536-1d2117047f5f" providerId="ADAL" clId="{CDD3A680-70A0-4B3B-95E5-5D6AACE401AF}" dt="2021-09-06T08:49:13.329" v="4465" actId="1076"/>
          <ac:picMkLst>
            <pc:docMk/>
            <pc:sldMk cId="3322520885" sldId="318"/>
            <ac:picMk id="7" creationId="{32A4989D-2029-4FAE-8A54-C5FCF17BE41F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17T14:43:12.905" v="10885" actId="255"/>
        <pc:sldMkLst>
          <pc:docMk/>
          <pc:sldMk cId="305413344" sldId="319"/>
        </pc:sldMkLst>
        <pc:spChg chg="add mod">
          <ac:chgData name="Di Mattia Alessandro Edoardo Giorgio David" userId="f8954a66-e5ad-4a1c-9536-1d2117047f5f" providerId="ADAL" clId="{CDD3A680-70A0-4B3B-95E5-5D6AACE401AF}" dt="2021-09-06T08:55:38.835" v="4637" actId="122"/>
          <ac:spMkLst>
            <pc:docMk/>
            <pc:sldMk cId="305413344" sldId="319"/>
            <ac:spMk id="2" creationId="{B7F44CDB-8AA2-475E-8FB4-8A7FF16FBB11}"/>
          </ac:spMkLst>
        </pc:spChg>
        <pc:spChg chg="add mod">
          <ac:chgData name="Di Mattia Alessandro Edoardo Giorgio David" userId="f8954a66-e5ad-4a1c-9536-1d2117047f5f" providerId="ADAL" clId="{CDD3A680-70A0-4B3B-95E5-5D6AACE401AF}" dt="2021-09-17T14:43:12.905" v="10885" actId="255"/>
          <ac:spMkLst>
            <pc:docMk/>
            <pc:sldMk cId="305413344" sldId="319"/>
            <ac:spMk id="3" creationId="{88BCF5D6-9A45-4191-80DC-A3EA35381D2D}"/>
          </ac:spMkLst>
        </pc:spChg>
      </pc:sldChg>
      <pc:sldChg chg="new del">
        <pc:chgData name="Di Mattia Alessandro Edoardo Giorgio David" userId="f8954a66-e5ad-4a1c-9536-1d2117047f5f" providerId="ADAL" clId="{CDD3A680-70A0-4B3B-95E5-5D6AACE401AF}" dt="2021-09-06T08:52:28.621" v="4594" actId="2696"/>
        <pc:sldMkLst>
          <pc:docMk/>
          <pc:sldMk cId="2801634557" sldId="319"/>
        </pc:sldMkLst>
      </pc:sldChg>
      <pc:sldChg chg="modSp new mod">
        <pc:chgData name="Di Mattia Alessandro Edoardo Giorgio David" userId="f8954a66-e5ad-4a1c-9536-1d2117047f5f" providerId="ADAL" clId="{CDD3A680-70A0-4B3B-95E5-5D6AACE401AF}" dt="2021-09-17T14:43:34.437" v="10886" actId="255"/>
        <pc:sldMkLst>
          <pc:docMk/>
          <pc:sldMk cId="2647203940" sldId="320"/>
        </pc:sldMkLst>
        <pc:spChg chg="mod">
          <ac:chgData name="Di Mattia Alessandro Edoardo Giorgio David" userId="f8954a66-e5ad-4a1c-9536-1d2117047f5f" providerId="ADAL" clId="{CDD3A680-70A0-4B3B-95E5-5D6AACE401AF}" dt="2021-09-06T08:58:50.468" v="4653" actId="122"/>
          <ac:spMkLst>
            <pc:docMk/>
            <pc:sldMk cId="2647203940" sldId="320"/>
            <ac:spMk id="2" creationId="{82AC0C6E-7475-43E9-BA3B-CBF7DDC11C5D}"/>
          </ac:spMkLst>
        </pc:spChg>
        <pc:spChg chg="mod">
          <ac:chgData name="Di Mattia Alessandro Edoardo Giorgio David" userId="f8954a66-e5ad-4a1c-9536-1d2117047f5f" providerId="ADAL" clId="{CDD3A680-70A0-4B3B-95E5-5D6AACE401AF}" dt="2021-09-17T14:43:34.437" v="10886" actId="255"/>
          <ac:spMkLst>
            <pc:docMk/>
            <pc:sldMk cId="2647203940" sldId="320"/>
            <ac:spMk id="3" creationId="{C586B415-2D44-486C-94C6-6FB1572ED64B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9T13:19:13.545" v="9382" actId="20577"/>
        <pc:sldMkLst>
          <pc:docMk/>
          <pc:sldMk cId="2707799317" sldId="321"/>
        </pc:sldMkLst>
        <pc:spChg chg="mod">
          <ac:chgData name="Di Mattia Alessandro Edoardo Giorgio David" userId="f8954a66-e5ad-4a1c-9536-1d2117047f5f" providerId="ADAL" clId="{CDD3A680-70A0-4B3B-95E5-5D6AACE401AF}" dt="2021-09-06T09:18:27.125" v="5493" actId="122"/>
          <ac:spMkLst>
            <pc:docMk/>
            <pc:sldMk cId="2707799317" sldId="321"/>
            <ac:spMk id="2" creationId="{6296F203-B47A-440C-BB90-8C421DF76CE2}"/>
          </ac:spMkLst>
        </pc:spChg>
        <pc:spChg chg="mod">
          <ac:chgData name="Di Mattia Alessandro Edoardo Giorgio David" userId="f8954a66-e5ad-4a1c-9536-1d2117047f5f" providerId="ADAL" clId="{CDD3A680-70A0-4B3B-95E5-5D6AACE401AF}" dt="2021-09-09T13:19:13.545" v="9382" actId="20577"/>
          <ac:spMkLst>
            <pc:docMk/>
            <pc:sldMk cId="2707799317" sldId="321"/>
            <ac:spMk id="3" creationId="{E51FF42C-5FD6-4CC8-9795-A2D6D0E52633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5:32:46.802" v="10971" actId="20577"/>
        <pc:sldMkLst>
          <pc:docMk/>
          <pc:sldMk cId="2157758138" sldId="322"/>
        </pc:sldMkLst>
        <pc:spChg chg="mod">
          <ac:chgData name="Di Mattia Alessandro Edoardo Giorgio David" userId="f8954a66-e5ad-4a1c-9536-1d2117047f5f" providerId="ADAL" clId="{CDD3A680-70A0-4B3B-95E5-5D6AACE401AF}" dt="2021-09-06T13:47:50.830" v="6449"/>
          <ac:spMkLst>
            <pc:docMk/>
            <pc:sldMk cId="2157758138" sldId="322"/>
            <ac:spMk id="2" creationId="{C7E0D38D-D9BD-47DF-A1BE-DE9F337C46C1}"/>
          </ac:spMkLst>
        </pc:spChg>
        <pc:spChg chg="mod">
          <ac:chgData name="Di Mattia Alessandro Edoardo Giorgio David" userId="f8954a66-e5ad-4a1c-9536-1d2117047f5f" providerId="ADAL" clId="{CDD3A680-70A0-4B3B-95E5-5D6AACE401AF}" dt="2021-09-17T15:32:46.802" v="10971" actId="20577"/>
          <ac:spMkLst>
            <pc:docMk/>
            <pc:sldMk cId="2157758138" sldId="322"/>
            <ac:spMk id="3" creationId="{0FBEE257-C71A-42B8-85F7-989A066F1891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6T14:35:38.169" v="7330" actId="20577"/>
        <pc:sldMkLst>
          <pc:docMk/>
          <pc:sldMk cId="1376154131" sldId="323"/>
        </pc:sldMkLst>
        <pc:spChg chg="mod">
          <ac:chgData name="Di Mattia Alessandro Edoardo Giorgio David" userId="f8954a66-e5ad-4a1c-9536-1d2117047f5f" providerId="ADAL" clId="{CDD3A680-70A0-4B3B-95E5-5D6AACE401AF}" dt="2021-09-06T14:32:05.612" v="7276" actId="207"/>
          <ac:spMkLst>
            <pc:docMk/>
            <pc:sldMk cId="1376154131" sldId="323"/>
            <ac:spMk id="2" creationId="{2E17D8A5-7DE3-4C5E-8324-92D763C9D38C}"/>
          </ac:spMkLst>
        </pc:spChg>
        <pc:spChg chg="mod">
          <ac:chgData name="Di Mattia Alessandro Edoardo Giorgio David" userId="f8954a66-e5ad-4a1c-9536-1d2117047f5f" providerId="ADAL" clId="{CDD3A680-70A0-4B3B-95E5-5D6AACE401AF}" dt="2021-09-06T14:35:38.169" v="7330" actId="20577"/>
          <ac:spMkLst>
            <pc:docMk/>
            <pc:sldMk cId="1376154131" sldId="323"/>
            <ac:spMk id="3" creationId="{C53CD75B-FFB7-4C7D-84B4-684FBA53CC46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9T13:19:48.419" v="9384" actId="20577"/>
        <pc:sldMkLst>
          <pc:docMk/>
          <pc:sldMk cId="2329310411" sldId="324"/>
        </pc:sldMkLst>
        <pc:spChg chg="mod">
          <ac:chgData name="Di Mattia Alessandro Edoardo Giorgio David" userId="f8954a66-e5ad-4a1c-9536-1d2117047f5f" providerId="ADAL" clId="{CDD3A680-70A0-4B3B-95E5-5D6AACE401AF}" dt="2021-09-06T14:38:26.470" v="7367" actId="122"/>
          <ac:spMkLst>
            <pc:docMk/>
            <pc:sldMk cId="2329310411" sldId="324"/>
            <ac:spMk id="2" creationId="{A71982B5-F73D-4282-9D65-9251632326A4}"/>
          </ac:spMkLst>
        </pc:spChg>
        <pc:spChg chg="mod">
          <ac:chgData name="Di Mattia Alessandro Edoardo Giorgio David" userId="f8954a66-e5ad-4a1c-9536-1d2117047f5f" providerId="ADAL" clId="{CDD3A680-70A0-4B3B-95E5-5D6AACE401AF}" dt="2021-09-09T13:19:48.419" v="9384" actId="20577"/>
          <ac:spMkLst>
            <pc:docMk/>
            <pc:sldMk cId="2329310411" sldId="324"/>
            <ac:spMk id="3" creationId="{14DDE2C9-C263-41D0-AFB1-63E92D2DBD73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54:13.770" v="10906" actId="255"/>
        <pc:sldMkLst>
          <pc:docMk/>
          <pc:sldMk cId="3401550023" sldId="325"/>
        </pc:sldMkLst>
        <pc:spChg chg="mod">
          <ac:chgData name="Di Mattia Alessandro Edoardo Giorgio David" userId="f8954a66-e5ad-4a1c-9536-1d2117047f5f" providerId="ADAL" clId="{CDD3A680-70A0-4B3B-95E5-5D6AACE401AF}" dt="2021-09-06T14:49:41.051" v="7552" actId="790"/>
          <ac:spMkLst>
            <pc:docMk/>
            <pc:sldMk cId="3401550023" sldId="325"/>
            <ac:spMk id="2" creationId="{36E583BD-3138-4823-8401-610808E98D7D}"/>
          </ac:spMkLst>
        </pc:spChg>
        <pc:spChg chg="mod">
          <ac:chgData name="Di Mattia Alessandro Edoardo Giorgio David" userId="f8954a66-e5ad-4a1c-9536-1d2117047f5f" providerId="ADAL" clId="{CDD3A680-70A0-4B3B-95E5-5D6AACE401AF}" dt="2021-09-17T14:54:13.770" v="10906" actId="255"/>
          <ac:spMkLst>
            <pc:docMk/>
            <pc:sldMk cId="3401550023" sldId="325"/>
            <ac:spMk id="3" creationId="{05F9DC6B-BE2E-4F44-8683-124873E3D646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9T14:00:00.916" v="9868" actId="20577"/>
        <pc:sldMkLst>
          <pc:docMk/>
          <pc:sldMk cId="2162421466" sldId="326"/>
        </pc:sldMkLst>
        <pc:spChg chg="mod">
          <ac:chgData name="Di Mattia Alessandro Edoardo Giorgio David" userId="f8954a66-e5ad-4a1c-9536-1d2117047f5f" providerId="ADAL" clId="{CDD3A680-70A0-4B3B-95E5-5D6AACE401AF}" dt="2021-09-09T13:10:36.856" v="9356" actId="20577"/>
          <ac:spMkLst>
            <pc:docMk/>
            <pc:sldMk cId="2162421466" sldId="326"/>
            <ac:spMk id="2" creationId="{E8395A78-72F7-4455-9BBD-5128F2E570E9}"/>
          </ac:spMkLst>
        </pc:spChg>
        <pc:spChg chg="mod">
          <ac:chgData name="Di Mattia Alessandro Edoardo Giorgio David" userId="f8954a66-e5ad-4a1c-9536-1d2117047f5f" providerId="ADAL" clId="{CDD3A680-70A0-4B3B-95E5-5D6AACE401AF}" dt="2021-09-09T14:00:00.916" v="9868" actId="20577"/>
          <ac:spMkLst>
            <pc:docMk/>
            <pc:sldMk cId="2162421466" sldId="326"/>
            <ac:spMk id="3" creationId="{35D9D16A-1A02-4991-A7C6-50588B6A7D1C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7T13:43:26.731" v="8707" actId="478"/>
        <pc:sldMkLst>
          <pc:docMk/>
          <pc:sldMk cId="3437827163" sldId="327"/>
        </pc:sldMkLst>
        <pc:spChg chg="del">
          <ac:chgData name="Di Mattia Alessandro Edoardo Giorgio David" userId="f8954a66-e5ad-4a1c-9536-1d2117047f5f" providerId="ADAL" clId="{CDD3A680-70A0-4B3B-95E5-5D6AACE401AF}" dt="2021-09-06T15:12:13.229" v="8241" actId="700"/>
          <ac:spMkLst>
            <pc:docMk/>
            <pc:sldMk cId="3437827163" sldId="327"/>
            <ac:spMk id="2" creationId="{56712DFF-3DC4-4956-B375-9A126B0E879B}"/>
          </ac:spMkLst>
        </pc:spChg>
        <pc:spChg chg="del">
          <ac:chgData name="Di Mattia Alessandro Edoardo Giorgio David" userId="f8954a66-e5ad-4a1c-9536-1d2117047f5f" providerId="ADAL" clId="{CDD3A680-70A0-4B3B-95E5-5D6AACE401AF}" dt="2021-09-06T15:11:57.917" v="8240"/>
          <ac:spMkLst>
            <pc:docMk/>
            <pc:sldMk cId="3437827163" sldId="327"/>
            <ac:spMk id="3" creationId="{F894F9CC-889C-4B2D-B9E8-35E4CCAC1859}"/>
          </ac:spMkLst>
        </pc:spChg>
        <pc:picChg chg="add del mod">
          <ac:chgData name="Di Mattia Alessandro Edoardo Giorgio David" userId="f8954a66-e5ad-4a1c-9536-1d2117047f5f" providerId="ADAL" clId="{CDD3A680-70A0-4B3B-95E5-5D6AACE401AF}" dt="2021-09-07T13:43:26.341" v="8706" actId="22"/>
          <ac:picMkLst>
            <pc:docMk/>
            <pc:sldMk cId="3437827163" sldId="327"/>
            <ac:picMk id="3" creationId="{4E73968E-604B-4F79-B7FC-21BBDA403295}"/>
          </ac:picMkLst>
        </pc:picChg>
        <pc:picChg chg="add del mod ord">
          <ac:chgData name="Di Mattia Alessandro Edoardo Giorgio David" userId="f8954a66-e5ad-4a1c-9536-1d2117047f5f" providerId="ADAL" clId="{CDD3A680-70A0-4B3B-95E5-5D6AACE401AF}" dt="2021-09-07T13:43:26.731" v="8707" actId="478"/>
          <ac:picMkLst>
            <pc:docMk/>
            <pc:sldMk cId="3437827163" sldId="327"/>
            <ac:picMk id="4" creationId="{5665A8FF-DEFB-47AF-9C2F-D3082902FB43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09T11:26:18.071" v="9354" actId="20577"/>
        <pc:sldMkLst>
          <pc:docMk/>
          <pc:sldMk cId="1843198118" sldId="328"/>
        </pc:sldMkLst>
        <pc:spChg chg="add mod">
          <ac:chgData name="Di Mattia Alessandro Edoardo Giorgio David" userId="f8954a66-e5ad-4a1c-9536-1d2117047f5f" providerId="ADAL" clId="{CDD3A680-70A0-4B3B-95E5-5D6AACE401AF}" dt="2021-09-06T15:16:58.677" v="8449" actId="122"/>
          <ac:spMkLst>
            <pc:docMk/>
            <pc:sldMk cId="1843198118" sldId="328"/>
            <ac:spMk id="2" creationId="{9EB8F142-00CC-45C2-A83A-7EB184639E08}"/>
          </ac:spMkLst>
        </pc:spChg>
        <pc:spChg chg="add mod">
          <ac:chgData name="Di Mattia Alessandro Edoardo Giorgio David" userId="f8954a66-e5ad-4a1c-9536-1d2117047f5f" providerId="ADAL" clId="{CDD3A680-70A0-4B3B-95E5-5D6AACE401AF}" dt="2021-09-09T11:26:18.071" v="9354" actId="20577"/>
          <ac:spMkLst>
            <pc:docMk/>
            <pc:sldMk cId="1843198118" sldId="328"/>
            <ac:spMk id="3" creationId="{F8A79BF8-D417-45E1-BC43-F0729499BA03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6T15:34:33.392" v="8606" actId="12788"/>
        <pc:sldMkLst>
          <pc:docMk/>
          <pc:sldMk cId="2662181927" sldId="329"/>
        </pc:sldMkLst>
        <pc:spChg chg="del">
          <ac:chgData name="Di Mattia Alessandro Edoardo Giorgio David" userId="f8954a66-e5ad-4a1c-9536-1d2117047f5f" providerId="ADAL" clId="{CDD3A680-70A0-4B3B-95E5-5D6AACE401AF}" dt="2021-09-06T15:34:22.531" v="8604" actId="700"/>
          <ac:spMkLst>
            <pc:docMk/>
            <pc:sldMk cId="2662181927" sldId="329"/>
            <ac:spMk id="2" creationId="{B239F656-B54F-4FE7-AC13-647159EB8D2B}"/>
          </ac:spMkLst>
        </pc:spChg>
        <pc:spChg chg="del">
          <ac:chgData name="Di Mattia Alessandro Edoardo Giorgio David" userId="f8954a66-e5ad-4a1c-9536-1d2117047f5f" providerId="ADAL" clId="{CDD3A680-70A0-4B3B-95E5-5D6AACE401AF}" dt="2021-09-06T15:34:13.933" v="8602"/>
          <ac:spMkLst>
            <pc:docMk/>
            <pc:sldMk cId="2662181927" sldId="329"/>
            <ac:spMk id="3" creationId="{D0B8E4B7-BF4B-48CB-9301-FBDAA08102C0}"/>
          </ac:spMkLst>
        </pc:spChg>
        <pc:picChg chg="add mod ord">
          <ac:chgData name="Di Mattia Alessandro Edoardo Giorgio David" userId="f8954a66-e5ad-4a1c-9536-1d2117047f5f" providerId="ADAL" clId="{CDD3A680-70A0-4B3B-95E5-5D6AACE401AF}" dt="2021-09-06T15:34:33.392" v="8606" actId="12788"/>
          <ac:picMkLst>
            <pc:docMk/>
            <pc:sldMk cId="2662181927" sldId="329"/>
            <ac:picMk id="4" creationId="{DC71271F-0BDF-47BE-A77C-FB830EC88494}"/>
          </ac:picMkLst>
        </pc:picChg>
      </pc:sldChg>
      <pc:sldChg chg="addSp modSp new del mod modClrScheme chgLayout">
        <pc:chgData name="Di Mattia Alessandro Edoardo Giorgio David" userId="f8954a66-e5ad-4a1c-9536-1d2117047f5f" providerId="ADAL" clId="{CDD3A680-70A0-4B3B-95E5-5D6AACE401AF}" dt="2021-09-07T14:11:40.600" v="8964" actId="2696"/>
        <pc:sldMkLst>
          <pc:docMk/>
          <pc:sldMk cId="803073443" sldId="330"/>
        </pc:sldMkLst>
        <pc:spChg chg="add mod">
          <ac:chgData name="Di Mattia Alessandro Edoardo Giorgio David" userId="f8954a66-e5ad-4a1c-9536-1d2117047f5f" providerId="ADAL" clId="{CDD3A680-70A0-4B3B-95E5-5D6AACE401AF}" dt="2021-09-06T15:35:32.165" v="8610" actId="122"/>
          <ac:spMkLst>
            <pc:docMk/>
            <pc:sldMk cId="803073443" sldId="330"/>
            <ac:spMk id="2" creationId="{A9C593AF-C345-4AD6-B998-6207670E645F}"/>
          </ac:spMkLst>
        </pc:spChg>
        <pc:spChg chg="add mod">
          <ac:chgData name="Di Mattia Alessandro Edoardo Giorgio David" userId="f8954a66-e5ad-4a1c-9536-1d2117047f5f" providerId="ADAL" clId="{CDD3A680-70A0-4B3B-95E5-5D6AACE401AF}" dt="2021-09-06T15:36:06.609" v="8673" actId="20577"/>
          <ac:spMkLst>
            <pc:docMk/>
            <pc:sldMk cId="803073443" sldId="330"/>
            <ac:spMk id="3" creationId="{FC3C2742-579F-4685-A7F9-BD89DE3CC86C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7T14:41:23.792" v="9343" actId="255"/>
        <pc:sldMkLst>
          <pc:docMk/>
          <pc:sldMk cId="3623829537" sldId="330"/>
        </pc:sldMkLst>
        <pc:spChg chg="mod">
          <ac:chgData name="Di Mattia Alessandro Edoardo Giorgio David" userId="f8954a66-e5ad-4a1c-9536-1d2117047f5f" providerId="ADAL" clId="{CDD3A680-70A0-4B3B-95E5-5D6AACE401AF}" dt="2021-09-07T14:16:40.219" v="9051" actId="20577"/>
          <ac:spMkLst>
            <pc:docMk/>
            <pc:sldMk cId="3623829537" sldId="330"/>
            <ac:spMk id="2" creationId="{9389EAEE-2AF4-47D0-9BFF-AC79EA8BBDDD}"/>
          </ac:spMkLst>
        </pc:spChg>
        <pc:spChg chg="mod">
          <ac:chgData name="Di Mattia Alessandro Edoardo Giorgio David" userId="f8954a66-e5ad-4a1c-9536-1d2117047f5f" providerId="ADAL" clId="{CDD3A680-70A0-4B3B-95E5-5D6AACE401AF}" dt="2021-09-07T14:41:23.792" v="9343" actId="255"/>
          <ac:spMkLst>
            <pc:docMk/>
            <pc:sldMk cId="3623829537" sldId="330"/>
            <ac:spMk id="3" creationId="{9294DB2D-7169-4460-AE6B-31DB9B4D33F4}"/>
          </ac:spMkLst>
        </pc:sp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07T14:41:11.975" v="9342" actId="255"/>
        <pc:sldMkLst>
          <pc:docMk/>
          <pc:sldMk cId="2381370227" sldId="331"/>
        </pc:sldMkLst>
        <pc:spChg chg="add mod">
          <ac:chgData name="Di Mattia Alessandro Edoardo Giorgio David" userId="f8954a66-e5ad-4a1c-9536-1d2117047f5f" providerId="ADAL" clId="{CDD3A680-70A0-4B3B-95E5-5D6AACE401AF}" dt="2021-09-07T14:41:01.902" v="9341" actId="20577"/>
          <ac:spMkLst>
            <pc:docMk/>
            <pc:sldMk cId="2381370227" sldId="331"/>
            <ac:spMk id="2" creationId="{037F6D96-7B95-4692-986F-553E002350E2}"/>
          </ac:spMkLst>
        </pc:spChg>
        <pc:spChg chg="add mod">
          <ac:chgData name="Di Mattia Alessandro Edoardo Giorgio David" userId="f8954a66-e5ad-4a1c-9536-1d2117047f5f" providerId="ADAL" clId="{CDD3A680-70A0-4B3B-95E5-5D6AACE401AF}" dt="2021-09-07T14:41:11.975" v="9342" actId="255"/>
          <ac:spMkLst>
            <pc:docMk/>
            <pc:sldMk cId="2381370227" sldId="331"/>
            <ac:spMk id="3" creationId="{722F5B8C-2F54-4705-BC8E-2EE7B3036F68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7T14:43:01.391" v="9352" actId="14100"/>
        <pc:sldMkLst>
          <pc:docMk/>
          <pc:sldMk cId="2199071209" sldId="332"/>
        </pc:sldMkLst>
        <pc:spChg chg="del">
          <ac:chgData name="Di Mattia Alessandro Edoardo Giorgio David" userId="f8954a66-e5ad-4a1c-9536-1d2117047f5f" providerId="ADAL" clId="{CDD3A680-70A0-4B3B-95E5-5D6AACE401AF}" dt="2021-09-07T14:42:47.783" v="9349" actId="700"/>
          <ac:spMkLst>
            <pc:docMk/>
            <pc:sldMk cId="2199071209" sldId="332"/>
            <ac:spMk id="2" creationId="{46DC0298-C9AE-4DCB-9511-DE2B2B7A26CE}"/>
          </ac:spMkLst>
        </pc:spChg>
        <pc:spChg chg="del">
          <ac:chgData name="Di Mattia Alessandro Edoardo Giorgio David" userId="f8954a66-e5ad-4a1c-9536-1d2117047f5f" providerId="ADAL" clId="{CDD3A680-70A0-4B3B-95E5-5D6AACE401AF}" dt="2021-09-07T14:42:43.828" v="9348"/>
          <ac:spMkLst>
            <pc:docMk/>
            <pc:sldMk cId="2199071209" sldId="332"/>
            <ac:spMk id="3" creationId="{8047B2BA-7428-44C8-99BD-5F21E5C6E64A}"/>
          </ac:spMkLst>
        </pc:spChg>
        <pc:picChg chg="add mod ord">
          <ac:chgData name="Di Mattia Alessandro Edoardo Giorgio David" userId="f8954a66-e5ad-4a1c-9536-1d2117047f5f" providerId="ADAL" clId="{CDD3A680-70A0-4B3B-95E5-5D6AACE401AF}" dt="2021-09-07T14:43:01.391" v="9352" actId="14100"/>
          <ac:picMkLst>
            <pc:docMk/>
            <pc:sldMk cId="2199071209" sldId="332"/>
            <ac:picMk id="4" creationId="{1971F22F-CE3B-45AE-A036-6611D1B3C989}"/>
          </ac:picMkLst>
        </pc:picChg>
      </pc:sldChg>
      <pc:sldChg chg="modSp add mod">
        <pc:chgData name="Di Mattia Alessandro Edoardo Giorgio David" userId="f8954a66-e5ad-4a1c-9536-1d2117047f5f" providerId="ADAL" clId="{CDD3A680-70A0-4B3B-95E5-5D6AACE401AF}" dt="2021-09-17T14:54:25.121" v="10907" actId="255"/>
        <pc:sldMkLst>
          <pc:docMk/>
          <pc:sldMk cId="3998298552" sldId="333"/>
        </pc:sldMkLst>
        <pc:spChg chg="mod">
          <ac:chgData name="Di Mattia Alessandro Edoardo Giorgio David" userId="f8954a66-e5ad-4a1c-9536-1d2117047f5f" providerId="ADAL" clId="{CDD3A680-70A0-4B3B-95E5-5D6AACE401AF}" dt="2021-09-17T14:54:25.121" v="10907" actId="255"/>
          <ac:spMkLst>
            <pc:docMk/>
            <pc:sldMk cId="3998298552" sldId="333"/>
            <ac:spMk id="3" creationId="{05F9DC6B-BE2E-4F44-8683-124873E3D646}"/>
          </ac:spMkLst>
        </pc:spChg>
      </pc:sldChg>
      <pc:sldChg chg="modSp add mod">
        <pc:chgData name="Di Mattia Alessandro Edoardo Giorgio David" userId="f8954a66-e5ad-4a1c-9536-1d2117047f5f" providerId="ADAL" clId="{CDD3A680-70A0-4B3B-95E5-5D6AACE401AF}" dt="2021-09-17T14:54:37.913" v="10908" actId="255"/>
        <pc:sldMkLst>
          <pc:docMk/>
          <pc:sldMk cId="52285566" sldId="334"/>
        </pc:sldMkLst>
        <pc:spChg chg="mod">
          <ac:chgData name="Di Mattia Alessandro Edoardo Giorgio David" userId="f8954a66-e5ad-4a1c-9536-1d2117047f5f" providerId="ADAL" clId="{CDD3A680-70A0-4B3B-95E5-5D6AACE401AF}" dt="2021-09-17T14:54:37.913" v="10908" actId="255"/>
          <ac:spMkLst>
            <pc:docMk/>
            <pc:sldMk cId="52285566" sldId="334"/>
            <ac:spMk id="3" creationId="{05F9DC6B-BE2E-4F44-8683-124873E3D646}"/>
          </ac:spMkLst>
        </pc:sp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09T14:41:23.463" v="10446" actId="1076"/>
        <pc:sldMkLst>
          <pc:docMk/>
          <pc:sldMk cId="3878715250" sldId="335"/>
        </pc:sldMkLst>
        <pc:spChg chg="add mod">
          <ac:chgData name="Di Mattia Alessandro Edoardo Giorgio David" userId="f8954a66-e5ad-4a1c-9536-1d2117047f5f" providerId="ADAL" clId="{CDD3A680-70A0-4B3B-95E5-5D6AACE401AF}" dt="2021-09-09T14:23:41.977" v="10182" actId="790"/>
          <ac:spMkLst>
            <pc:docMk/>
            <pc:sldMk cId="3878715250" sldId="335"/>
            <ac:spMk id="2" creationId="{1CDFCFDC-64C3-40D1-8401-417ABF5AEBB9}"/>
          </ac:spMkLst>
        </pc:spChg>
        <pc:spChg chg="add mod">
          <ac:chgData name="Di Mattia Alessandro Edoardo Giorgio David" userId="f8954a66-e5ad-4a1c-9536-1d2117047f5f" providerId="ADAL" clId="{CDD3A680-70A0-4B3B-95E5-5D6AACE401AF}" dt="2021-09-09T14:38:28.766" v="10441" actId="20577"/>
          <ac:spMkLst>
            <pc:docMk/>
            <pc:sldMk cId="3878715250" sldId="335"/>
            <ac:spMk id="3" creationId="{13E5D5CF-34D9-4DC9-A590-0C88FFF7C892}"/>
          </ac:spMkLst>
        </pc:spChg>
        <pc:picChg chg="add mod">
          <ac:chgData name="Di Mattia Alessandro Edoardo Giorgio David" userId="f8954a66-e5ad-4a1c-9536-1d2117047f5f" providerId="ADAL" clId="{CDD3A680-70A0-4B3B-95E5-5D6AACE401AF}" dt="2021-09-09T14:41:23.463" v="10446" actId="1076"/>
          <ac:picMkLst>
            <pc:docMk/>
            <pc:sldMk cId="3878715250" sldId="335"/>
            <ac:picMk id="5" creationId="{8BAF00BC-F74D-4499-84B3-3B50121DEC0A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9-09T14:46:29.621" v="10521" actId="20577"/>
        <pc:sldMkLst>
          <pc:docMk/>
          <pc:sldMk cId="1196585320" sldId="336"/>
        </pc:sldMkLst>
        <pc:spChg chg="mod">
          <ac:chgData name="Di Mattia Alessandro Edoardo Giorgio David" userId="f8954a66-e5ad-4a1c-9536-1d2117047f5f" providerId="ADAL" clId="{CDD3A680-70A0-4B3B-95E5-5D6AACE401AF}" dt="2021-09-09T14:45:15.176" v="10497" actId="20577"/>
          <ac:spMkLst>
            <pc:docMk/>
            <pc:sldMk cId="1196585320" sldId="336"/>
            <ac:spMk id="2" creationId="{F270F0E8-2F57-4071-BD49-0361AE245713}"/>
          </ac:spMkLst>
        </pc:spChg>
        <pc:spChg chg="mod">
          <ac:chgData name="Di Mattia Alessandro Edoardo Giorgio David" userId="f8954a66-e5ad-4a1c-9536-1d2117047f5f" providerId="ADAL" clId="{CDD3A680-70A0-4B3B-95E5-5D6AACE401AF}" dt="2021-09-09T14:46:29.621" v="10521" actId="20577"/>
          <ac:spMkLst>
            <pc:docMk/>
            <pc:sldMk cId="1196585320" sldId="336"/>
            <ac:spMk id="3" creationId="{1FB50D10-88CC-4C44-8733-96208BE58BD2}"/>
          </ac:spMkLst>
        </pc:spChg>
      </pc:sldChg>
      <pc:sldChg chg="addSp delSp modSp new mod">
        <pc:chgData name="Di Mattia Alessandro Edoardo Giorgio David" userId="f8954a66-e5ad-4a1c-9536-1d2117047f5f" providerId="ADAL" clId="{CDD3A680-70A0-4B3B-95E5-5D6AACE401AF}" dt="2021-09-20T07:28:31.411" v="10980" actId="20577"/>
        <pc:sldMkLst>
          <pc:docMk/>
          <pc:sldMk cId="3412144097" sldId="337"/>
        </pc:sldMkLst>
        <pc:spChg chg="mod">
          <ac:chgData name="Di Mattia Alessandro Edoardo Giorgio David" userId="f8954a66-e5ad-4a1c-9536-1d2117047f5f" providerId="ADAL" clId="{CDD3A680-70A0-4B3B-95E5-5D6AACE401AF}" dt="2021-09-20T07:28:31.411" v="10980" actId="20577"/>
          <ac:spMkLst>
            <pc:docMk/>
            <pc:sldMk cId="3412144097" sldId="337"/>
            <ac:spMk id="2" creationId="{DEFD1029-23FD-4702-A606-84FBC7A03F88}"/>
          </ac:spMkLst>
        </pc:spChg>
        <pc:spChg chg="del">
          <ac:chgData name="Di Mattia Alessandro Edoardo Giorgio David" userId="f8954a66-e5ad-4a1c-9536-1d2117047f5f" providerId="ADAL" clId="{CDD3A680-70A0-4B3B-95E5-5D6AACE401AF}" dt="2021-09-09T14:48:28.969" v="10523"/>
          <ac:spMkLst>
            <pc:docMk/>
            <pc:sldMk cId="3412144097" sldId="337"/>
            <ac:spMk id="3" creationId="{10802D33-277B-4961-98A9-41688A75B89B}"/>
          </ac:spMkLst>
        </pc:spChg>
        <pc:picChg chg="add mod">
          <ac:chgData name="Di Mattia Alessandro Edoardo Giorgio David" userId="f8954a66-e5ad-4a1c-9536-1d2117047f5f" providerId="ADAL" clId="{CDD3A680-70A0-4B3B-95E5-5D6AACE401AF}" dt="2021-09-09T14:48:28.969" v="10523"/>
          <ac:picMkLst>
            <pc:docMk/>
            <pc:sldMk cId="3412144097" sldId="337"/>
            <ac:picMk id="4" creationId="{CD9FD5B1-721B-4710-84CA-0F53E9C09FDB}"/>
          </ac:picMkLst>
        </pc:picChg>
      </pc:sldChg>
      <pc:sldChg chg="addSp delSp modSp new mod">
        <pc:chgData name="Di Mattia Alessandro Edoardo Giorgio David" userId="f8954a66-e5ad-4a1c-9536-1d2117047f5f" providerId="ADAL" clId="{CDD3A680-70A0-4B3B-95E5-5D6AACE401AF}" dt="2021-09-09T14:52:25.600" v="10529"/>
        <pc:sldMkLst>
          <pc:docMk/>
          <pc:sldMk cId="734881783" sldId="338"/>
        </pc:sldMkLst>
        <pc:spChg chg="mod">
          <ac:chgData name="Di Mattia Alessandro Edoardo Giorgio David" userId="f8954a66-e5ad-4a1c-9536-1d2117047f5f" providerId="ADAL" clId="{CDD3A680-70A0-4B3B-95E5-5D6AACE401AF}" dt="2021-09-09T14:49:10.320" v="10528"/>
          <ac:spMkLst>
            <pc:docMk/>
            <pc:sldMk cId="734881783" sldId="338"/>
            <ac:spMk id="2" creationId="{856946AD-6FD8-4A0E-8F45-A9734B94C7B9}"/>
          </ac:spMkLst>
        </pc:spChg>
        <pc:spChg chg="del">
          <ac:chgData name="Di Mattia Alessandro Edoardo Giorgio David" userId="f8954a66-e5ad-4a1c-9536-1d2117047f5f" providerId="ADAL" clId="{CDD3A680-70A0-4B3B-95E5-5D6AACE401AF}" dt="2021-09-09T14:52:25.600" v="10529"/>
          <ac:spMkLst>
            <pc:docMk/>
            <pc:sldMk cId="734881783" sldId="338"/>
            <ac:spMk id="3" creationId="{65E162B5-7388-474F-B218-31A00E2D8A49}"/>
          </ac:spMkLst>
        </pc:spChg>
        <pc:picChg chg="add mod">
          <ac:chgData name="Di Mattia Alessandro Edoardo Giorgio David" userId="f8954a66-e5ad-4a1c-9536-1d2117047f5f" providerId="ADAL" clId="{CDD3A680-70A0-4B3B-95E5-5D6AACE401AF}" dt="2021-09-09T14:52:25.600" v="10529"/>
          <ac:picMkLst>
            <pc:docMk/>
            <pc:sldMk cId="734881783" sldId="338"/>
            <ac:picMk id="4" creationId="{D47F4B04-5A19-4728-B33D-FF557D603D75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9-20T07:53:19.585" v="11546" actId="20577"/>
        <pc:sldMkLst>
          <pc:docMk/>
          <pc:sldMk cId="1841387797" sldId="339"/>
        </pc:sldMkLst>
        <pc:spChg chg="mod">
          <ac:chgData name="Di Mattia Alessandro Edoardo Giorgio David" userId="f8954a66-e5ad-4a1c-9536-1d2117047f5f" providerId="ADAL" clId="{CDD3A680-70A0-4B3B-95E5-5D6AACE401AF}" dt="2021-09-20T07:29:53.997" v="10993" actId="790"/>
          <ac:spMkLst>
            <pc:docMk/>
            <pc:sldMk cId="1841387797" sldId="339"/>
            <ac:spMk id="2" creationId="{2BDB0724-8854-4922-9DC8-2DB3E8207E9F}"/>
          </ac:spMkLst>
        </pc:spChg>
        <pc:spChg chg="mod">
          <ac:chgData name="Di Mattia Alessandro Edoardo Giorgio David" userId="f8954a66-e5ad-4a1c-9536-1d2117047f5f" providerId="ADAL" clId="{CDD3A680-70A0-4B3B-95E5-5D6AACE401AF}" dt="2021-09-20T07:53:19.585" v="11546" actId="20577"/>
          <ac:spMkLst>
            <pc:docMk/>
            <pc:sldMk cId="1841387797" sldId="339"/>
            <ac:spMk id="3" creationId="{0BD58A40-8316-4E53-88D8-77D5B8D2DD6C}"/>
          </ac:spMkLst>
        </pc:spChg>
      </pc:sldChg>
      <pc:sldMasterChg chg="addSp modSp mod modSldLayout">
        <pc:chgData name="Di Mattia Alessandro Edoardo Giorgio David" userId="f8954a66-e5ad-4a1c-9536-1d2117047f5f" providerId="ADAL" clId="{CDD3A680-70A0-4B3B-95E5-5D6AACE401AF}" dt="2021-09-09T13:58:53.238" v="9863" actId="1076"/>
        <pc:sldMasterMkLst>
          <pc:docMk/>
          <pc:sldMasterMk cId="626235760" sldId="2147483684"/>
        </pc:sldMasterMkLst>
        <pc:spChg chg="add mod">
          <ac:chgData name="Di Mattia Alessandro Edoardo Giorgio David" userId="f8954a66-e5ad-4a1c-9536-1d2117047f5f" providerId="ADAL" clId="{CDD3A680-70A0-4B3B-95E5-5D6AACE401AF}" dt="2021-09-09T13:58:53.238" v="9863" actId="1076"/>
          <ac:spMkLst>
            <pc:docMk/>
            <pc:sldMasterMk cId="626235760" sldId="2147483684"/>
            <ac:spMk id="2" creationId="{694CB108-4A1C-4218-9FA9-7C3065D8017E}"/>
          </ac:spMkLst>
        </pc:spChg>
        <pc:sldLayoutChg chg="addSp delSp modSp mod">
          <pc:chgData name="Di Mattia Alessandro Edoardo Giorgio David" userId="f8954a66-e5ad-4a1c-9536-1d2117047f5f" providerId="ADAL" clId="{CDD3A680-70A0-4B3B-95E5-5D6AACE401AF}" dt="2021-09-09T13:58:25.144" v="9859" actId="478"/>
          <pc:sldLayoutMkLst>
            <pc:docMk/>
            <pc:sldMasterMk cId="626235760" sldId="2147483684"/>
            <pc:sldLayoutMk cId="2014852939" sldId="2147483685"/>
          </pc:sldLayoutMkLst>
          <pc:spChg chg="add del mod">
            <ac:chgData name="Di Mattia Alessandro Edoardo Giorgio David" userId="f8954a66-e5ad-4a1c-9536-1d2117047f5f" providerId="ADAL" clId="{CDD3A680-70A0-4B3B-95E5-5D6AACE401AF}" dt="2021-09-09T13:58:25.144" v="9859" actId="478"/>
            <ac:spMkLst>
              <pc:docMk/>
              <pc:sldMasterMk cId="626235760" sldId="2147483684"/>
              <pc:sldLayoutMk cId="2014852939" sldId="2147483685"/>
              <ac:spMk id="4" creationId="{BCABABDB-DC79-4CAC-B055-22783CB88034}"/>
            </ac:spMkLst>
          </pc:spChg>
        </pc:sldLayoutChg>
      </pc:sldMasterChg>
    </pc:docChg>
  </pc:docChgLst>
  <pc:docChgLst>
    <pc:chgData name="Di Mattia Alessandro Edoardo Giorgio David" userId="f8954a66-e5ad-4a1c-9536-1d2117047f5f" providerId="ADAL" clId="{AC787D5D-10B8-4750-885F-805D7C9E9737}"/>
    <pc:docChg chg="undo custSel addSld modSld">
      <pc:chgData name="Di Mattia Alessandro Edoardo Giorgio David" userId="f8954a66-e5ad-4a1c-9536-1d2117047f5f" providerId="ADAL" clId="{AC787D5D-10B8-4750-885F-805D7C9E9737}" dt="2021-08-20T15:21:02.985" v="455" actId="20577"/>
      <pc:docMkLst>
        <pc:docMk/>
      </pc:docMkLst>
      <pc:sldChg chg="modSp new mod">
        <pc:chgData name="Di Mattia Alessandro Edoardo Giorgio David" userId="f8954a66-e5ad-4a1c-9536-1d2117047f5f" providerId="ADAL" clId="{AC787D5D-10B8-4750-885F-805D7C9E9737}" dt="2021-08-20T14:45:37.819" v="298" actId="20577"/>
        <pc:sldMkLst>
          <pc:docMk/>
          <pc:sldMk cId="3870998453" sldId="298"/>
        </pc:sldMkLst>
        <pc:spChg chg="mod">
          <ac:chgData name="Di Mattia Alessandro Edoardo Giorgio David" userId="f8954a66-e5ad-4a1c-9536-1d2117047f5f" providerId="ADAL" clId="{AC787D5D-10B8-4750-885F-805D7C9E9737}" dt="2021-08-20T14:38:55.348" v="14" actId="122"/>
          <ac:spMkLst>
            <pc:docMk/>
            <pc:sldMk cId="3870998453" sldId="298"/>
            <ac:spMk id="2" creationId="{CC70B360-B3ED-43E5-A748-F5B5C403C878}"/>
          </ac:spMkLst>
        </pc:spChg>
        <pc:spChg chg="mod">
          <ac:chgData name="Di Mattia Alessandro Edoardo Giorgio David" userId="f8954a66-e5ad-4a1c-9536-1d2117047f5f" providerId="ADAL" clId="{AC787D5D-10B8-4750-885F-805D7C9E9737}" dt="2021-08-20T14:45:37.819" v="298" actId="20577"/>
          <ac:spMkLst>
            <pc:docMk/>
            <pc:sldMk cId="3870998453" sldId="298"/>
            <ac:spMk id="3" creationId="{7AB3AA8F-0BE3-46AB-A9D7-309F7F97E4C0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AC787D5D-10B8-4750-885F-805D7C9E9737}" dt="2021-08-20T14:46:06.034" v="304"/>
        <pc:sldMkLst>
          <pc:docMk/>
          <pc:sldMk cId="316752284" sldId="299"/>
        </pc:sldMkLst>
        <pc:spChg chg="del">
          <ac:chgData name="Di Mattia Alessandro Edoardo Giorgio David" userId="f8954a66-e5ad-4a1c-9536-1d2117047f5f" providerId="ADAL" clId="{AC787D5D-10B8-4750-885F-805D7C9E9737}" dt="2021-08-20T14:46:03.679" v="303" actId="700"/>
          <ac:spMkLst>
            <pc:docMk/>
            <pc:sldMk cId="316752284" sldId="299"/>
            <ac:spMk id="2" creationId="{D510B283-081F-43CE-96F6-08C288F3DFFB}"/>
          </ac:spMkLst>
        </pc:spChg>
        <pc:spChg chg="del mod">
          <ac:chgData name="Di Mattia Alessandro Edoardo Giorgio David" userId="f8954a66-e5ad-4a1c-9536-1d2117047f5f" providerId="ADAL" clId="{AC787D5D-10B8-4750-885F-805D7C9E9737}" dt="2021-08-20T14:46:03.679" v="303" actId="700"/>
          <ac:spMkLst>
            <pc:docMk/>
            <pc:sldMk cId="316752284" sldId="299"/>
            <ac:spMk id="3" creationId="{61373EFE-DB58-42AD-8DA9-E7D7FBC43DC0}"/>
          </ac:spMkLst>
        </pc:spChg>
        <pc:picChg chg="add">
          <ac:chgData name="Di Mattia Alessandro Edoardo Giorgio David" userId="f8954a66-e5ad-4a1c-9536-1d2117047f5f" providerId="ADAL" clId="{AC787D5D-10B8-4750-885F-805D7C9E9737}" dt="2021-08-20T14:46:06.034" v="304"/>
          <ac:picMkLst>
            <pc:docMk/>
            <pc:sldMk cId="316752284" sldId="299"/>
            <ac:picMk id="4" creationId="{34E6A750-E0B8-41C0-A1C7-288A84AD5D95}"/>
          </ac:picMkLst>
        </pc:picChg>
      </pc:sldChg>
      <pc:sldChg chg="addSp modSp new mod">
        <pc:chgData name="Di Mattia Alessandro Edoardo Giorgio David" userId="f8954a66-e5ad-4a1c-9536-1d2117047f5f" providerId="ADAL" clId="{AC787D5D-10B8-4750-885F-805D7C9E9737}" dt="2021-08-20T14:51:41.672" v="307" actId="1076"/>
        <pc:sldMkLst>
          <pc:docMk/>
          <pc:sldMk cId="3144966826" sldId="300"/>
        </pc:sldMkLst>
        <pc:picChg chg="add mod">
          <ac:chgData name="Di Mattia Alessandro Edoardo Giorgio David" userId="f8954a66-e5ad-4a1c-9536-1d2117047f5f" providerId="ADAL" clId="{AC787D5D-10B8-4750-885F-805D7C9E9737}" dt="2021-08-20T14:51:41.672" v="307" actId="1076"/>
          <ac:picMkLst>
            <pc:docMk/>
            <pc:sldMk cId="3144966826" sldId="300"/>
            <ac:picMk id="2" creationId="{E613DE37-F2C5-40EB-9E94-3226883C95DB}"/>
          </ac:picMkLst>
        </pc:picChg>
      </pc:sldChg>
      <pc:sldChg chg="addSp modSp new mod modClrScheme chgLayout">
        <pc:chgData name="Di Mattia Alessandro Edoardo Giorgio David" userId="f8954a66-e5ad-4a1c-9536-1d2117047f5f" providerId="ADAL" clId="{AC787D5D-10B8-4750-885F-805D7C9E9737}" dt="2021-08-20T15:09:51.424" v="406" actId="20577"/>
        <pc:sldMkLst>
          <pc:docMk/>
          <pc:sldMk cId="941163814" sldId="301"/>
        </pc:sldMkLst>
        <pc:spChg chg="add mod">
          <ac:chgData name="Di Mattia Alessandro Edoardo Giorgio David" userId="f8954a66-e5ad-4a1c-9536-1d2117047f5f" providerId="ADAL" clId="{AC787D5D-10B8-4750-885F-805D7C9E9737}" dt="2021-08-20T14:59:05.983" v="313" actId="122"/>
          <ac:spMkLst>
            <pc:docMk/>
            <pc:sldMk cId="941163814" sldId="301"/>
            <ac:spMk id="2" creationId="{03192228-75B4-4CBA-B91B-AFD69837867A}"/>
          </ac:spMkLst>
        </pc:spChg>
        <pc:spChg chg="add mod">
          <ac:chgData name="Di Mattia Alessandro Edoardo Giorgio David" userId="f8954a66-e5ad-4a1c-9536-1d2117047f5f" providerId="ADAL" clId="{AC787D5D-10B8-4750-885F-805D7C9E9737}" dt="2021-08-20T15:09:51.424" v="406" actId="20577"/>
          <ac:spMkLst>
            <pc:docMk/>
            <pc:sldMk cId="941163814" sldId="301"/>
            <ac:spMk id="3" creationId="{A954FACC-FED0-4D82-87FB-6B26DCE06EC6}"/>
          </ac:spMkLst>
        </pc:spChg>
      </pc:sldChg>
      <pc:sldChg chg="addSp delSp modSp new mod">
        <pc:chgData name="Di Mattia Alessandro Edoardo Giorgio David" userId="f8954a66-e5ad-4a1c-9536-1d2117047f5f" providerId="ADAL" clId="{AC787D5D-10B8-4750-885F-805D7C9E9737}" dt="2021-08-20T15:00:15.602" v="322" actId="14100"/>
        <pc:sldMkLst>
          <pc:docMk/>
          <pc:sldMk cId="1062955294" sldId="302"/>
        </pc:sldMkLst>
        <pc:spChg chg="mod">
          <ac:chgData name="Di Mattia Alessandro Edoardo Giorgio David" userId="f8954a66-e5ad-4a1c-9536-1d2117047f5f" providerId="ADAL" clId="{AC787D5D-10B8-4750-885F-805D7C9E9737}" dt="2021-08-20T15:00:08.576" v="321" actId="122"/>
          <ac:spMkLst>
            <pc:docMk/>
            <pc:sldMk cId="1062955294" sldId="302"/>
            <ac:spMk id="2" creationId="{25EF509A-071D-411C-A0B0-D4208223146E}"/>
          </ac:spMkLst>
        </pc:spChg>
        <pc:spChg chg="del">
          <ac:chgData name="Di Mattia Alessandro Edoardo Giorgio David" userId="f8954a66-e5ad-4a1c-9536-1d2117047f5f" providerId="ADAL" clId="{AC787D5D-10B8-4750-885F-805D7C9E9737}" dt="2021-08-20T14:59:42.063" v="318"/>
          <ac:spMkLst>
            <pc:docMk/>
            <pc:sldMk cId="1062955294" sldId="302"/>
            <ac:spMk id="3" creationId="{BE19CB99-A33A-4A01-9905-9D0C3914D9D2}"/>
          </ac:spMkLst>
        </pc:spChg>
        <pc:picChg chg="add mod">
          <ac:chgData name="Di Mattia Alessandro Edoardo Giorgio David" userId="f8954a66-e5ad-4a1c-9536-1d2117047f5f" providerId="ADAL" clId="{AC787D5D-10B8-4750-885F-805D7C9E9737}" dt="2021-08-20T15:00:15.602" v="322" actId="14100"/>
          <ac:picMkLst>
            <pc:docMk/>
            <pc:sldMk cId="1062955294" sldId="302"/>
            <ac:picMk id="4" creationId="{5ED3C2D6-63C5-460B-A836-842FEB2B0177}"/>
          </ac:picMkLst>
        </pc:picChg>
      </pc:sldChg>
      <pc:sldChg chg="modSp new mod">
        <pc:chgData name="Di Mattia Alessandro Edoardo Giorgio David" userId="f8954a66-e5ad-4a1c-9536-1d2117047f5f" providerId="ADAL" clId="{AC787D5D-10B8-4750-885F-805D7C9E9737}" dt="2021-08-20T15:09:36.335" v="398" actId="14"/>
        <pc:sldMkLst>
          <pc:docMk/>
          <pc:sldMk cId="2044962240" sldId="303"/>
        </pc:sldMkLst>
        <pc:spChg chg="mod">
          <ac:chgData name="Di Mattia Alessandro Edoardo Giorgio David" userId="f8954a66-e5ad-4a1c-9536-1d2117047f5f" providerId="ADAL" clId="{AC787D5D-10B8-4750-885F-805D7C9E9737}" dt="2021-08-20T15:00:32.711" v="325" actId="122"/>
          <ac:spMkLst>
            <pc:docMk/>
            <pc:sldMk cId="2044962240" sldId="303"/>
            <ac:spMk id="2" creationId="{29243411-1081-421F-B743-6D9D5E11545B}"/>
          </ac:spMkLst>
        </pc:spChg>
        <pc:spChg chg="mod">
          <ac:chgData name="Di Mattia Alessandro Edoardo Giorgio David" userId="f8954a66-e5ad-4a1c-9536-1d2117047f5f" providerId="ADAL" clId="{AC787D5D-10B8-4750-885F-805D7C9E9737}" dt="2021-08-20T15:09:36.335" v="398" actId="14"/>
          <ac:spMkLst>
            <pc:docMk/>
            <pc:sldMk cId="2044962240" sldId="303"/>
            <ac:spMk id="3" creationId="{2A3AA81C-414F-4D7B-9C0E-C805FF24F569}"/>
          </ac:spMkLst>
        </pc:spChg>
      </pc:sldChg>
      <pc:sldChg chg="addSp delSp modSp new mod">
        <pc:chgData name="Di Mattia Alessandro Edoardo Giorgio David" userId="f8954a66-e5ad-4a1c-9536-1d2117047f5f" providerId="ADAL" clId="{AC787D5D-10B8-4750-885F-805D7C9E9737}" dt="2021-08-20T15:12:13.433" v="412"/>
        <pc:sldMkLst>
          <pc:docMk/>
          <pc:sldMk cId="3567292898" sldId="304"/>
        </pc:sldMkLst>
        <pc:spChg chg="mod">
          <ac:chgData name="Di Mattia Alessandro Edoardo Giorgio David" userId="f8954a66-e5ad-4a1c-9536-1d2117047f5f" providerId="ADAL" clId="{AC787D5D-10B8-4750-885F-805D7C9E9737}" dt="2021-08-20T15:10:13.213" v="409" actId="122"/>
          <ac:spMkLst>
            <pc:docMk/>
            <pc:sldMk cId="3567292898" sldId="304"/>
            <ac:spMk id="2" creationId="{B9A891B8-FCF3-4D10-8095-90B579A3DB40}"/>
          </ac:spMkLst>
        </pc:spChg>
        <pc:spChg chg="add del">
          <ac:chgData name="Di Mattia Alessandro Edoardo Giorgio David" userId="f8954a66-e5ad-4a1c-9536-1d2117047f5f" providerId="ADAL" clId="{AC787D5D-10B8-4750-885F-805D7C9E9737}" dt="2021-08-20T15:12:13.433" v="412"/>
          <ac:spMkLst>
            <pc:docMk/>
            <pc:sldMk cId="3567292898" sldId="304"/>
            <ac:spMk id="3" creationId="{DB645B7F-AD3D-4CAA-AD5D-BE21722A27B2}"/>
          </ac:spMkLst>
        </pc:spChg>
        <pc:picChg chg="add del mod">
          <ac:chgData name="Di Mattia Alessandro Edoardo Giorgio David" userId="f8954a66-e5ad-4a1c-9536-1d2117047f5f" providerId="ADAL" clId="{AC787D5D-10B8-4750-885F-805D7C9E9737}" dt="2021-08-20T15:11:48.619" v="411"/>
          <ac:picMkLst>
            <pc:docMk/>
            <pc:sldMk cId="3567292898" sldId="304"/>
            <ac:picMk id="4" creationId="{A0D49A57-9517-4AB9-A940-65FDCC83E125}"/>
          </ac:picMkLst>
        </pc:picChg>
        <pc:picChg chg="add mod">
          <ac:chgData name="Di Mattia Alessandro Edoardo Giorgio David" userId="f8954a66-e5ad-4a1c-9536-1d2117047f5f" providerId="ADAL" clId="{AC787D5D-10B8-4750-885F-805D7C9E9737}" dt="2021-08-20T15:12:13.433" v="412"/>
          <ac:picMkLst>
            <pc:docMk/>
            <pc:sldMk cId="3567292898" sldId="304"/>
            <ac:picMk id="5" creationId="{4596526A-0688-4381-B13F-22A6737478DA}"/>
          </ac:picMkLst>
        </pc:picChg>
      </pc:sldChg>
      <pc:sldChg chg="modSp new mod">
        <pc:chgData name="Di Mattia Alessandro Edoardo Giorgio David" userId="f8954a66-e5ad-4a1c-9536-1d2117047f5f" providerId="ADAL" clId="{AC787D5D-10B8-4750-885F-805D7C9E9737}" dt="2021-08-20T15:21:02.985" v="455" actId="20577"/>
        <pc:sldMkLst>
          <pc:docMk/>
          <pc:sldMk cId="2754829911" sldId="305"/>
        </pc:sldMkLst>
        <pc:spChg chg="mod">
          <ac:chgData name="Di Mattia Alessandro Edoardo Giorgio David" userId="f8954a66-e5ad-4a1c-9536-1d2117047f5f" providerId="ADAL" clId="{AC787D5D-10B8-4750-885F-805D7C9E9737}" dt="2021-08-20T15:16:02.926" v="427" actId="122"/>
          <ac:spMkLst>
            <pc:docMk/>
            <pc:sldMk cId="2754829911" sldId="305"/>
            <ac:spMk id="2" creationId="{11C634F8-0591-458A-96D5-622BD02845C3}"/>
          </ac:spMkLst>
        </pc:spChg>
        <pc:spChg chg="mod">
          <ac:chgData name="Di Mattia Alessandro Edoardo Giorgio David" userId="f8954a66-e5ad-4a1c-9536-1d2117047f5f" providerId="ADAL" clId="{AC787D5D-10B8-4750-885F-805D7C9E9737}" dt="2021-08-20T15:21:02.985" v="455" actId="20577"/>
          <ac:spMkLst>
            <pc:docMk/>
            <pc:sldMk cId="2754829911" sldId="305"/>
            <ac:spMk id="3" creationId="{D47B4779-A817-46F6-AAA3-146DBB18D8B5}"/>
          </ac:spMkLst>
        </pc:spChg>
      </pc:sldChg>
    </pc:docChg>
  </pc:docChgLst>
  <pc:docChgLst>
    <pc:chgData name="Alessandro Edoardo Giorgio David" userId="f8954a66-e5ad-4a1c-9536-1d2117047f5f" providerId="ADAL" clId="{5FDFF4E9-53C5-47C3-A5F0-F9BF9C8F5EB8}"/>
    <pc:docChg chg="undo redo custSel addSld delSld modSld sldOrd">
      <pc:chgData name="Alessandro Edoardo Giorgio David" userId="f8954a66-e5ad-4a1c-9536-1d2117047f5f" providerId="ADAL" clId="{5FDFF4E9-53C5-47C3-A5F0-F9BF9C8F5EB8}" dt="2021-10-27T05:34:18.057" v="13700" actId="20577"/>
      <pc:docMkLst>
        <pc:docMk/>
      </pc:docMkLst>
      <pc:sldChg chg="modSp mod">
        <pc:chgData name="Alessandro Edoardo Giorgio David" userId="f8954a66-e5ad-4a1c-9536-1d2117047f5f" providerId="ADAL" clId="{5FDFF4E9-53C5-47C3-A5F0-F9BF9C8F5EB8}" dt="2021-10-14T08:31:21.016" v="4218" actId="20577"/>
        <pc:sldMkLst>
          <pc:docMk/>
          <pc:sldMk cId="3153607966" sldId="280"/>
        </pc:sldMkLst>
        <pc:spChg chg="mod">
          <ac:chgData name="Alessandro Edoardo Giorgio David" userId="f8954a66-e5ad-4a1c-9536-1d2117047f5f" providerId="ADAL" clId="{5FDFF4E9-53C5-47C3-A5F0-F9BF9C8F5EB8}" dt="2021-10-14T08:31:21.016" v="4218" actId="20577"/>
          <ac:spMkLst>
            <pc:docMk/>
            <pc:sldMk cId="3153607966" sldId="280"/>
            <ac:spMk id="2" creationId="{683FD103-5EF1-48AB-8EC6-4C1921FB118B}"/>
          </ac:spMkLst>
        </pc:spChg>
      </pc:sldChg>
      <pc:sldChg chg="del ord">
        <pc:chgData name="Alessandro Edoardo Giorgio David" userId="f8954a66-e5ad-4a1c-9536-1d2117047f5f" providerId="ADAL" clId="{5FDFF4E9-53C5-47C3-A5F0-F9BF9C8F5EB8}" dt="2021-10-03T05:10:03.446" v="2" actId="2696"/>
        <pc:sldMkLst>
          <pc:docMk/>
          <pc:sldMk cId="291511216" sldId="281"/>
        </pc:sldMkLst>
      </pc:sldChg>
      <pc:sldChg chg="modSp new mod">
        <pc:chgData name="Alessandro Edoardo Giorgio David" userId="f8954a66-e5ad-4a1c-9536-1d2117047f5f" providerId="ADAL" clId="{5FDFF4E9-53C5-47C3-A5F0-F9BF9C8F5EB8}" dt="2021-10-03T05:27:25.413" v="427" actId="20577"/>
        <pc:sldMkLst>
          <pc:docMk/>
          <pc:sldMk cId="3234740405" sldId="281"/>
        </pc:sldMkLst>
        <pc:spChg chg="mod">
          <ac:chgData name="Alessandro Edoardo Giorgio David" userId="f8954a66-e5ad-4a1c-9536-1d2117047f5f" providerId="ADAL" clId="{5FDFF4E9-53C5-47C3-A5F0-F9BF9C8F5EB8}" dt="2021-10-03T05:11:43.393" v="80" actId="122"/>
          <ac:spMkLst>
            <pc:docMk/>
            <pc:sldMk cId="3234740405" sldId="281"/>
            <ac:spMk id="2" creationId="{139D6354-5F16-4AE8-BCB6-3474B1E142FF}"/>
          </ac:spMkLst>
        </pc:spChg>
        <pc:spChg chg="mod">
          <ac:chgData name="Alessandro Edoardo Giorgio David" userId="f8954a66-e5ad-4a1c-9536-1d2117047f5f" providerId="ADAL" clId="{5FDFF4E9-53C5-47C3-A5F0-F9BF9C8F5EB8}" dt="2021-10-03T05:27:25.413" v="427" actId="20577"/>
          <ac:spMkLst>
            <pc:docMk/>
            <pc:sldMk cId="3234740405" sldId="281"/>
            <ac:spMk id="3" creationId="{94604D02-EE47-4B89-8310-258B4ADFA787}"/>
          </ac:spMkLst>
        </pc:spChg>
      </pc:sldChg>
      <pc:sldChg chg="addSp delSp modSp new mod modClrScheme chgLayout">
        <pc:chgData name="Alessandro Edoardo Giorgio David" userId="f8954a66-e5ad-4a1c-9536-1d2117047f5f" providerId="ADAL" clId="{5FDFF4E9-53C5-47C3-A5F0-F9BF9C8F5EB8}" dt="2021-10-03T06:15:56.227" v="997"/>
        <pc:sldMkLst>
          <pc:docMk/>
          <pc:sldMk cId="502066698" sldId="282"/>
        </pc:sldMkLst>
        <pc:spChg chg="del">
          <ac:chgData name="Alessandro Edoardo Giorgio David" userId="f8954a66-e5ad-4a1c-9536-1d2117047f5f" providerId="ADAL" clId="{5FDFF4E9-53C5-47C3-A5F0-F9BF9C8F5EB8}" dt="2021-10-03T05:32:26.259" v="429" actId="700"/>
          <ac:spMkLst>
            <pc:docMk/>
            <pc:sldMk cId="502066698" sldId="282"/>
            <ac:spMk id="2" creationId="{CE9DC261-BF40-4992-A3E6-64B1C486ED6C}"/>
          </ac:spMkLst>
        </pc:spChg>
        <pc:spChg chg="del">
          <ac:chgData name="Alessandro Edoardo Giorgio David" userId="f8954a66-e5ad-4a1c-9536-1d2117047f5f" providerId="ADAL" clId="{5FDFF4E9-53C5-47C3-A5F0-F9BF9C8F5EB8}" dt="2021-10-03T05:32:26.259" v="429" actId="700"/>
          <ac:spMkLst>
            <pc:docMk/>
            <pc:sldMk cId="502066698" sldId="282"/>
            <ac:spMk id="3" creationId="{E237BA34-0ACF-4FF8-931B-2912115EE9B3}"/>
          </ac:spMkLst>
        </pc:spChg>
        <pc:spChg chg="add mod">
          <ac:chgData name="Alessandro Edoardo Giorgio David" userId="f8954a66-e5ad-4a1c-9536-1d2117047f5f" providerId="ADAL" clId="{5FDFF4E9-53C5-47C3-A5F0-F9BF9C8F5EB8}" dt="2021-10-03T05:38:21.405" v="483" actId="1076"/>
          <ac:spMkLst>
            <pc:docMk/>
            <pc:sldMk cId="502066698" sldId="282"/>
            <ac:spMk id="12" creationId="{5BEF0805-008E-4FD1-9208-6A7E51C5FB68}"/>
          </ac:spMkLst>
        </pc:spChg>
        <pc:spChg chg="add mod">
          <ac:chgData name="Alessandro Edoardo Giorgio David" userId="f8954a66-e5ad-4a1c-9536-1d2117047f5f" providerId="ADAL" clId="{5FDFF4E9-53C5-47C3-A5F0-F9BF9C8F5EB8}" dt="2021-10-03T05:44:27.667" v="533" actId="1076"/>
          <ac:spMkLst>
            <pc:docMk/>
            <pc:sldMk cId="502066698" sldId="282"/>
            <ac:spMk id="13" creationId="{84379331-7D4A-496D-8AA5-1ECBB9666C58}"/>
          </ac:spMkLst>
        </pc:spChg>
        <pc:spChg chg="add mod">
          <ac:chgData name="Alessandro Edoardo Giorgio David" userId="f8954a66-e5ad-4a1c-9536-1d2117047f5f" providerId="ADAL" clId="{5FDFF4E9-53C5-47C3-A5F0-F9BF9C8F5EB8}" dt="2021-10-03T05:44:24.246" v="532" actId="1076"/>
          <ac:spMkLst>
            <pc:docMk/>
            <pc:sldMk cId="502066698" sldId="282"/>
            <ac:spMk id="14" creationId="{E737200B-BC63-4D83-ADDD-D8568A6C0868}"/>
          </ac:spMkLst>
        </pc:spChg>
        <pc:spChg chg="add mod">
          <ac:chgData name="Alessandro Edoardo Giorgio David" userId="f8954a66-e5ad-4a1c-9536-1d2117047f5f" providerId="ADAL" clId="{5FDFF4E9-53C5-47C3-A5F0-F9BF9C8F5EB8}" dt="2021-10-03T06:14:38.504" v="993" actId="1076"/>
          <ac:spMkLst>
            <pc:docMk/>
            <pc:sldMk cId="502066698" sldId="282"/>
            <ac:spMk id="15" creationId="{26FD728B-8177-4FFF-862F-90EDF9CAF7AE}"/>
          </ac:spMkLst>
        </pc:spChg>
        <pc:spChg chg="add mod">
          <ac:chgData name="Alessandro Edoardo Giorgio David" userId="f8954a66-e5ad-4a1c-9536-1d2117047f5f" providerId="ADAL" clId="{5FDFF4E9-53C5-47C3-A5F0-F9BF9C8F5EB8}" dt="2021-10-03T05:41:10.712" v="511" actId="20577"/>
          <ac:spMkLst>
            <pc:docMk/>
            <pc:sldMk cId="502066698" sldId="282"/>
            <ac:spMk id="16" creationId="{BF6E96CD-B349-41BE-95DC-AD95805515EC}"/>
          </ac:spMkLst>
        </pc:spChg>
        <pc:spChg chg="add mod">
          <ac:chgData name="Alessandro Edoardo Giorgio David" userId="f8954a66-e5ad-4a1c-9536-1d2117047f5f" providerId="ADAL" clId="{5FDFF4E9-53C5-47C3-A5F0-F9BF9C8F5EB8}" dt="2021-10-03T05:44:17.649" v="531" actId="14100"/>
          <ac:spMkLst>
            <pc:docMk/>
            <pc:sldMk cId="502066698" sldId="282"/>
            <ac:spMk id="21" creationId="{170ECC23-5880-42C7-9384-1712F96CF8AB}"/>
          </ac:spMkLst>
        </pc:spChg>
        <pc:spChg chg="add mod">
          <ac:chgData name="Alessandro Edoardo Giorgio David" userId="f8954a66-e5ad-4a1c-9536-1d2117047f5f" providerId="ADAL" clId="{5FDFF4E9-53C5-47C3-A5F0-F9BF9C8F5EB8}" dt="2021-10-03T05:44:49.994" v="540" actId="1076"/>
          <ac:spMkLst>
            <pc:docMk/>
            <pc:sldMk cId="502066698" sldId="282"/>
            <ac:spMk id="22" creationId="{798C3F94-0F2B-4B7F-A997-4917AD06329D}"/>
          </ac:spMkLst>
        </pc:spChg>
        <pc:spChg chg="add del mod">
          <ac:chgData name="Alessandro Edoardo Giorgio David" userId="f8954a66-e5ad-4a1c-9536-1d2117047f5f" providerId="ADAL" clId="{5FDFF4E9-53C5-47C3-A5F0-F9BF9C8F5EB8}" dt="2021-10-03T05:47:06.639" v="544" actId="478"/>
          <ac:spMkLst>
            <pc:docMk/>
            <pc:sldMk cId="502066698" sldId="282"/>
            <ac:spMk id="23" creationId="{7AA10204-8969-45F3-AB10-CCE27C5E9B2F}"/>
          </ac:spMkLst>
        </pc:spChg>
        <pc:spChg chg="add del">
          <ac:chgData name="Alessandro Edoardo Giorgio David" userId="f8954a66-e5ad-4a1c-9536-1d2117047f5f" providerId="ADAL" clId="{5FDFF4E9-53C5-47C3-A5F0-F9BF9C8F5EB8}" dt="2021-10-03T05:47:18.328" v="546" actId="11529"/>
          <ac:spMkLst>
            <pc:docMk/>
            <pc:sldMk cId="502066698" sldId="282"/>
            <ac:spMk id="24" creationId="{186422BB-D56A-4C49-AF44-D1ECED2184B1}"/>
          </ac:spMkLst>
        </pc:spChg>
        <pc:spChg chg="add del">
          <ac:chgData name="Alessandro Edoardo Giorgio David" userId="f8954a66-e5ad-4a1c-9536-1d2117047f5f" providerId="ADAL" clId="{5FDFF4E9-53C5-47C3-A5F0-F9BF9C8F5EB8}" dt="2021-10-03T05:48:08.410" v="548" actId="478"/>
          <ac:spMkLst>
            <pc:docMk/>
            <pc:sldMk cId="502066698" sldId="282"/>
            <ac:spMk id="25" creationId="{D2A8DEFD-173A-4A15-8BD7-F00462BE0D06}"/>
          </ac:spMkLst>
        </pc:spChg>
        <pc:spChg chg="add mod">
          <ac:chgData name="Alessandro Edoardo Giorgio David" userId="f8954a66-e5ad-4a1c-9536-1d2117047f5f" providerId="ADAL" clId="{5FDFF4E9-53C5-47C3-A5F0-F9BF9C8F5EB8}" dt="2021-10-03T06:14:56.218" v="994" actId="14100"/>
          <ac:spMkLst>
            <pc:docMk/>
            <pc:sldMk cId="502066698" sldId="282"/>
            <ac:spMk id="26" creationId="{4BA57186-E462-4166-9142-5B4DD27AD9B1}"/>
          </ac:spMkLst>
        </pc:spChg>
        <pc:spChg chg="add del mod">
          <ac:chgData name="Alessandro Edoardo Giorgio David" userId="f8954a66-e5ad-4a1c-9536-1d2117047f5f" providerId="ADAL" clId="{5FDFF4E9-53C5-47C3-A5F0-F9BF9C8F5EB8}" dt="2021-10-03T06:15:56.227" v="997"/>
          <ac:spMkLst>
            <pc:docMk/>
            <pc:sldMk cId="502066698" sldId="282"/>
            <ac:spMk id="40" creationId="{BD650DD4-D0A3-4CEF-85D3-80B9B3693F6C}"/>
          </ac:spMkLst>
        </pc:spChg>
        <pc:cxnChg chg="add mod">
          <ac:chgData name="Alessandro Edoardo Giorgio David" userId="f8954a66-e5ad-4a1c-9536-1d2117047f5f" providerId="ADAL" clId="{5FDFF4E9-53C5-47C3-A5F0-F9BF9C8F5EB8}" dt="2021-10-03T05:32:39.865" v="431" actId="13822"/>
          <ac:cxnSpMkLst>
            <pc:docMk/>
            <pc:sldMk cId="502066698" sldId="282"/>
            <ac:cxnSpMk id="5" creationId="{15302573-09C8-4F89-ADF8-FF37B58BB199}"/>
          </ac:cxnSpMkLst>
        </pc:cxnChg>
        <pc:cxnChg chg="add mod">
          <ac:chgData name="Alessandro Edoardo Giorgio David" userId="f8954a66-e5ad-4a1c-9536-1d2117047f5f" providerId="ADAL" clId="{5FDFF4E9-53C5-47C3-A5F0-F9BF9C8F5EB8}" dt="2021-10-03T05:33:46.079" v="433" actId="13822"/>
          <ac:cxnSpMkLst>
            <pc:docMk/>
            <pc:sldMk cId="502066698" sldId="282"/>
            <ac:cxnSpMk id="7" creationId="{D0EA1EDD-676A-4B78-B101-A5B80CD86B15}"/>
          </ac:cxnSpMkLst>
        </pc:cxnChg>
        <pc:cxnChg chg="add mod">
          <ac:chgData name="Alessandro Edoardo Giorgio David" userId="f8954a66-e5ad-4a1c-9536-1d2117047f5f" providerId="ADAL" clId="{5FDFF4E9-53C5-47C3-A5F0-F9BF9C8F5EB8}" dt="2021-10-03T05:35:35.228" v="443" actId="1582"/>
          <ac:cxnSpMkLst>
            <pc:docMk/>
            <pc:sldMk cId="502066698" sldId="282"/>
            <ac:cxnSpMk id="9" creationId="{DDEA6F26-2BF8-447E-BA3A-7195260E7DBA}"/>
          </ac:cxnSpMkLst>
        </pc:cxnChg>
        <pc:cxnChg chg="add del mod">
          <ac:chgData name="Alessandro Edoardo Giorgio David" userId="f8954a66-e5ad-4a1c-9536-1d2117047f5f" providerId="ADAL" clId="{5FDFF4E9-53C5-47C3-A5F0-F9BF9C8F5EB8}" dt="2021-10-03T06:13:45.307" v="982" actId="478"/>
          <ac:cxnSpMkLst>
            <pc:docMk/>
            <pc:sldMk cId="502066698" sldId="282"/>
            <ac:cxnSpMk id="11" creationId="{85703E5C-06A8-4BA2-A2F9-472C0356CAE6}"/>
          </ac:cxnSpMkLst>
        </pc:cxnChg>
        <pc:cxnChg chg="add mod">
          <ac:chgData name="Alessandro Edoardo Giorgio David" userId="f8954a66-e5ad-4a1c-9536-1d2117047f5f" providerId="ADAL" clId="{5FDFF4E9-53C5-47C3-A5F0-F9BF9C8F5EB8}" dt="2021-10-03T06:12:03.374" v="965" actId="692"/>
          <ac:cxnSpMkLst>
            <pc:docMk/>
            <pc:sldMk cId="502066698" sldId="282"/>
            <ac:cxnSpMk id="18" creationId="{0808D1F7-A65B-40CA-A36F-D1B01730DAEC}"/>
          </ac:cxnSpMkLst>
        </pc:cxnChg>
        <pc:cxnChg chg="add mod">
          <ac:chgData name="Alessandro Edoardo Giorgio David" userId="f8954a66-e5ad-4a1c-9536-1d2117047f5f" providerId="ADAL" clId="{5FDFF4E9-53C5-47C3-A5F0-F9BF9C8F5EB8}" dt="2021-10-03T06:11:28.795" v="958" actId="692"/>
          <ac:cxnSpMkLst>
            <pc:docMk/>
            <pc:sldMk cId="502066698" sldId="282"/>
            <ac:cxnSpMk id="20" creationId="{5CCDDF5F-50A1-44B7-A905-685D4AB6B442}"/>
          </ac:cxnSpMkLst>
        </pc:cxnChg>
        <pc:cxnChg chg="add del mod">
          <ac:chgData name="Alessandro Edoardo Giorgio David" userId="f8954a66-e5ad-4a1c-9536-1d2117047f5f" providerId="ADAL" clId="{5FDFF4E9-53C5-47C3-A5F0-F9BF9C8F5EB8}" dt="2021-10-03T06:13:59.204" v="984" actId="11529"/>
          <ac:cxnSpMkLst>
            <pc:docMk/>
            <pc:sldMk cId="502066698" sldId="282"/>
            <ac:cxnSpMk id="36" creationId="{FA482DBF-BF27-41CC-9463-4E7588D7FA24}"/>
          </ac:cxnSpMkLst>
        </pc:cxnChg>
        <pc:cxnChg chg="add mod">
          <ac:chgData name="Alessandro Edoardo Giorgio David" userId="f8954a66-e5ad-4a1c-9536-1d2117047f5f" providerId="ADAL" clId="{5FDFF4E9-53C5-47C3-A5F0-F9BF9C8F5EB8}" dt="2021-10-03T06:14:56.218" v="994" actId="14100"/>
          <ac:cxnSpMkLst>
            <pc:docMk/>
            <pc:sldMk cId="502066698" sldId="282"/>
            <ac:cxnSpMk id="38" creationId="{6D568BBF-03DE-47C0-8E46-7E136797BD88}"/>
          </ac:cxnSpMkLst>
        </pc:cxnChg>
      </pc:sldChg>
      <pc:sldChg chg="del">
        <pc:chgData name="Alessandro Edoardo Giorgio David" userId="f8954a66-e5ad-4a1c-9536-1d2117047f5f" providerId="ADAL" clId="{5FDFF4E9-53C5-47C3-A5F0-F9BF9C8F5EB8}" dt="2021-10-03T05:10:03.446" v="2" actId="2696"/>
        <pc:sldMkLst>
          <pc:docMk/>
          <pc:sldMk cId="3550936586" sldId="282"/>
        </pc:sldMkLst>
      </pc:sldChg>
      <pc:sldChg chg="del">
        <pc:chgData name="Alessandro Edoardo Giorgio David" userId="f8954a66-e5ad-4a1c-9536-1d2117047f5f" providerId="ADAL" clId="{5FDFF4E9-53C5-47C3-A5F0-F9BF9C8F5EB8}" dt="2021-10-03T05:10:03.446" v="2" actId="2696"/>
        <pc:sldMkLst>
          <pc:docMk/>
          <pc:sldMk cId="1274739233" sldId="283"/>
        </pc:sldMkLst>
      </pc:sldChg>
      <pc:sldChg chg="addSp delSp modSp new mod modClrScheme chgLayout">
        <pc:chgData name="Alessandro Edoardo Giorgio David" userId="f8954a66-e5ad-4a1c-9536-1d2117047f5f" providerId="ADAL" clId="{5FDFF4E9-53C5-47C3-A5F0-F9BF9C8F5EB8}" dt="2021-10-14T09:14:23.706" v="5536" actId="790"/>
        <pc:sldMkLst>
          <pc:docMk/>
          <pc:sldMk cId="4243808713" sldId="283"/>
        </pc:sldMkLst>
        <pc:spChg chg="add mod ord">
          <ac:chgData name="Alessandro Edoardo Giorgio David" userId="f8954a66-e5ad-4a1c-9536-1d2117047f5f" providerId="ADAL" clId="{5FDFF4E9-53C5-47C3-A5F0-F9BF9C8F5EB8}" dt="2021-10-03T06:24:08.902" v="1089" actId="700"/>
          <ac:spMkLst>
            <pc:docMk/>
            <pc:sldMk cId="4243808713" sldId="283"/>
            <ac:spMk id="2" creationId="{3918A853-BE4E-4F82-840C-554FBED64CF4}"/>
          </ac:spMkLst>
        </pc:spChg>
        <pc:spChg chg="add del mod">
          <ac:chgData name="Alessandro Edoardo Giorgio David" userId="f8954a66-e5ad-4a1c-9536-1d2117047f5f" providerId="ADAL" clId="{5FDFF4E9-53C5-47C3-A5F0-F9BF9C8F5EB8}" dt="2021-10-03T06:24:08.902" v="1089" actId="700"/>
          <ac:spMkLst>
            <pc:docMk/>
            <pc:sldMk cId="4243808713" sldId="283"/>
            <ac:spMk id="3" creationId="{3D028CD4-67C3-47C8-A69F-8B39A9A1395C}"/>
          </ac:spMkLst>
        </pc:spChg>
        <pc:spChg chg="add del mod">
          <ac:chgData name="Alessandro Edoardo Giorgio David" userId="f8954a66-e5ad-4a1c-9536-1d2117047f5f" providerId="ADAL" clId="{5FDFF4E9-53C5-47C3-A5F0-F9BF9C8F5EB8}" dt="2021-10-03T06:24:08.910" v="1091"/>
          <ac:spMkLst>
            <pc:docMk/>
            <pc:sldMk cId="4243808713" sldId="283"/>
            <ac:spMk id="22" creationId="{3EFF0A96-0242-4744-B36D-1B5AC45CB796}"/>
          </ac:spMkLst>
        </pc:spChg>
        <pc:spChg chg="add mod">
          <ac:chgData name="Alessandro Edoardo Giorgio David" userId="f8954a66-e5ad-4a1c-9536-1d2117047f5f" providerId="ADAL" clId="{5FDFF4E9-53C5-47C3-A5F0-F9BF9C8F5EB8}" dt="2021-10-03T06:25:00.426" v="1100" actId="122"/>
          <ac:spMkLst>
            <pc:docMk/>
            <pc:sldMk cId="4243808713" sldId="283"/>
            <ac:spMk id="23" creationId="{D4DFB165-6A92-4FEA-A313-FE242264EC70}"/>
          </ac:spMkLst>
        </pc:spChg>
        <pc:spChg chg="add mod">
          <ac:chgData name="Alessandro Edoardo Giorgio David" userId="f8954a66-e5ad-4a1c-9536-1d2117047f5f" providerId="ADAL" clId="{5FDFF4E9-53C5-47C3-A5F0-F9BF9C8F5EB8}" dt="2021-10-03T06:24:58.099" v="1099" actId="122"/>
          <ac:spMkLst>
            <pc:docMk/>
            <pc:sldMk cId="4243808713" sldId="283"/>
            <ac:spMk id="24" creationId="{CCE9B802-9D62-4B55-A7F3-1665E56FF953}"/>
          </ac:spMkLst>
        </pc:spChg>
        <pc:spChg chg="add mod">
          <ac:chgData name="Alessandro Edoardo Giorgio David" userId="f8954a66-e5ad-4a1c-9536-1d2117047f5f" providerId="ADAL" clId="{5FDFF4E9-53C5-47C3-A5F0-F9BF9C8F5EB8}" dt="2021-10-03T06:26:31.941" v="1167" actId="790"/>
          <ac:spMkLst>
            <pc:docMk/>
            <pc:sldMk cId="4243808713" sldId="283"/>
            <ac:spMk id="25" creationId="{C6442EEB-7F09-4FDE-BC29-65D119E0C998}"/>
          </ac:spMkLst>
        </pc:spChg>
        <pc:spChg chg="add mod">
          <ac:chgData name="Alessandro Edoardo Giorgio David" userId="f8954a66-e5ad-4a1c-9536-1d2117047f5f" providerId="ADAL" clId="{5FDFF4E9-53C5-47C3-A5F0-F9BF9C8F5EB8}" dt="2021-10-03T06:27:02.273" v="1183" actId="1076"/>
          <ac:spMkLst>
            <pc:docMk/>
            <pc:sldMk cId="4243808713" sldId="283"/>
            <ac:spMk id="26" creationId="{16B80A28-E2F0-4B5A-BDC9-341161BAF327}"/>
          </ac:spMkLst>
        </pc:spChg>
        <pc:spChg chg="add mod">
          <ac:chgData name="Alessandro Edoardo Giorgio David" userId="f8954a66-e5ad-4a1c-9536-1d2117047f5f" providerId="ADAL" clId="{5FDFF4E9-53C5-47C3-A5F0-F9BF9C8F5EB8}" dt="2021-10-14T09:14:23.706" v="5536" actId="790"/>
          <ac:spMkLst>
            <pc:docMk/>
            <pc:sldMk cId="4243808713" sldId="283"/>
            <ac:spMk id="27" creationId="{80BB4134-1E06-4F5E-94DC-8BF2FA04ECB9}"/>
          </ac:spMkLst>
        </pc:spChg>
        <pc:spChg chg="add mod">
          <ac:chgData name="Alessandro Edoardo Giorgio David" userId="f8954a66-e5ad-4a1c-9536-1d2117047f5f" providerId="ADAL" clId="{5FDFF4E9-53C5-47C3-A5F0-F9BF9C8F5EB8}" dt="2021-10-03T06:27:20.551" v="1192" actId="1076"/>
          <ac:spMkLst>
            <pc:docMk/>
            <pc:sldMk cId="4243808713" sldId="283"/>
            <ac:spMk id="28" creationId="{EBACA12B-B70D-4A2E-A624-4FF593A90665}"/>
          </ac:spMkLst>
        </pc:spChg>
        <pc:spChg chg="add del mod">
          <ac:chgData name="Alessandro Edoardo Giorgio David" userId="f8954a66-e5ad-4a1c-9536-1d2117047f5f" providerId="ADAL" clId="{5FDFF4E9-53C5-47C3-A5F0-F9BF9C8F5EB8}" dt="2021-10-03T06:28:38.459" v="1217" actId="478"/>
          <ac:spMkLst>
            <pc:docMk/>
            <pc:sldMk cId="4243808713" sldId="283"/>
            <ac:spMk id="30" creationId="{7024853A-5ABC-43F7-9B43-0CD699F1E701}"/>
          </ac:spMkLst>
        </pc:spChg>
        <pc:spChg chg="add del">
          <ac:chgData name="Alessandro Edoardo Giorgio David" userId="f8954a66-e5ad-4a1c-9536-1d2117047f5f" providerId="ADAL" clId="{5FDFF4E9-53C5-47C3-A5F0-F9BF9C8F5EB8}" dt="2021-10-03T06:29:03.601" v="1219" actId="11529"/>
          <ac:spMkLst>
            <pc:docMk/>
            <pc:sldMk cId="4243808713" sldId="283"/>
            <ac:spMk id="31" creationId="{ECB97481-3984-4997-B5AC-F72B0AFF597B}"/>
          </ac:spMkLst>
        </pc:spChg>
        <pc:spChg chg="add mod">
          <ac:chgData name="Alessandro Edoardo Giorgio David" userId="f8954a66-e5ad-4a1c-9536-1d2117047f5f" providerId="ADAL" clId="{5FDFF4E9-53C5-47C3-A5F0-F9BF9C8F5EB8}" dt="2021-10-03T06:31:45.557" v="1266" actId="206"/>
          <ac:spMkLst>
            <pc:docMk/>
            <pc:sldMk cId="4243808713" sldId="283"/>
            <ac:spMk id="32" creationId="{36B33FC6-A934-4A86-8680-389522FF5337}"/>
          </ac:spMkLst>
        </pc:spChg>
        <pc:spChg chg="add mod">
          <ac:chgData name="Alessandro Edoardo Giorgio David" userId="f8954a66-e5ad-4a1c-9536-1d2117047f5f" providerId="ADAL" clId="{5FDFF4E9-53C5-47C3-A5F0-F9BF9C8F5EB8}" dt="2021-10-03T06:33:19.492" v="1314" actId="2085"/>
          <ac:spMkLst>
            <pc:docMk/>
            <pc:sldMk cId="4243808713" sldId="283"/>
            <ac:spMk id="33" creationId="{49C5AD79-A660-4E87-8C8E-D24C6076D588}"/>
          </ac:spMkLst>
        </pc:spChg>
        <pc:spChg chg="add mod">
          <ac:chgData name="Alessandro Edoardo Giorgio David" userId="f8954a66-e5ad-4a1c-9536-1d2117047f5f" providerId="ADAL" clId="{5FDFF4E9-53C5-47C3-A5F0-F9BF9C8F5EB8}" dt="2021-10-03T06:34:19.840" v="1338" actId="122"/>
          <ac:spMkLst>
            <pc:docMk/>
            <pc:sldMk cId="4243808713" sldId="283"/>
            <ac:spMk id="34" creationId="{78F2582A-0A90-42C2-ABA1-BF1564A44E11}"/>
          </ac:spMkLst>
        </pc:spChg>
        <pc:spChg chg="add mod">
          <ac:chgData name="Alessandro Edoardo Giorgio David" userId="f8954a66-e5ad-4a1c-9536-1d2117047f5f" providerId="ADAL" clId="{5FDFF4E9-53C5-47C3-A5F0-F9BF9C8F5EB8}" dt="2021-10-03T06:35:01.096" v="1370" actId="1076"/>
          <ac:spMkLst>
            <pc:docMk/>
            <pc:sldMk cId="4243808713" sldId="283"/>
            <ac:spMk id="35" creationId="{70FC84E1-B006-4854-A6A0-5498D10BFC7F}"/>
          </ac:spMkLst>
        </pc:spChg>
        <pc:cxnChg chg="add mod">
          <ac:chgData name="Alessandro Edoardo Giorgio David" userId="f8954a66-e5ad-4a1c-9536-1d2117047f5f" providerId="ADAL" clId="{5FDFF4E9-53C5-47C3-A5F0-F9BF9C8F5EB8}" dt="2021-10-03T06:20:16.755" v="1035" actId="13822"/>
          <ac:cxnSpMkLst>
            <pc:docMk/>
            <pc:sldMk cId="4243808713" sldId="283"/>
            <ac:cxnSpMk id="5" creationId="{C10E2D5B-3A8D-4926-A0E8-ADCDA6229757}"/>
          </ac:cxnSpMkLst>
        </pc:cxnChg>
        <pc:cxnChg chg="add mod">
          <ac:chgData name="Alessandro Edoardo Giorgio David" userId="f8954a66-e5ad-4a1c-9536-1d2117047f5f" providerId="ADAL" clId="{5FDFF4E9-53C5-47C3-A5F0-F9BF9C8F5EB8}" dt="2021-10-03T06:22:08.150" v="1058" actId="14100"/>
          <ac:cxnSpMkLst>
            <pc:docMk/>
            <pc:sldMk cId="4243808713" sldId="283"/>
            <ac:cxnSpMk id="7" creationId="{58EAAACD-5B47-437D-96AA-C7EFB46CA80D}"/>
          </ac:cxnSpMkLst>
        </pc:cxnChg>
        <pc:cxnChg chg="add mod">
          <ac:chgData name="Alessandro Edoardo Giorgio David" userId="f8954a66-e5ad-4a1c-9536-1d2117047f5f" providerId="ADAL" clId="{5FDFF4E9-53C5-47C3-A5F0-F9BF9C8F5EB8}" dt="2021-10-03T06:22:24.926" v="1062" actId="14100"/>
          <ac:cxnSpMkLst>
            <pc:docMk/>
            <pc:sldMk cId="4243808713" sldId="283"/>
            <ac:cxnSpMk id="9" creationId="{31C8B805-28C4-4261-B58C-97B515551F77}"/>
          </ac:cxnSpMkLst>
        </pc:cxnChg>
        <pc:cxnChg chg="add del">
          <ac:chgData name="Alessandro Edoardo Giorgio David" userId="f8954a66-e5ad-4a1c-9536-1d2117047f5f" providerId="ADAL" clId="{5FDFF4E9-53C5-47C3-A5F0-F9BF9C8F5EB8}" dt="2021-10-03T06:21:08.228" v="1042" actId="11529"/>
          <ac:cxnSpMkLst>
            <pc:docMk/>
            <pc:sldMk cId="4243808713" sldId="283"/>
            <ac:cxnSpMk id="12" creationId="{73E5FC76-80CF-42C7-A8CA-7C2529CD10F1}"/>
          </ac:cxnSpMkLst>
        </pc:cxnChg>
        <pc:cxnChg chg="add mod">
          <ac:chgData name="Alessandro Edoardo Giorgio David" userId="f8954a66-e5ad-4a1c-9536-1d2117047f5f" providerId="ADAL" clId="{5FDFF4E9-53C5-47C3-A5F0-F9BF9C8F5EB8}" dt="2021-10-03T06:27:33.726" v="1194" actId="14100"/>
          <ac:cxnSpMkLst>
            <pc:docMk/>
            <pc:sldMk cId="4243808713" sldId="283"/>
            <ac:cxnSpMk id="14" creationId="{F3867F79-E053-4A76-ADB5-17AB64D56617}"/>
          </ac:cxnSpMkLst>
        </pc:cxnChg>
        <pc:cxnChg chg="add mod">
          <ac:chgData name="Alessandro Edoardo Giorgio David" userId="f8954a66-e5ad-4a1c-9536-1d2117047f5f" providerId="ADAL" clId="{5FDFF4E9-53C5-47C3-A5F0-F9BF9C8F5EB8}" dt="2021-10-03T06:23:15.697" v="1073" actId="692"/>
          <ac:cxnSpMkLst>
            <pc:docMk/>
            <pc:sldMk cId="4243808713" sldId="283"/>
            <ac:cxnSpMk id="19" creationId="{D8A4B986-8C43-4D9A-B055-28E73F236E76}"/>
          </ac:cxnSpMkLst>
        </pc:cxnChg>
        <pc:cxnChg chg="add mod">
          <ac:chgData name="Alessandro Edoardo Giorgio David" userId="f8954a66-e5ad-4a1c-9536-1d2117047f5f" providerId="ADAL" clId="{5FDFF4E9-53C5-47C3-A5F0-F9BF9C8F5EB8}" dt="2021-10-03T06:23:52.300" v="1086" actId="692"/>
          <ac:cxnSpMkLst>
            <pc:docMk/>
            <pc:sldMk cId="4243808713" sldId="283"/>
            <ac:cxnSpMk id="21" creationId="{10922633-D38E-47F6-AE7A-9801C7E8BCBA}"/>
          </ac:cxnSpMkLst>
        </pc:cxnChg>
      </pc:sldChg>
      <pc:sldChg chg="addSp modSp new mod modClrScheme chgLayout">
        <pc:chgData name="Alessandro Edoardo Giorgio David" userId="f8954a66-e5ad-4a1c-9536-1d2117047f5f" providerId="ADAL" clId="{5FDFF4E9-53C5-47C3-A5F0-F9BF9C8F5EB8}" dt="2021-10-14T08:44:12.547" v="4711" actId="790"/>
        <pc:sldMkLst>
          <pc:docMk/>
          <pc:sldMk cId="635141253" sldId="284"/>
        </pc:sldMkLst>
        <pc:spChg chg="mod ord">
          <ac:chgData name="Alessandro Edoardo Giorgio David" userId="f8954a66-e5ad-4a1c-9536-1d2117047f5f" providerId="ADAL" clId="{5FDFF4E9-53C5-47C3-A5F0-F9BF9C8F5EB8}" dt="2021-10-03T07:15:56.044" v="1392" actId="700"/>
          <ac:spMkLst>
            <pc:docMk/>
            <pc:sldMk cId="635141253" sldId="284"/>
            <ac:spMk id="2" creationId="{BD78A895-6F4B-4F58-99A9-FCBD424BE747}"/>
          </ac:spMkLst>
        </pc:spChg>
        <pc:spChg chg="add mod ord">
          <ac:chgData name="Alessandro Edoardo Giorgio David" userId="f8954a66-e5ad-4a1c-9536-1d2117047f5f" providerId="ADAL" clId="{5FDFF4E9-53C5-47C3-A5F0-F9BF9C8F5EB8}" dt="2021-10-14T08:44:12.547" v="4711" actId="790"/>
          <ac:spMkLst>
            <pc:docMk/>
            <pc:sldMk cId="635141253" sldId="284"/>
            <ac:spMk id="3" creationId="{81DE557F-5669-4BE0-BA1C-1E081EF9102D}"/>
          </ac:spMkLst>
        </pc:spChg>
      </pc:sldChg>
      <pc:sldChg chg="del">
        <pc:chgData name="Alessandro Edoardo Giorgio David" userId="f8954a66-e5ad-4a1c-9536-1d2117047f5f" providerId="ADAL" clId="{5FDFF4E9-53C5-47C3-A5F0-F9BF9C8F5EB8}" dt="2021-10-03T05:10:03.446" v="2" actId="2696"/>
        <pc:sldMkLst>
          <pc:docMk/>
          <pc:sldMk cId="3662731702" sldId="284"/>
        </pc:sldMkLst>
      </pc:sldChg>
      <pc:sldChg chg="del">
        <pc:chgData name="Alessandro Edoardo Giorgio David" userId="f8954a66-e5ad-4a1c-9536-1d2117047f5f" providerId="ADAL" clId="{5FDFF4E9-53C5-47C3-A5F0-F9BF9C8F5EB8}" dt="2021-10-03T05:10:03.446" v="2" actId="2696"/>
        <pc:sldMkLst>
          <pc:docMk/>
          <pc:sldMk cId="1481967728" sldId="285"/>
        </pc:sldMkLst>
      </pc:sldChg>
      <pc:sldChg chg="modSp new mod">
        <pc:chgData name="Alessandro Edoardo Giorgio David" userId="f8954a66-e5ad-4a1c-9536-1d2117047f5f" providerId="ADAL" clId="{5FDFF4E9-53C5-47C3-A5F0-F9BF9C8F5EB8}" dt="2021-10-14T09:42:35.414" v="6379" actId="20577"/>
        <pc:sldMkLst>
          <pc:docMk/>
          <pc:sldMk cId="3133904207" sldId="285"/>
        </pc:sldMkLst>
        <pc:spChg chg="mod">
          <ac:chgData name="Alessandro Edoardo Giorgio David" userId="f8954a66-e5ad-4a1c-9536-1d2117047f5f" providerId="ADAL" clId="{5FDFF4E9-53C5-47C3-A5F0-F9BF9C8F5EB8}" dt="2021-10-03T07:20:36.103" v="1688" actId="122"/>
          <ac:spMkLst>
            <pc:docMk/>
            <pc:sldMk cId="3133904207" sldId="285"/>
            <ac:spMk id="2" creationId="{FC2F0574-29FB-4827-B6B9-73D98E82C48A}"/>
          </ac:spMkLst>
        </pc:spChg>
        <pc:spChg chg="mod">
          <ac:chgData name="Alessandro Edoardo Giorgio David" userId="f8954a66-e5ad-4a1c-9536-1d2117047f5f" providerId="ADAL" clId="{5FDFF4E9-53C5-47C3-A5F0-F9BF9C8F5EB8}" dt="2021-10-14T09:42:35.414" v="6379" actId="20577"/>
          <ac:spMkLst>
            <pc:docMk/>
            <pc:sldMk cId="3133904207" sldId="285"/>
            <ac:spMk id="3" creationId="{A5FE827F-BAEE-4509-A4EC-8280F7A60EAA}"/>
          </ac:spMkLst>
        </pc:spChg>
      </pc:sldChg>
      <pc:sldChg chg="modSp new mod">
        <pc:chgData name="Alessandro Edoardo Giorgio David" userId="f8954a66-e5ad-4a1c-9536-1d2117047f5f" providerId="ADAL" clId="{5FDFF4E9-53C5-47C3-A5F0-F9BF9C8F5EB8}" dt="2021-10-14T09:42:47.060" v="6380" actId="790"/>
        <pc:sldMkLst>
          <pc:docMk/>
          <pc:sldMk cId="900959649" sldId="286"/>
        </pc:sldMkLst>
        <pc:spChg chg="mod">
          <ac:chgData name="Alessandro Edoardo Giorgio David" userId="f8954a66-e5ad-4a1c-9536-1d2117047f5f" providerId="ADAL" clId="{5FDFF4E9-53C5-47C3-A5F0-F9BF9C8F5EB8}" dt="2021-10-14T09:42:47.060" v="6380" actId="790"/>
          <ac:spMkLst>
            <pc:docMk/>
            <pc:sldMk cId="900959649" sldId="286"/>
            <ac:spMk id="2" creationId="{25169F87-58DF-4424-A81E-CF7819CDDC4A}"/>
          </ac:spMkLst>
        </pc:spChg>
        <pc:spChg chg="mod">
          <ac:chgData name="Alessandro Edoardo Giorgio David" userId="f8954a66-e5ad-4a1c-9536-1d2117047f5f" providerId="ADAL" clId="{5FDFF4E9-53C5-47C3-A5F0-F9BF9C8F5EB8}" dt="2021-10-03T07:47:09.451" v="2678" actId="20577"/>
          <ac:spMkLst>
            <pc:docMk/>
            <pc:sldMk cId="900959649" sldId="286"/>
            <ac:spMk id="3" creationId="{DB89AAD1-9FE7-485D-A542-2CF2BD6F387F}"/>
          </ac:spMkLst>
        </pc:spChg>
      </pc:sldChg>
      <pc:sldChg chg="del">
        <pc:chgData name="Alessandro Edoardo Giorgio David" userId="f8954a66-e5ad-4a1c-9536-1d2117047f5f" providerId="ADAL" clId="{5FDFF4E9-53C5-47C3-A5F0-F9BF9C8F5EB8}" dt="2021-10-03T05:10:03.446" v="2" actId="2696"/>
        <pc:sldMkLst>
          <pc:docMk/>
          <pc:sldMk cId="2371319785" sldId="286"/>
        </pc:sldMkLst>
      </pc:sldChg>
      <pc:sldChg chg="addSp delSp modSp new mod modClrScheme chgLayout">
        <pc:chgData name="Alessandro Edoardo Giorgio David" userId="f8954a66-e5ad-4a1c-9536-1d2117047f5f" providerId="ADAL" clId="{5FDFF4E9-53C5-47C3-A5F0-F9BF9C8F5EB8}" dt="2021-10-14T10:05:39.190" v="6824" actId="20577"/>
        <pc:sldMkLst>
          <pc:docMk/>
          <pc:sldMk cId="1321102560" sldId="287"/>
        </pc:sldMkLst>
        <pc:spChg chg="del">
          <ac:chgData name="Alessandro Edoardo Giorgio David" userId="f8954a66-e5ad-4a1c-9536-1d2117047f5f" providerId="ADAL" clId="{5FDFF4E9-53C5-47C3-A5F0-F9BF9C8F5EB8}" dt="2021-10-03T07:31:26.359" v="2206" actId="700"/>
          <ac:spMkLst>
            <pc:docMk/>
            <pc:sldMk cId="1321102560" sldId="287"/>
            <ac:spMk id="2" creationId="{ED106F9F-6307-47E1-9AAD-437B25D85781}"/>
          </ac:spMkLst>
        </pc:spChg>
        <pc:spChg chg="del">
          <ac:chgData name="Alessandro Edoardo Giorgio David" userId="f8954a66-e5ad-4a1c-9536-1d2117047f5f" providerId="ADAL" clId="{5FDFF4E9-53C5-47C3-A5F0-F9BF9C8F5EB8}" dt="2021-10-03T07:31:26.359" v="2206" actId="700"/>
          <ac:spMkLst>
            <pc:docMk/>
            <pc:sldMk cId="1321102560" sldId="287"/>
            <ac:spMk id="3" creationId="{303FEE30-3D09-4CC5-A183-4D71B4DC2493}"/>
          </ac:spMkLst>
        </pc:spChg>
        <pc:spChg chg="add mod">
          <ac:chgData name="Alessandro Edoardo Giorgio David" userId="f8954a66-e5ad-4a1c-9536-1d2117047f5f" providerId="ADAL" clId="{5FDFF4E9-53C5-47C3-A5F0-F9BF9C8F5EB8}" dt="2021-10-14T10:05:39.190" v="6824" actId="20577"/>
          <ac:spMkLst>
            <pc:docMk/>
            <pc:sldMk cId="1321102560" sldId="287"/>
            <ac:spMk id="5" creationId="{C07F5C47-E20F-4431-8A20-4308EC6FF147}"/>
          </ac:spMkLst>
        </pc:spChg>
        <pc:picChg chg="add mod">
          <ac:chgData name="Alessandro Edoardo Giorgio David" userId="f8954a66-e5ad-4a1c-9536-1d2117047f5f" providerId="ADAL" clId="{5FDFF4E9-53C5-47C3-A5F0-F9BF9C8F5EB8}" dt="2021-10-03T07:44:58.388" v="2536" actId="12788"/>
          <ac:picMkLst>
            <pc:docMk/>
            <pc:sldMk cId="1321102560" sldId="287"/>
            <ac:picMk id="4" creationId="{42D4B6A6-D82A-4433-81B8-FCE3917563FD}"/>
          </ac:picMkLst>
        </pc:picChg>
      </pc:sldChg>
      <pc:sldChg chg="del">
        <pc:chgData name="Alessandro Edoardo Giorgio David" userId="f8954a66-e5ad-4a1c-9536-1d2117047f5f" providerId="ADAL" clId="{5FDFF4E9-53C5-47C3-A5F0-F9BF9C8F5EB8}" dt="2021-10-03T05:10:03.446" v="2" actId="2696"/>
        <pc:sldMkLst>
          <pc:docMk/>
          <pc:sldMk cId="2969909809" sldId="287"/>
        </pc:sldMkLst>
      </pc:sldChg>
      <pc:sldChg chg="addSp modSp new mod modClrScheme chgLayout">
        <pc:chgData name="Alessandro Edoardo Giorgio David" userId="f8954a66-e5ad-4a1c-9536-1d2117047f5f" providerId="ADAL" clId="{5FDFF4E9-53C5-47C3-A5F0-F9BF9C8F5EB8}" dt="2021-10-03T07:45:29.478" v="2539" actId="790"/>
        <pc:sldMkLst>
          <pc:docMk/>
          <pc:sldMk cId="2151033556" sldId="288"/>
        </pc:sldMkLst>
        <pc:spChg chg="add mod">
          <ac:chgData name="Alessandro Edoardo Giorgio David" userId="f8954a66-e5ad-4a1c-9536-1d2117047f5f" providerId="ADAL" clId="{5FDFF4E9-53C5-47C3-A5F0-F9BF9C8F5EB8}" dt="2021-10-03T07:45:29.478" v="2539" actId="790"/>
          <ac:spMkLst>
            <pc:docMk/>
            <pc:sldMk cId="2151033556" sldId="288"/>
            <ac:spMk id="2" creationId="{1E932992-84A9-4732-91A4-007D26BF4846}"/>
          </ac:spMkLst>
        </pc:spChg>
        <pc:spChg chg="add mod">
          <ac:chgData name="Alessandro Edoardo Giorgio David" userId="f8954a66-e5ad-4a1c-9536-1d2117047f5f" providerId="ADAL" clId="{5FDFF4E9-53C5-47C3-A5F0-F9BF9C8F5EB8}" dt="2021-10-03T07:42:28.833" v="2462" actId="5793"/>
          <ac:spMkLst>
            <pc:docMk/>
            <pc:sldMk cId="2151033556" sldId="288"/>
            <ac:spMk id="3" creationId="{DBCD111C-FA32-40F2-A207-9F6122AC31BB}"/>
          </ac:spMkLst>
        </pc:spChg>
      </pc:sldChg>
      <pc:sldChg chg="addSp modSp new mod modClrScheme chgLayout">
        <pc:chgData name="Alessandro Edoardo Giorgio David" userId="f8954a66-e5ad-4a1c-9536-1d2117047f5f" providerId="ADAL" clId="{5FDFF4E9-53C5-47C3-A5F0-F9BF9C8F5EB8}" dt="2021-10-15T11:03:27.305" v="13399" actId="20577"/>
        <pc:sldMkLst>
          <pc:docMk/>
          <pc:sldMk cId="3538181029" sldId="289"/>
        </pc:sldMkLst>
        <pc:spChg chg="add mod">
          <ac:chgData name="Alessandro Edoardo Giorgio David" userId="f8954a66-e5ad-4a1c-9536-1d2117047f5f" providerId="ADAL" clId="{5FDFF4E9-53C5-47C3-A5F0-F9BF9C8F5EB8}" dt="2021-10-03T07:47:55.297" v="2711" actId="122"/>
          <ac:spMkLst>
            <pc:docMk/>
            <pc:sldMk cId="3538181029" sldId="289"/>
            <ac:spMk id="2" creationId="{3A3D1CAE-62FC-47DC-8D82-F5A4BBB0089B}"/>
          </ac:spMkLst>
        </pc:spChg>
        <pc:spChg chg="add mod">
          <ac:chgData name="Alessandro Edoardo Giorgio David" userId="f8954a66-e5ad-4a1c-9536-1d2117047f5f" providerId="ADAL" clId="{5FDFF4E9-53C5-47C3-A5F0-F9BF9C8F5EB8}" dt="2021-10-15T11:03:27.305" v="13399" actId="20577"/>
          <ac:spMkLst>
            <pc:docMk/>
            <pc:sldMk cId="3538181029" sldId="289"/>
            <ac:spMk id="3" creationId="{D05D61AD-DFF9-42FC-8B7A-7395DC9AA61D}"/>
          </ac:spMkLst>
        </pc:spChg>
      </pc:sldChg>
      <pc:sldChg chg="modSp new mod">
        <pc:chgData name="Alessandro Edoardo Giorgio David" userId="f8954a66-e5ad-4a1c-9536-1d2117047f5f" providerId="ADAL" clId="{5FDFF4E9-53C5-47C3-A5F0-F9BF9C8F5EB8}" dt="2021-10-14T08:48:51.376" v="4768" actId="20577"/>
        <pc:sldMkLst>
          <pc:docMk/>
          <pc:sldMk cId="4047195485" sldId="290"/>
        </pc:sldMkLst>
        <pc:spChg chg="mod">
          <ac:chgData name="Alessandro Edoardo Giorgio David" userId="f8954a66-e5ad-4a1c-9536-1d2117047f5f" providerId="ADAL" clId="{5FDFF4E9-53C5-47C3-A5F0-F9BF9C8F5EB8}" dt="2021-10-03T07:57:50.738" v="2808" actId="122"/>
          <ac:spMkLst>
            <pc:docMk/>
            <pc:sldMk cId="4047195485" sldId="290"/>
            <ac:spMk id="2" creationId="{F7092D7F-8191-4795-B5B8-17970E69F4EF}"/>
          </ac:spMkLst>
        </pc:spChg>
        <pc:spChg chg="mod">
          <ac:chgData name="Alessandro Edoardo Giorgio David" userId="f8954a66-e5ad-4a1c-9536-1d2117047f5f" providerId="ADAL" clId="{5FDFF4E9-53C5-47C3-A5F0-F9BF9C8F5EB8}" dt="2021-10-14T08:48:51.376" v="4768" actId="20577"/>
          <ac:spMkLst>
            <pc:docMk/>
            <pc:sldMk cId="4047195485" sldId="290"/>
            <ac:spMk id="3" creationId="{CBF0FE1D-E497-4D04-AB9B-10BD1EFF6027}"/>
          </ac:spMkLst>
        </pc:spChg>
      </pc:sldChg>
      <pc:sldChg chg="addSp delSp modSp new mod modClrScheme chgLayout">
        <pc:chgData name="Alessandro Edoardo Giorgio David" userId="f8954a66-e5ad-4a1c-9536-1d2117047f5f" providerId="ADAL" clId="{5FDFF4E9-53C5-47C3-A5F0-F9BF9C8F5EB8}" dt="2021-10-03T13:00:40.433" v="3728" actId="12788"/>
        <pc:sldMkLst>
          <pc:docMk/>
          <pc:sldMk cId="3527628105" sldId="291"/>
        </pc:sldMkLst>
        <pc:spChg chg="mod ord">
          <ac:chgData name="Alessandro Edoardo Giorgio David" userId="f8954a66-e5ad-4a1c-9536-1d2117047f5f" providerId="ADAL" clId="{5FDFF4E9-53C5-47C3-A5F0-F9BF9C8F5EB8}" dt="2021-10-03T12:59:25.197" v="3720" actId="962"/>
          <ac:spMkLst>
            <pc:docMk/>
            <pc:sldMk cId="3527628105" sldId="291"/>
            <ac:spMk id="2" creationId="{532053BD-39A1-4E7F-BE5D-51D1CE8C517E}"/>
          </ac:spMkLst>
        </pc:spChg>
        <pc:spChg chg="del">
          <ac:chgData name="Alessandro Edoardo Giorgio David" userId="f8954a66-e5ad-4a1c-9536-1d2117047f5f" providerId="ADAL" clId="{5FDFF4E9-53C5-47C3-A5F0-F9BF9C8F5EB8}" dt="2021-10-03T12:39:25.678" v="3540" actId="700"/>
          <ac:spMkLst>
            <pc:docMk/>
            <pc:sldMk cId="3527628105" sldId="291"/>
            <ac:spMk id="3" creationId="{FE5C9DE2-5905-4A58-9C6F-6197AC79EC95}"/>
          </ac:spMkLst>
        </pc:spChg>
        <pc:spChg chg="add del mod">
          <ac:chgData name="Alessandro Edoardo Giorgio David" userId="f8954a66-e5ad-4a1c-9536-1d2117047f5f" providerId="ADAL" clId="{5FDFF4E9-53C5-47C3-A5F0-F9BF9C8F5EB8}" dt="2021-10-03T12:59:35.550" v="3721" actId="478"/>
          <ac:spMkLst>
            <pc:docMk/>
            <pc:sldMk cId="3527628105" sldId="291"/>
            <ac:spMk id="18" creationId="{39A46F78-F5EE-4679-9886-B9A09D204B1D}"/>
          </ac:spMkLst>
        </pc:spChg>
        <pc:spChg chg="add del mod">
          <ac:chgData name="Alessandro Edoardo Giorgio David" userId="f8954a66-e5ad-4a1c-9536-1d2117047f5f" providerId="ADAL" clId="{5FDFF4E9-53C5-47C3-A5F0-F9BF9C8F5EB8}" dt="2021-10-03T12:59:35.550" v="3721" actId="478"/>
          <ac:spMkLst>
            <pc:docMk/>
            <pc:sldMk cId="3527628105" sldId="291"/>
            <ac:spMk id="19" creationId="{63963638-9ECC-4843-A5FC-1F8455EBAD79}"/>
          </ac:spMkLst>
        </pc:spChg>
        <pc:spChg chg="add del mod">
          <ac:chgData name="Alessandro Edoardo Giorgio David" userId="f8954a66-e5ad-4a1c-9536-1d2117047f5f" providerId="ADAL" clId="{5FDFF4E9-53C5-47C3-A5F0-F9BF9C8F5EB8}" dt="2021-10-03T12:59:35.550" v="3721" actId="478"/>
          <ac:spMkLst>
            <pc:docMk/>
            <pc:sldMk cId="3527628105" sldId="291"/>
            <ac:spMk id="20" creationId="{5EAC39BB-CA14-49E9-80A0-9C84503B6BC5}"/>
          </ac:spMkLst>
        </pc:spChg>
        <pc:spChg chg="add del mod">
          <ac:chgData name="Alessandro Edoardo Giorgio David" userId="f8954a66-e5ad-4a1c-9536-1d2117047f5f" providerId="ADAL" clId="{5FDFF4E9-53C5-47C3-A5F0-F9BF9C8F5EB8}" dt="2021-10-03T12:59:35.550" v="3721" actId="478"/>
          <ac:spMkLst>
            <pc:docMk/>
            <pc:sldMk cId="3527628105" sldId="291"/>
            <ac:spMk id="21" creationId="{D0CC5C92-FC92-49FD-96A5-CF9D65203321}"/>
          </ac:spMkLst>
        </pc:spChg>
        <pc:spChg chg="add del mod">
          <ac:chgData name="Alessandro Edoardo Giorgio David" userId="f8954a66-e5ad-4a1c-9536-1d2117047f5f" providerId="ADAL" clId="{5FDFF4E9-53C5-47C3-A5F0-F9BF9C8F5EB8}" dt="2021-10-03T12:59:35.550" v="3721" actId="478"/>
          <ac:spMkLst>
            <pc:docMk/>
            <pc:sldMk cId="3527628105" sldId="291"/>
            <ac:spMk id="22" creationId="{FD917E23-B6D3-4ECC-A7C4-1243625CD6CF}"/>
          </ac:spMkLst>
        </pc:spChg>
        <pc:spChg chg="add del mod">
          <ac:chgData name="Alessandro Edoardo Giorgio David" userId="f8954a66-e5ad-4a1c-9536-1d2117047f5f" providerId="ADAL" clId="{5FDFF4E9-53C5-47C3-A5F0-F9BF9C8F5EB8}" dt="2021-10-03T12:59:35.550" v="3721" actId="478"/>
          <ac:spMkLst>
            <pc:docMk/>
            <pc:sldMk cId="3527628105" sldId="291"/>
            <ac:spMk id="23" creationId="{D439191C-3F3B-49C3-8AAD-09F6D81BD16B}"/>
          </ac:spMkLst>
        </pc:spChg>
        <pc:spChg chg="add del mod">
          <ac:chgData name="Alessandro Edoardo Giorgio David" userId="f8954a66-e5ad-4a1c-9536-1d2117047f5f" providerId="ADAL" clId="{5FDFF4E9-53C5-47C3-A5F0-F9BF9C8F5EB8}" dt="2021-10-03T12:59:35.550" v="3721" actId="478"/>
          <ac:spMkLst>
            <pc:docMk/>
            <pc:sldMk cId="3527628105" sldId="291"/>
            <ac:spMk id="29" creationId="{81692629-1036-4343-B27E-5AD9DAD1630D}"/>
          </ac:spMkLst>
        </pc:spChg>
        <pc:spChg chg="add del mod">
          <ac:chgData name="Alessandro Edoardo Giorgio David" userId="f8954a66-e5ad-4a1c-9536-1d2117047f5f" providerId="ADAL" clId="{5FDFF4E9-53C5-47C3-A5F0-F9BF9C8F5EB8}" dt="2021-10-03T12:59:35.550" v="3721" actId="478"/>
          <ac:spMkLst>
            <pc:docMk/>
            <pc:sldMk cId="3527628105" sldId="291"/>
            <ac:spMk id="30" creationId="{603F507D-77DC-48DC-A0BB-6E181E02595D}"/>
          </ac:spMkLst>
        </pc:spChg>
        <pc:spChg chg="add del mod">
          <ac:chgData name="Alessandro Edoardo Giorgio David" userId="f8954a66-e5ad-4a1c-9536-1d2117047f5f" providerId="ADAL" clId="{5FDFF4E9-53C5-47C3-A5F0-F9BF9C8F5EB8}" dt="2021-10-03T12:59:35.550" v="3721" actId="478"/>
          <ac:spMkLst>
            <pc:docMk/>
            <pc:sldMk cId="3527628105" sldId="291"/>
            <ac:spMk id="31" creationId="{6A3A1A08-56DD-452D-8BA1-B3521859B64C}"/>
          </ac:spMkLst>
        </pc:spChg>
        <pc:spChg chg="add del mod">
          <ac:chgData name="Alessandro Edoardo Giorgio David" userId="f8954a66-e5ad-4a1c-9536-1d2117047f5f" providerId="ADAL" clId="{5FDFF4E9-53C5-47C3-A5F0-F9BF9C8F5EB8}" dt="2021-10-03T12:59:35.550" v="3721" actId="478"/>
          <ac:spMkLst>
            <pc:docMk/>
            <pc:sldMk cId="3527628105" sldId="291"/>
            <ac:spMk id="32" creationId="{C04E0310-0630-433E-A9EF-87C567D0E64A}"/>
          </ac:spMkLst>
        </pc:spChg>
        <pc:spChg chg="add del mod">
          <ac:chgData name="Alessandro Edoardo Giorgio David" userId="f8954a66-e5ad-4a1c-9536-1d2117047f5f" providerId="ADAL" clId="{5FDFF4E9-53C5-47C3-A5F0-F9BF9C8F5EB8}" dt="2021-10-03T12:59:35.550" v="3721" actId="478"/>
          <ac:spMkLst>
            <pc:docMk/>
            <pc:sldMk cId="3527628105" sldId="291"/>
            <ac:spMk id="33" creationId="{45DB913F-2935-4487-8A29-25825CF071C6}"/>
          </ac:spMkLst>
        </pc:spChg>
        <pc:spChg chg="add del mod">
          <ac:chgData name="Alessandro Edoardo Giorgio David" userId="f8954a66-e5ad-4a1c-9536-1d2117047f5f" providerId="ADAL" clId="{5FDFF4E9-53C5-47C3-A5F0-F9BF9C8F5EB8}" dt="2021-10-03T12:59:35.550" v="3721" actId="478"/>
          <ac:spMkLst>
            <pc:docMk/>
            <pc:sldMk cId="3527628105" sldId="291"/>
            <ac:spMk id="34" creationId="{362F505A-9183-419B-8E82-BF1ECAD6265C}"/>
          </ac:spMkLst>
        </pc:spChg>
        <pc:picChg chg="add mod">
          <ac:chgData name="Alessandro Edoardo Giorgio David" userId="f8954a66-e5ad-4a1c-9536-1d2117047f5f" providerId="ADAL" clId="{5FDFF4E9-53C5-47C3-A5F0-F9BF9C8F5EB8}" dt="2021-10-03T13:00:40.433" v="3728" actId="12788"/>
          <ac:picMkLst>
            <pc:docMk/>
            <pc:sldMk cId="3527628105" sldId="291"/>
            <ac:picMk id="38" creationId="{50D31379-CDF9-4606-8E3E-8A55287B225F}"/>
          </ac:picMkLst>
        </pc:picChg>
        <pc:cxnChg chg="add del">
          <ac:chgData name="Alessandro Edoardo Giorgio David" userId="f8954a66-e5ad-4a1c-9536-1d2117047f5f" providerId="ADAL" clId="{5FDFF4E9-53C5-47C3-A5F0-F9BF9C8F5EB8}" dt="2021-10-03T12:39:48.912" v="3542" actId="11529"/>
          <ac:cxnSpMkLst>
            <pc:docMk/>
            <pc:sldMk cId="3527628105" sldId="291"/>
            <ac:cxnSpMk id="5" creationId="{52B45F57-7B61-4764-B9E1-5D7D3C468D04}"/>
          </ac:cxnSpMkLst>
        </pc:cxnChg>
        <pc:cxnChg chg="add del">
          <ac:chgData name="Alessandro Edoardo Giorgio David" userId="f8954a66-e5ad-4a1c-9536-1d2117047f5f" providerId="ADAL" clId="{5FDFF4E9-53C5-47C3-A5F0-F9BF9C8F5EB8}" dt="2021-10-03T12:40:50.321" v="3544" actId="21"/>
          <ac:cxnSpMkLst>
            <pc:docMk/>
            <pc:sldMk cId="3527628105" sldId="291"/>
            <ac:cxnSpMk id="7" creationId="{876C5801-C1DD-44F1-82CF-16AD8CCB534E}"/>
          </ac:cxnSpMkLst>
        </pc:cxnChg>
        <pc:cxnChg chg="add del mod">
          <ac:chgData name="Alessandro Edoardo Giorgio David" userId="f8954a66-e5ad-4a1c-9536-1d2117047f5f" providerId="ADAL" clId="{5FDFF4E9-53C5-47C3-A5F0-F9BF9C8F5EB8}" dt="2021-10-03T12:59:35.550" v="3721" actId="478"/>
          <ac:cxnSpMkLst>
            <pc:docMk/>
            <pc:sldMk cId="3527628105" sldId="291"/>
            <ac:cxnSpMk id="9" creationId="{45799F6F-1014-4C5E-87DF-5B4AC7114884}"/>
          </ac:cxnSpMkLst>
        </pc:cxnChg>
        <pc:cxnChg chg="add del mod">
          <ac:chgData name="Alessandro Edoardo Giorgio David" userId="f8954a66-e5ad-4a1c-9536-1d2117047f5f" providerId="ADAL" clId="{5FDFF4E9-53C5-47C3-A5F0-F9BF9C8F5EB8}" dt="2021-10-03T12:59:35.550" v="3721" actId="478"/>
          <ac:cxnSpMkLst>
            <pc:docMk/>
            <pc:sldMk cId="3527628105" sldId="291"/>
            <ac:cxnSpMk id="11" creationId="{7E2FC5B9-ACEF-4959-8CDD-DA13BD5516E2}"/>
          </ac:cxnSpMkLst>
        </pc:cxnChg>
        <pc:cxnChg chg="add del mod">
          <ac:chgData name="Alessandro Edoardo Giorgio David" userId="f8954a66-e5ad-4a1c-9536-1d2117047f5f" providerId="ADAL" clId="{5FDFF4E9-53C5-47C3-A5F0-F9BF9C8F5EB8}" dt="2021-10-03T12:59:35.550" v="3721" actId="478"/>
          <ac:cxnSpMkLst>
            <pc:docMk/>
            <pc:sldMk cId="3527628105" sldId="291"/>
            <ac:cxnSpMk id="13" creationId="{67EFA83B-4164-4917-BEAE-354083716100}"/>
          </ac:cxnSpMkLst>
        </pc:cxnChg>
        <pc:cxnChg chg="add del mod">
          <ac:chgData name="Alessandro Edoardo Giorgio David" userId="f8954a66-e5ad-4a1c-9536-1d2117047f5f" providerId="ADAL" clId="{5FDFF4E9-53C5-47C3-A5F0-F9BF9C8F5EB8}" dt="2021-10-03T12:59:35.550" v="3721" actId="478"/>
          <ac:cxnSpMkLst>
            <pc:docMk/>
            <pc:sldMk cId="3527628105" sldId="291"/>
            <ac:cxnSpMk id="15" creationId="{EFE0A2C2-AFFF-4208-B33C-3BEA2CBF9287}"/>
          </ac:cxnSpMkLst>
        </pc:cxnChg>
        <pc:cxnChg chg="add del mod">
          <ac:chgData name="Alessandro Edoardo Giorgio David" userId="f8954a66-e5ad-4a1c-9536-1d2117047f5f" providerId="ADAL" clId="{5FDFF4E9-53C5-47C3-A5F0-F9BF9C8F5EB8}" dt="2021-10-03T12:59:35.550" v="3721" actId="478"/>
          <ac:cxnSpMkLst>
            <pc:docMk/>
            <pc:sldMk cId="3527628105" sldId="291"/>
            <ac:cxnSpMk id="17" creationId="{3C0D17E1-A2CC-43B7-AD12-53084BEE2050}"/>
          </ac:cxnSpMkLst>
        </pc:cxnChg>
        <pc:cxnChg chg="add del mod">
          <ac:chgData name="Alessandro Edoardo Giorgio David" userId="f8954a66-e5ad-4a1c-9536-1d2117047f5f" providerId="ADAL" clId="{5FDFF4E9-53C5-47C3-A5F0-F9BF9C8F5EB8}" dt="2021-10-03T12:59:35.550" v="3721" actId="478"/>
          <ac:cxnSpMkLst>
            <pc:docMk/>
            <pc:sldMk cId="3527628105" sldId="291"/>
            <ac:cxnSpMk id="24" creationId="{58C59EA2-6C12-47AE-840F-81957EEBD9A9}"/>
          </ac:cxnSpMkLst>
        </pc:cxnChg>
        <pc:cxnChg chg="add del mod">
          <ac:chgData name="Alessandro Edoardo Giorgio David" userId="f8954a66-e5ad-4a1c-9536-1d2117047f5f" providerId="ADAL" clId="{5FDFF4E9-53C5-47C3-A5F0-F9BF9C8F5EB8}" dt="2021-10-03T12:59:35.550" v="3721" actId="478"/>
          <ac:cxnSpMkLst>
            <pc:docMk/>
            <pc:sldMk cId="3527628105" sldId="291"/>
            <ac:cxnSpMk id="25" creationId="{76BB2930-F258-483E-8C5C-BFC56BE67BDC}"/>
          </ac:cxnSpMkLst>
        </pc:cxnChg>
        <pc:cxnChg chg="add del mod">
          <ac:chgData name="Alessandro Edoardo Giorgio David" userId="f8954a66-e5ad-4a1c-9536-1d2117047f5f" providerId="ADAL" clId="{5FDFF4E9-53C5-47C3-A5F0-F9BF9C8F5EB8}" dt="2021-10-03T12:59:35.550" v="3721" actId="478"/>
          <ac:cxnSpMkLst>
            <pc:docMk/>
            <pc:sldMk cId="3527628105" sldId="291"/>
            <ac:cxnSpMk id="26" creationId="{7057C2C7-E2F0-4D64-B7F3-43A8C5A5587E}"/>
          </ac:cxnSpMkLst>
        </pc:cxnChg>
        <pc:cxnChg chg="add del mod">
          <ac:chgData name="Alessandro Edoardo Giorgio David" userId="f8954a66-e5ad-4a1c-9536-1d2117047f5f" providerId="ADAL" clId="{5FDFF4E9-53C5-47C3-A5F0-F9BF9C8F5EB8}" dt="2021-10-03T12:59:35.550" v="3721" actId="478"/>
          <ac:cxnSpMkLst>
            <pc:docMk/>
            <pc:sldMk cId="3527628105" sldId="291"/>
            <ac:cxnSpMk id="27" creationId="{D5E3FA2B-5332-4780-8BB4-5FE3CFBAF1E4}"/>
          </ac:cxnSpMkLst>
        </pc:cxnChg>
        <pc:cxnChg chg="add del mod">
          <ac:chgData name="Alessandro Edoardo Giorgio David" userId="f8954a66-e5ad-4a1c-9536-1d2117047f5f" providerId="ADAL" clId="{5FDFF4E9-53C5-47C3-A5F0-F9BF9C8F5EB8}" dt="2021-10-03T12:59:35.550" v="3721" actId="478"/>
          <ac:cxnSpMkLst>
            <pc:docMk/>
            <pc:sldMk cId="3527628105" sldId="291"/>
            <ac:cxnSpMk id="28" creationId="{5BAD85B0-55C4-4172-A5E7-1493B0B57B6D}"/>
          </ac:cxnSpMkLst>
        </pc:cxnChg>
        <pc:cxnChg chg="add del mod">
          <ac:chgData name="Alessandro Edoardo Giorgio David" userId="f8954a66-e5ad-4a1c-9536-1d2117047f5f" providerId="ADAL" clId="{5FDFF4E9-53C5-47C3-A5F0-F9BF9C8F5EB8}" dt="2021-10-03T12:59:35.550" v="3721" actId="478"/>
          <ac:cxnSpMkLst>
            <pc:docMk/>
            <pc:sldMk cId="3527628105" sldId="291"/>
            <ac:cxnSpMk id="36" creationId="{533A33A0-61D8-4B80-8674-95757D5FD459}"/>
          </ac:cxnSpMkLst>
        </pc:cxnChg>
      </pc:sldChg>
      <pc:sldChg chg="addSp delSp modSp new mod modClrScheme chgLayout">
        <pc:chgData name="Alessandro Edoardo Giorgio David" userId="f8954a66-e5ad-4a1c-9536-1d2117047f5f" providerId="ADAL" clId="{5FDFF4E9-53C5-47C3-A5F0-F9BF9C8F5EB8}" dt="2021-10-03T13:22:11.043" v="4216" actId="20577"/>
        <pc:sldMkLst>
          <pc:docMk/>
          <pc:sldMk cId="78677205" sldId="292"/>
        </pc:sldMkLst>
        <pc:spChg chg="del mod ord">
          <ac:chgData name="Alessandro Edoardo Giorgio David" userId="f8954a66-e5ad-4a1c-9536-1d2117047f5f" providerId="ADAL" clId="{5FDFF4E9-53C5-47C3-A5F0-F9BF9C8F5EB8}" dt="2021-10-03T13:01:08.681" v="3730" actId="700"/>
          <ac:spMkLst>
            <pc:docMk/>
            <pc:sldMk cId="78677205" sldId="292"/>
            <ac:spMk id="2" creationId="{7655245F-3F20-4BC2-8A59-44C965C05D4C}"/>
          </ac:spMkLst>
        </pc:spChg>
        <pc:spChg chg="add mod ord">
          <ac:chgData name="Alessandro Edoardo Giorgio David" userId="f8954a66-e5ad-4a1c-9536-1d2117047f5f" providerId="ADAL" clId="{5FDFF4E9-53C5-47C3-A5F0-F9BF9C8F5EB8}" dt="2021-10-03T13:01:22.657" v="3734" actId="122"/>
          <ac:spMkLst>
            <pc:docMk/>
            <pc:sldMk cId="78677205" sldId="292"/>
            <ac:spMk id="3" creationId="{5E228ED5-007F-42D9-BD30-4C1C72525E16}"/>
          </ac:spMkLst>
        </pc:spChg>
        <pc:spChg chg="add mod ord">
          <ac:chgData name="Alessandro Edoardo Giorgio David" userId="f8954a66-e5ad-4a1c-9536-1d2117047f5f" providerId="ADAL" clId="{5FDFF4E9-53C5-47C3-A5F0-F9BF9C8F5EB8}" dt="2021-10-03T13:22:11.043" v="4216" actId="20577"/>
          <ac:spMkLst>
            <pc:docMk/>
            <pc:sldMk cId="78677205" sldId="292"/>
            <ac:spMk id="4" creationId="{575C9774-517C-463E-8FE3-BA19EC3D810D}"/>
          </ac:spMkLst>
        </pc:spChg>
      </pc:sldChg>
      <pc:sldChg chg="modSp mod">
        <pc:chgData name="Alessandro Edoardo Giorgio David" userId="f8954a66-e5ad-4a1c-9536-1d2117047f5f" providerId="ADAL" clId="{5FDFF4E9-53C5-47C3-A5F0-F9BF9C8F5EB8}" dt="2021-10-14T08:41:58.806" v="4710" actId="20577"/>
        <pc:sldMkLst>
          <pc:docMk/>
          <pc:sldMk cId="1981222871" sldId="297"/>
        </pc:sldMkLst>
        <pc:spChg chg="mod">
          <ac:chgData name="Alessandro Edoardo Giorgio David" userId="f8954a66-e5ad-4a1c-9536-1d2117047f5f" providerId="ADAL" clId="{5FDFF4E9-53C5-47C3-A5F0-F9BF9C8F5EB8}" dt="2021-10-14T08:41:58.806" v="4710" actId="20577"/>
          <ac:spMkLst>
            <pc:docMk/>
            <pc:sldMk cId="1981222871" sldId="297"/>
            <ac:spMk id="3" creationId="{AE4B30A5-ABDC-4804-B7BC-2B832A4E39F9}"/>
          </ac:spMkLst>
        </pc:spChg>
      </pc:sldChg>
      <pc:sldChg chg="addSp delSp modSp add mod ord">
        <pc:chgData name="Alessandro Edoardo Giorgio David" userId="f8954a66-e5ad-4a1c-9536-1d2117047f5f" providerId="ADAL" clId="{5FDFF4E9-53C5-47C3-A5F0-F9BF9C8F5EB8}" dt="2021-10-14T08:46:44.792" v="4724" actId="12788"/>
        <pc:sldMkLst>
          <pc:docMk/>
          <pc:sldMk cId="2671126931" sldId="298"/>
        </pc:sldMkLst>
        <pc:spChg chg="mod">
          <ac:chgData name="Alessandro Edoardo Giorgio David" userId="f8954a66-e5ad-4a1c-9536-1d2117047f5f" providerId="ADAL" clId="{5FDFF4E9-53C5-47C3-A5F0-F9BF9C8F5EB8}" dt="2021-10-14T08:46:09.698" v="4720" actId="20577"/>
          <ac:spMkLst>
            <pc:docMk/>
            <pc:sldMk cId="2671126931" sldId="298"/>
            <ac:spMk id="2" creationId="{532053BD-39A1-4E7F-BE5D-51D1CE8C517E}"/>
          </ac:spMkLst>
        </pc:spChg>
        <pc:picChg chg="add mod">
          <ac:chgData name="Alessandro Edoardo Giorgio David" userId="f8954a66-e5ad-4a1c-9536-1d2117047f5f" providerId="ADAL" clId="{5FDFF4E9-53C5-47C3-A5F0-F9BF9C8F5EB8}" dt="2021-10-14T08:46:44.792" v="4724" actId="12788"/>
          <ac:picMkLst>
            <pc:docMk/>
            <pc:sldMk cId="2671126931" sldId="298"/>
            <ac:picMk id="4" creationId="{679E0838-24A0-40ED-9C01-1791737B7ED0}"/>
          </ac:picMkLst>
        </pc:picChg>
        <pc:picChg chg="del">
          <ac:chgData name="Alessandro Edoardo Giorgio David" userId="f8954a66-e5ad-4a1c-9536-1d2117047f5f" providerId="ADAL" clId="{5FDFF4E9-53C5-47C3-A5F0-F9BF9C8F5EB8}" dt="2021-10-14T08:46:29.743" v="4721" actId="478"/>
          <ac:picMkLst>
            <pc:docMk/>
            <pc:sldMk cId="2671126931" sldId="298"/>
            <ac:picMk id="38" creationId="{50D31379-CDF9-4606-8E3E-8A55287B225F}"/>
          </ac:picMkLst>
        </pc:picChg>
      </pc:sldChg>
      <pc:sldChg chg="addSp modSp new mod modClrScheme chgLayout">
        <pc:chgData name="Alessandro Edoardo Giorgio David" userId="f8954a66-e5ad-4a1c-9536-1d2117047f5f" providerId="ADAL" clId="{5FDFF4E9-53C5-47C3-A5F0-F9BF9C8F5EB8}" dt="2021-10-14T08:56:53.828" v="4979" actId="20577"/>
        <pc:sldMkLst>
          <pc:docMk/>
          <pc:sldMk cId="78863668" sldId="299"/>
        </pc:sldMkLst>
        <pc:spChg chg="mod ord">
          <ac:chgData name="Alessandro Edoardo Giorgio David" userId="f8954a66-e5ad-4a1c-9536-1d2117047f5f" providerId="ADAL" clId="{5FDFF4E9-53C5-47C3-A5F0-F9BF9C8F5EB8}" dt="2021-10-14T08:50:26.543" v="4808" actId="700"/>
          <ac:spMkLst>
            <pc:docMk/>
            <pc:sldMk cId="78863668" sldId="299"/>
            <ac:spMk id="2" creationId="{3DF172C8-9446-4F6B-9EA3-49C9E629D1E9}"/>
          </ac:spMkLst>
        </pc:spChg>
        <pc:spChg chg="add mod ord">
          <ac:chgData name="Alessandro Edoardo Giorgio David" userId="f8954a66-e5ad-4a1c-9536-1d2117047f5f" providerId="ADAL" clId="{5FDFF4E9-53C5-47C3-A5F0-F9BF9C8F5EB8}" dt="2021-10-14T08:56:53.828" v="4979" actId="20577"/>
          <ac:spMkLst>
            <pc:docMk/>
            <pc:sldMk cId="78863668" sldId="299"/>
            <ac:spMk id="3" creationId="{8D382115-20B8-489F-8316-7B8DB06B5FA0}"/>
          </ac:spMkLst>
        </pc:spChg>
        <pc:picChg chg="add mod">
          <ac:chgData name="Alessandro Edoardo Giorgio David" userId="f8954a66-e5ad-4a1c-9536-1d2117047f5f" providerId="ADAL" clId="{5FDFF4E9-53C5-47C3-A5F0-F9BF9C8F5EB8}" dt="2021-10-14T08:53:00.167" v="4927" actId="14100"/>
          <ac:picMkLst>
            <pc:docMk/>
            <pc:sldMk cId="78863668" sldId="299"/>
            <ac:picMk id="5" creationId="{104E750C-05D0-4F84-8DE9-D9A9BC02D734}"/>
          </ac:picMkLst>
        </pc:picChg>
      </pc:sldChg>
      <pc:sldChg chg="modSp new mod">
        <pc:chgData name="Alessandro Edoardo Giorgio David" userId="f8954a66-e5ad-4a1c-9536-1d2117047f5f" providerId="ADAL" clId="{5FDFF4E9-53C5-47C3-A5F0-F9BF9C8F5EB8}" dt="2021-10-14T09:00:51.833" v="5319" actId="20577"/>
        <pc:sldMkLst>
          <pc:docMk/>
          <pc:sldMk cId="2186609173" sldId="300"/>
        </pc:sldMkLst>
        <pc:spChg chg="mod">
          <ac:chgData name="Alessandro Edoardo Giorgio David" userId="f8954a66-e5ad-4a1c-9536-1d2117047f5f" providerId="ADAL" clId="{5FDFF4E9-53C5-47C3-A5F0-F9BF9C8F5EB8}" dt="2021-10-14T08:58:05.661" v="4982" actId="122"/>
          <ac:spMkLst>
            <pc:docMk/>
            <pc:sldMk cId="2186609173" sldId="300"/>
            <ac:spMk id="2" creationId="{C0BEE215-7AD2-49D8-ADF8-9A3F4529AB73}"/>
          </ac:spMkLst>
        </pc:spChg>
        <pc:spChg chg="mod">
          <ac:chgData name="Alessandro Edoardo Giorgio David" userId="f8954a66-e5ad-4a1c-9536-1d2117047f5f" providerId="ADAL" clId="{5FDFF4E9-53C5-47C3-A5F0-F9BF9C8F5EB8}" dt="2021-10-14T09:00:51.833" v="5319" actId="20577"/>
          <ac:spMkLst>
            <pc:docMk/>
            <pc:sldMk cId="2186609173" sldId="300"/>
            <ac:spMk id="3" creationId="{B5D701F4-31CA-4D20-B98F-BA0FA472F1B7}"/>
          </ac:spMkLst>
        </pc:spChg>
      </pc:sldChg>
      <pc:sldChg chg="modSp add mod ord">
        <pc:chgData name="Alessandro Edoardo Giorgio David" userId="f8954a66-e5ad-4a1c-9536-1d2117047f5f" providerId="ADAL" clId="{5FDFF4E9-53C5-47C3-A5F0-F9BF9C8F5EB8}" dt="2021-10-14T09:26:37.144" v="5790" actId="21"/>
        <pc:sldMkLst>
          <pc:docMk/>
          <pc:sldMk cId="97904441" sldId="301"/>
        </pc:sldMkLst>
        <pc:spChg chg="mod">
          <ac:chgData name="Alessandro Edoardo Giorgio David" userId="f8954a66-e5ad-4a1c-9536-1d2117047f5f" providerId="ADAL" clId="{5FDFF4E9-53C5-47C3-A5F0-F9BF9C8F5EB8}" dt="2021-10-14T09:01:25.537" v="5327" actId="20577"/>
          <ac:spMkLst>
            <pc:docMk/>
            <pc:sldMk cId="97904441" sldId="301"/>
            <ac:spMk id="3" creationId="{5E228ED5-007F-42D9-BD30-4C1C72525E16}"/>
          </ac:spMkLst>
        </pc:spChg>
        <pc:spChg chg="mod">
          <ac:chgData name="Alessandro Edoardo Giorgio David" userId="f8954a66-e5ad-4a1c-9536-1d2117047f5f" providerId="ADAL" clId="{5FDFF4E9-53C5-47C3-A5F0-F9BF9C8F5EB8}" dt="2021-10-14T09:26:37.144" v="5790" actId="21"/>
          <ac:spMkLst>
            <pc:docMk/>
            <pc:sldMk cId="97904441" sldId="301"/>
            <ac:spMk id="4" creationId="{575C9774-517C-463E-8FE3-BA19EC3D810D}"/>
          </ac:spMkLst>
        </pc:spChg>
      </pc:sldChg>
      <pc:sldChg chg="addSp modSp new del mod">
        <pc:chgData name="Alessandro Edoardo Giorgio David" userId="f8954a66-e5ad-4a1c-9536-1d2117047f5f" providerId="ADAL" clId="{5FDFF4E9-53C5-47C3-A5F0-F9BF9C8F5EB8}" dt="2021-10-14T09:21:56.693" v="5664" actId="2696"/>
        <pc:sldMkLst>
          <pc:docMk/>
          <pc:sldMk cId="218272537" sldId="302"/>
        </pc:sldMkLst>
        <pc:spChg chg="mod">
          <ac:chgData name="Alessandro Edoardo Giorgio David" userId="f8954a66-e5ad-4a1c-9536-1d2117047f5f" providerId="ADAL" clId="{5FDFF4E9-53C5-47C3-A5F0-F9BF9C8F5EB8}" dt="2021-10-14T09:20:17.809" v="5652" actId="122"/>
          <ac:spMkLst>
            <pc:docMk/>
            <pc:sldMk cId="218272537" sldId="302"/>
            <ac:spMk id="2" creationId="{71F720A0-B4A0-4491-A7AE-C2FA15549BE6}"/>
          </ac:spMkLst>
        </pc:spChg>
        <pc:spChg chg="add mod">
          <ac:chgData name="Alessandro Edoardo Giorgio David" userId="f8954a66-e5ad-4a1c-9536-1d2117047f5f" providerId="ADAL" clId="{5FDFF4E9-53C5-47C3-A5F0-F9BF9C8F5EB8}" dt="2021-10-14T09:19:41.283" v="5617" actId="14100"/>
          <ac:spMkLst>
            <pc:docMk/>
            <pc:sldMk cId="218272537" sldId="302"/>
            <ac:spMk id="14" creationId="{A2161BEA-F911-4EB1-8FE1-02BDA33D0042}"/>
          </ac:spMkLst>
        </pc:spChg>
        <pc:cxnChg chg="add mod">
          <ac:chgData name="Alessandro Edoardo Giorgio David" userId="f8954a66-e5ad-4a1c-9536-1d2117047f5f" providerId="ADAL" clId="{5FDFF4E9-53C5-47C3-A5F0-F9BF9C8F5EB8}" dt="2021-10-14T09:17:26.782" v="5572" actId="1076"/>
          <ac:cxnSpMkLst>
            <pc:docMk/>
            <pc:sldMk cId="218272537" sldId="302"/>
            <ac:cxnSpMk id="4" creationId="{4AD71B6B-A5EA-436D-946D-AC7965842EBE}"/>
          </ac:cxnSpMkLst>
        </pc:cxnChg>
        <pc:cxnChg chg="add mod">
          <ac:chgData name="Alessandro Edoardo Giorgio David" userId="f8954a66-e5ad-4a1c-9536-1d2117047f5f" providerId="ADAL" clId="{5FDFF4E9-53C5-47C3-A5F0-F9BF9C8F5EB8}" dt="2021-10-14T09:16:02.283" v="5560" actId="692"/>
          <ac:cxnSpMkLst>
            <pc:docMk/>
            <pc:sldMk cId="218272537" sldId="302"/>
            <ac:cxnSpMk id="6" creationId="{74D78FA8-E37D-4FF6-A28F-BEEF11F902A4}"/>
          </ac:cxnSpMkLst>
        </pc:cxnChg>
        <pc:cxnChg chg="add mod">
          <ac:chgData name="Alessandro Edoardo Giorgio David" userId="f8954a66-e5ad-4a1c-9536-1d2117047f5f" providerId="ADAL" clId="{5FDFF4E9-53C5-47C3-A5F0-F9BF9C8F5EB8}" dt="2021-10-14T09:17:04.575" v="5570" actId="692"/>
          <ac:cxnSpMkLst>
            <pc:docMk/>
            <pc:sldMk cId="218272537" sldId="302"/>
            <ac:cxnSpMk id="8" creationId="{8D1BBEAF-9872-49B1-BC1D-ACB4D6CCEA0A}"/>
          </ac:cxnSpMkLst>
        </pc:cxnChg>
        <pc:cxnChg chg="add mod">
          <ac:chgData name="Alessandro Edoardo Giorgio David" userId="f8954a66-e5ad-4a1c-9536-1d2117047f5f" providerId="ADAL" clId="{5FDFF4E9-53C5-47C3-A5F0-F9BF9C8F5EB8}" dt="2021-10-14T09:17:50.223" v="5582" actId="692"/>
          <ac:cxnSpMkLst>
            <pc:docMk/>
            <pc:sldMk cId="218272537" sldId="302"/>
            <ac:cxnSpMk id="11" creationId="{9D4EEB14-2537-4D36-9520-37EB3FB5671B}"/>
          </ac:cxnSpMkLst>
        </pc:cxnChg>
        <pc:cxnChg chg="add mod">
          <ac:chgData name="Alessandro Edoardo Giorgio David" userId="f8954a66-e5ad-4a1c-9536-1d2117047f5f" providerId="ADAL" clId="{5FDFF4E9-53C5-47C3-A5F0-F9BF9C8F5EB8}" dt="2021-10-14T09:19:05.675" v="5602" actId="692"/>
          <ac:cxnSpMkLst>
            <pc:docMk/>
            <pc:sldMk cId="218272537" sldId="302"/>
            <ac:cxnSpMk id="13" creationId="{F27A83BB-8C41-4D1F-942E-78E4D58BFDA1}"/>
          </ac:cxnSpMkLst>
        </pc:cxnChg>
        <pc:cxnChg chg="add mod">
          <ac:chgData name="Alessandro Edoardo Giorgio David" userId="f8954a66-e5ad-4a1c-9536-1d2117047f5f" providerId="ADAL" clId="{5FDFF4E9-53C5-47C3-A5F0-F9BF9C8F5EB8}" dt="2021-10-14T09:21:04.636" v="5663" actId="692"/>
          <ac:cxnSpMkLst>
            <pc:docMk/>
            <pc:sldMk cId="218272537" sldId="302"/>
            <ac:cxnSpMk id="16" creationId="{E85E98BB-ADB4-438A-BE22-56C2A143F7E5}"/>
          </ac:cxnSpMkLst>
        </pc:cxnChg>
      </pc:sldChg>
      <pc:sldChg chg="addSp modSp new mod">
        <pc:chgData name="Alessandro Edoardo Giorgio David" userId="f8954a66-e5ad-4a1c-9536-1d2117047f5f" providerId="ADAL" clId="{5FDFF4E9-53C5-47C3-A5F0-F9BF9C8F5EB8}" dt="2021-10-14T09:31:38.920" v="5936" actId="1076"/>
        <pc:sldMkLst>
          <pc:docMk/>
          <pc:sldMk cId="3534976779" sldId="302"/>
        </pc:sldMkLst>
        <pc:spChg chg="mod">
          <ac:chgData name="Alessandro Edoardo Giorgio David" userId="f8954a66-e5ad-4a1c-9536-1d2117047f5f" providerId="ADAL" clId="{5FDFF4E9-53C5-47C3-A5F0-F9BF9C8F5EB8}" dt="2021-10-14T09:24:32.453" v="5729" actId="122"/>
          <ac:spMkLst>
            <pc:docMk/>
            <pc:sldMk cId="3534976779" sldId="302"/>
            <ac:spMk id="2" creationId="{C834021D-6929-413C-B2A8-E62A9B4684FC}"/>
          </ac:spMkLst>
        </pc:spChg>
        <pc:spChg chg="mod">
          <ac:chgData name="Alessandro Edoardo Giorgio David" userId="f8954a66-e5ad-4a1c-9536-1d2117047f5f" providerId="ADAL" clId="{5FDFF4E9-53C5-47C3-A5F0-F9BF9C8F5EB8}" dt="2021-10-14T09:30:26.271" v="5930" actId="20577"/>
          <ac:spMkLst>
            <pc:docMk/>
            <pc:sldMk cId="3534976779" sldId="302"/>
            <ac:spMk id="3" creationId="{8829FE4E-042C-4F37-B68E-09D849952BE8}"/>
          </ac:spMkLst>
        </pc:spChg>
        <pc:picChg chg="add mod">
          <ac:chgData name="Alessandro Edoardo Giorgio David" userId="f8954a66-e5ad-4a1c-9536-1d2117047f5f" providerId="ADAL" clId="{5FDFF4E9-53C5-47C3-A5F0-F9BF9C8F5EB8}" dt="2021-10-14T09:31:38.920" v="5936" actId="1076"/>
          <ac:picMkLst>
            <pc:docMk/>
            <pc:sldMk cId="3534976779" sldId="302"/>
            <ac:picMk id="4" creationId="{25095EF2-097E-4B9A-92DC-6F54224FD30A}"/>
          </ac:picMkLst>
        </pc:picChg>
      </pc:sldChg>
      <pc:sldChg chg="modSp new mod">
        <pc:chgData name="Alessandro Edoardo Giorgio David" userId="f8954a66-e5ad-4a1c-9536-1d2117047f5f" providerId="ADAL" clId="{5FDFF4E9-53C5-47C3-A5F0-F9BF9C8F5EB8}" dt="2021-10-14T10:32:13.374" v="7387" actId="20577"/>
        <pc:sldMkLst>
          <pc:docMk/>
          <pc:sldMk cId="1912926955" sldId="303"/>
        </pc:sldMkLst>
        <pc:spChg chg="mod">
          <ac:chgData name="Alessandro Edoardo Giorgio David" userId="f8954a66-e5ad-4a1c-9536-1d2117047f5f" providerId="ADAL" clId="{5FDFF4E9-53C5-47C3-A5F0-F9BF9C8F5EB8}" dt="2021-10-14T10:32:13.374" v="7387" actId="20577"/>
          <ac:spMkLst>
            <pc:docMk/>
            <pc:sldMk cId="1912926955" sldId="303"/>
            <ac:spMk id="2" creationId="{E69931B7-892D-4776-928C-DBE20A52E189}"/>
          </ac:spMkLst>
        </pc:spChg>
        <pc:spChg chg="mod">
          <ac:chgData name="Alessandro Edoardo Giorgio David" userId="f8954a66-e5ad-4a1c-9536-1d2117047f5f" providerId="ADAL" clId="{5FDFF4E9-53C5-47C3-A5F0-F9BF9C8F5EB8}" dt="2021-10-14T09:40:58.038" v="6356" actId="20577"/>
          <ac:spMkLst>
            <pc:docMk/>
            <pc:sldMk cId="1912926955" sldId="303"/>
            <ac:spMk id="3" creationId="{2784D985-9431-492E-8498-B80DD5D9CAA3}"/>
          </ac:spMkLst>
        </pc:spChg>
      </pc:sldChg>
      <pc:sldChg chg="modSp new mod">
        <pc:chgData name="Alessandro Edoardo Giorgio David" userId="f8954a66-e5ad-4a1c-9536-1d2117047f5f" providerId="ADAL" clId="{5FDFF4E9-53C5-47C3-A5F0-F9BF9C8F5EB8}" dt="2021-10-14T10:03:34.829" v="6655" actId="20577"/>
        <pc:sldMkLst>
          <pc:docMk/>
          <pc:sldMk cId="2901415077" sldId="304"/>
        </pc:sldMkLst>
        <pc:spChg chg="mod">
          <ac:chgData name="Alessandro Edoardo Giorgio David" userId="f8954a66-e5ad-4a1c-9536-1d2117047f5f" providerId="ADAL" clId="{5FDFF4E9-53C5-47C3-A5F0-F9BF9C8F5EB8}" dt="2021-10-14T09:42:04.942" v="6377" actId="122"/>
          <ac:spMkLst>
            <pc:docMk/>
            <pc:sldMk cId="2901415077" sldId="304"/>
            <ac:spMk id="2" creationId="{4F23C1EA-CE02-413D-8C2A-DC6271C75724}"/>
          </ac:spMkLst>
        </pc:spChg>
        <pc:spChg chg="mod">
          <ac:chgData name="Alessandro Edoardo Giorgio David" userId="f8954a66-e5ad-4a1c-9536-1d2117047f5f" providerId="ADAL" clId="{5FDFF4E9-53C5-47C3-A5F0-F9BF9C8F5EB8}" dt="2021-10-14T10:03:34.829" v="6655" actId="20577"/>
          <ac:spMkLst>
            <pc:docMk/>
            <pc:sldMk cId="2901415077" sldId="304"/>
            <ac:spMk id="3" creationId="{B73DEFB8-DD02-4497-BB1A-F813247BBC16}"/>
          </ac:spMkLst>
        </pc:spChg>
      </pc:sldChg>
      <pc:sldChg chg="modSp new mod">
        <pc:chgData name="Alessandro Edoardo Giorgio David" userId="f8954a66-e5ad-4a1c-9536-1d2117047f5f" providerId="ADAL" clId="{5FDFF4E9-53C5-47C3-A5F0-F9BF9C8F5EB8}" dt="2021-10-14T10:08:40.585" v="7048" actId="20577"/>
        <pc:sldMkLst>
          <pc:docMk/>
          <pc:sldMk cId="3263308340" sldId="305"/>
        </pc:sldMkLst>
        <pc:spChg chg="mod">
          <ac:chgData name="Alessandro Edoardo Giorgio David" userId="f8954a66-e5ad-4a1c-9536-1d2117047f5f" providerId="ADAL" clId="{5FDFF4E9-53C5-47C3-A5F0-F9BF9C8F5EB8}" dt="2021-10-14T10:04:09.802" v="6667" actId="20577"/>
          <ac:spMkLst>
            <pc:docMk/>
            <pc:sldMk cId="3263308340" sldId="305"/>
            <ac:spMk id="2" creationId="{86F3C447-762E-418E-A93F-FEB56D34A53C}"/>
          </ac:spMkLst>
        </pc:spChg>
        <pc:spChg chg="mod">
          <ac:chgData name="Alessandro Edoardo Giorgio David" userId="f8954a66-e5ad-4a1c-9536-1d2117047f5f" providerId="ADAL" clId="{5FDFF4E9-53C5-47C3-A5F0-F9BF9C8F5EB8}" dt="2021-10-14T10:08:40.585" v="7048" actId="20577"/>
          <ac:spMkLst>
            <pc:docMk/>
            <pc:sldMk cId="3263308340" sldId="305"/>
            <ac:spMk id="3" creationId="{B3C330ED-FBC9-468A-994D-2ACE2267DF33}"/>
          </ac:spMkLst>
        </pc:spChg>
      </pc:sldChg>
      <pc:sldChg chg="addSp delSp modSp new mod modClrScheme chgLayout">
        <pc:chgData name="Alessandro Edoardo Giorgio David" userId="f8954a66-e5ad-4a1c-9536-1d2117047f5f" providerId="ADAL" clId="{5FDFF4E9-53C5-47C3-A5F0-F9BF9C8F5EB8}" dt="2021-10-14T10:09:37.574" v="7057" actId="12789"/>
        <pc:sldMkLst>
          <pc:docMk/>
          <pc:sldMk cId="4168440809" sldId="306"/>
        </pc:sldMkLst>
        <pc:spChg chg="del">
          <ac:chgData name="Alessandro Edoardo Giorgio David" userId="f8954a66-e5ad-4a1c-9536-1d2117047f5f" providerId="ADAL" clId="{5FDFF4E9-53C5-47C3-A5F0-F9BF9C8F5EB8}" dt="2021-10-14T10:09:15.478" v="7051" actId="700"/>
          <ac:spMkLst>
            <pc:docMk/>
            <pc:sldMk cId="4168440809" sldId="306"/>
            <ac:spMk id="2" creationId="{16BB6EA8-BDF5-4800-A803-1E4E96554D52}"/>
          </ac:spMkLst>
        </pc:spChg>
        <pc:spChg chg="del">
          <ac:chgData name="Alessandro Edoardo Giorgio David" userId="f8954a66-e5ad-4a1c-9536-1d2117047f5f" providerId="ADAL" clId="{5FDFF4E9-53C5-47C3-A5F0-F9BF9C8F5EB8}" dt="2021-10-14T10:09:08.508" v="7050"/>
          <ac:spMkLst>
            <pc:docMk/>
            <pc:sldMk cId="4168440809" sldId="306"/>
            <ac:spMk id="3" creationId="{3ABFA1B8-4F07-4015-91A3-736D1DB3F142}"/>
          </ac:spMkLst>
        </pc:spChg>
        <pc:picChg chg="add mod ord">
          <ac:chgData name="Alessandro Edoardo Giorgio David" userId="f8954a66-e5ad-4a1c-9536-1d2117047f5f" providerId="ADAL" clId="{5FDFF4E9-53C5-47C3-A5F0-F9BF9C8F5EB8}" dt="2021-10-14T10:09:37.574" v="7057" actId="12789"/>
          <ac:picMkLst>
            <pc:docMk/>
            <pc:sldMk cId="4168440809" sldId="306"/>
            <ac:picMk id="4" creationId="{74657B9E-160E-4500-B2B4-7D97358A0488}"/>
          </ac:picMkLst>
        </pc:picChg>
      </pc:sldChg>
      <pc:sldChg chg="addSp modSp new mod">
        <pc:chgData name="Alessandro Edoardo Giorgio David" userId="f8954a66-e5ad-4a1c-9536-1d2117047f5f" providerId="ADAL" clId="{5FDFF4E9-53C5-47C3-A5F0-F9BF9C8F5EB8}" dt="2021-10-14T10:10:14.985" v="7063" actId="12788"/>
        <pc:sldMkLst>
          <pc:docMk/>
          <pc:sldMk cId="1498928346" sldId="307"/>
        </pc:sldMkLst>
        <pc:picChg chg="add mod">
          <ac:chgData name="Alessandro Edoardo Giorgio David" userId="f8954a66-e5ad-4a1c-9536-1d2117047f5f" providerId="ADAL" clId="{5FDFF4E9-53C5-47C3-A5F0-F9BF9C8F5EB8}" dt="2021-10-14T10:10:14.985" v="7063" actId="12788"/>
          <ac:picMkLst>
            <pc:docMk/>
            <pc:sldMk cId="1498928346" sldId="307"/>
            <ac:picMk id="2" creationId="{64DA4F0E-C31C-4978-96CA-AF4AC193E6C7}"/>
          </ac:picMkLst>
        </pc:picChg>
      </pc:sldChg>
      <pc:sldChg chg="addSp modSp new mod modClrScheme chgLayout">
        <pc:chgData name="Alessandro Edoardo Giorgio David" userId="f8954a66-e5ad-4a1c-9536-1d2117047f5f" providerId="ADAL" clId="{5FDFF4E9-53C5-47C3-A5F0-F9BF9C8F5EB8}" dt="2021-10-14T10:14:57.446" v="7241" actId="20577"/>
        <pc:sldMkLst>
          <pc:docMk/>
          <pc:sldMk cId="2102317271" sldId="308"/>
        </pc:sldMkLst>
        <pc:spChg chg="add mod">
          <ac:chgData name="Alessandro Edoardo Giorgio David" userId="f8954a66-e5ad-4a1c-9536-1d2117047f5f" providerId="ADAL" clId="{5FDFF4E9-53C5-47C3-A5F0-F9BF9C8F5EB8}" dt="2021-10-14T10:12:24.605" v="7087" actId="122"/>
          <ac:spMkLst>
            <pc:docMk/>
            <pc:sldMk cId="2102317271" sldId="308"/>
            <ac:spMk id="2" creationId="{769A5369-E1DA-4E1C-9155-14EB0377FBFB}"/>
          </ac:spMkLst>
        </pc:spChg>
        <pc:spChg chg="add mod">
          <ac:chgData name="Alessandro Edoardo Giorgio David" userId="f8954a66-e5ad-4a1c-9536-1d2117047f5f" providerId="ADAL" clId="{5FDFF4E9-53C5-47C3-A5F0-F9BF9C8F5EB8}" dt="2021-10-14T10:14:57.446" v="7241" actId="20577"/>
          <ac:spMkLst>
            <pc:docMk/>
            <pc:sldMk cId="2102317271" sldId="308"/>
            <ac:spMk id="3" creationId="{F028F276-7089-4658-BDA2-574C33FAFCC4}"/>
          </ac:spMkLst>
        </pc:spChg>
      </pc:sldChg>
      <pc:sldChg chg="modSp add mod ord">
        <pc:chgData name="Alessandro Edoardo Giorgio David" userId="f8954a66-e5ad-4a1c-9536-1d2117047f5f" providerId="ADAL" clId="{5FDFF4E9-53C5-47C3-A5F0-F9BF9C8F5EB8}" dt="2021-10-14T10:31:44.078" v="7364" actId="20577"/>
        <pc:sldMkLst>
          <pc:docMk/>
          <pc:sldMk cId="3617070951" sldId="309"/>
        </pc:sldMkLst>
        <pc:spChg chg="mod">
          <ac:chgData name="Alessandro Edoardo Giorgio David" userId="f8954a66-e5ad-4a1c-9536-1d2117047f5f" providerId="ADAL" clId="{5FDFF4E9-53C5-47C3-A5F0-F9BF9C8F5EB8}" dt="2021-10-14T10:17:04.498" v="7249" actId="20577"/>
          <ac:spMkLst>
            <pc:docMk/>
            <pc:sldMk cId="3617070951" sldId="309"/>
            <ac:spMk id="3" creationId="{5E228ED5-007F-42D9-BD30-4C1C72525E16}"/>
          </ac:spMkLst>
        </pc:spChg>
        <pc:spChg chg="mod">
          <ac:chgData name="Alessandro Edoardo Giorgio David" userId="f8954a66-e5ad-4a1c-9536-1d2117047f5f" providerId="ADAL" clId="{5FDFF4E9-53C5-47C3-A5F0-F9BF9C8F5EB8}" dt="2021-10-14T10:31:44.078" v="7364" actId="20577"/>
          <ac:spMkLst>
            <pc:docMk/>
            <pc:sldMk cId="3617070951" sldId="309"/>
            <ac:spMk id="4" creationId="{575C9774-517C-463E-8FE3-BA19EC3D810D}"/>
          </ac:spMkLst>
        </pc:spChg>
      </pc:sldChg>
      <pc:sldChg chg="modSp new mod">
        <pc:chgData name="Alessandro Edoardo Giorgio David" userId="f8954a66-e5ad-4a1c-9536-1d2117047f5f" providerId="ADAL" clId="{5FDFF4E9-53C5-47C3-A5F0-F9BF9C8F5EB8}" dt="2021-10-14T10:34:41.103" v="7714" actId="20577"/>
        <pc:sldMkLst>
          <pc:docMk/>
          <pc:sldMk cId="3291647177" sldId="310"/>
        </pc:sldMkLst>
        <pc:spChg chg="mod">
          <ac:chgData name="Alessandro Edoardo Giorgio David" userId="f8954a66-e5ad-4a1c-9536-1d2117047f5f" providerId="ADAL" clId="{5FDFF4E9-53C5-47C3-A5F0-F9BF9C8F5EB8}" dt="2021-10-14T10:32:28.770" v="7418" actId="122"/>
          <ac:spMkLst>
            <pc:docMk/>
            <pc:sldMk cId="3291647177" sldId="310"/>
            <ac:spMk id="2" creationId="{5BAFD2A4-77A3-4EB7-B2A6-8C47AEECC479}"/>
          </ac:spMkLst>
        </pc:spChg>
        <pc:spChg chg="mod">
          <ac:chgData name="Alessandro Edoardo Giorgio David" userId="f8954a66-e5ad-4a1c-9536-1d2117047f5f" providerId="ADAL" clId="{5FDFF4E9-53C5-47C3-A5F0-F9BF9C8F5EB8}" dt="2021-10-14T10:34:41.103" v="7714" actId="20577"/>
          <ac:spMkLst>
            <pc:docMk/>
            <pc:sldMk cId="3291647177" sldId="310"/>
            <ac:spMk id="3" creationId="{E77B486E-3DC9-41E4-8161-B93BFB94B8CF}"/>
          </ac:spMkLst>
        </pc:spChg>
      </pc:sldChg>
      <pc:sldChg chg="modSp new mod">
        <pc:chgData name="Alessandro Edoardo Giorgio David" userId="f8954a66-e5ad-4a1c-9536-1d2117047f5f" providerId="ADAL" clId="{5FDFF4E9-53C5-47C3-A5F0-F9BF9C8F5EB8}" dt="2021-10-14T10:45:28.362" v="8060" actId="20577"/>
        <pc:sldMkLst>
          <pc:docMk/>
          <pc:sldMk cId="1197056652" sldId="311"/>
        </pc:sldMkLst>
        <pc:spChg chg="mod">
          <ac:chgData name="Alessandro Edoardo Giorgio David" userId="f8954a66-e5ad-4a1c-9536-1d2117047f5f" providerId="ADAL" clId="{5FDFF4E9-53C5-47C3-A5F0-F9BF9C8F5EB8}" dt="2021-10-14T10:35:23.218" v="7739" actId="20577"/>
          <ac:spMkLst>
            <pc:docMk/>
            <pc:sldMk cId="1197056652" sldId="311"/>
            <ac:spMk id="2" creationId="{DF83825C-F4EE-45AF-B17F-DF5486721DCB}"/>
          </ac:spMkLst>
        </pc:spChg>
        <pc:spChg chg="mod">
          <ac:chgData name="Alessandro Edoardo Giorgio David" userId="f8954a66-e5ad-4a1c-9536-1d2117047f5f" providerId="ADAL" clId="{5FDFF4E9-53C5-47C3-A5F0-F9BF9C8F5EB8}" dt="2021-10-14T10:45:28.362" v="8060" actId="20577"/>
          <ac:spMkLst>
            <pc:docMk/>
            <pc:sldMk cId="1197056652" sldId="311"/>
            <ac:spMk id="3" creationId="{5364C70C-97E8-485E-AA55-6EB787DF4B81}"/>
          </ac:spMkLst>
        </pc:spChg>
      </pc:sldChg>
      <pc:sldChg chg="modSp new mod">
        <pc:chgData name="Alessandro Edoardo Giorgio David" userId="f8954a66-e5ad-4a1c-9536-1d2117047f5f" providerId="ADAL" clId="{5FDFF4E9-53C5-47C3-A5F0-F9BF9C8F5EB8}" dt="2021-10-14T11:11:44.708" v="8679" actId="20577"/>
        <pc:sldMkLst>
          <pc:docMk/>
          <pc:sldMk cId="3166498235" sldId="312"/>
        </pc:sldMkLst>
        <pc:spChg chg="mod">
          <ac:chgData name="Alessandro Edoardo Giorgio David" userId="f8954a66-e5ad-4a1c-9536-1d2117047f5f" providerId="ADAL" clId="{5FDFF4E9-53C5-47C3-A5F0-F9BF9C8F5EB8}" dt="2021-10-14T11:06:21.167" v="8445" actId="20577"/>
          <ac:spMkLst>
            <pc:docMk/>
            <pc:sldMk cId="3166498235" sldId="312"/>
            <ac:spMk id="2" creationId="{80F6F5D3-5034-4CC2-AEE4-6C7B7DC3A68C}"/>
          </ac:spMkLst>
        </pc:spChg>
        <pc:spChg chg="mod">
          <ac:chgData name="Alessandro Edoardo Giorgio David" userId="f8954a66-e5ad-4a1c-9536-1d2117047f5f" providerId="ADAL" clId="{5FDFF4E9-53C5-47C3-A5F0-F9BF9C8F5EB8}" dt="2021-10-14T11:11:44.708" v="8679" actId="20577"/>
          <ac:spMkLst>
            <pc:docMk/>
            <pc:sldMk cId="3166498235" sldId="312"/>
            <ac:spMk id="3" creationId="{54EB1E72-91C3-40C5-8BA2-D414EB60F6B7}"/>
          </ac:spMkLst>
        </pc:spChg>
      </pc:sldChg>
      <pc:sldChg chg="addSp delSp modSp new mod modClrScheme chgLayout">
        <pc:chgData name="Alessandro Edoardo Giorgio David" userId="f8954a66-e5ad-4a1c-9536-1d2117047f5f" providerId="ADAL" clId="{5FDFF4E9-53C5-47C3-A5F0-F9BF9C8F5EB8}" dt="2021-10-14T11:07:43.175" v="8487" actId="1076"/>
        <pc:sldMkLst>
          <pc:docMk/>
          <pc:sldMk cId="439927486" sldId="313"/>
        </pc:sldMkLst>
        <pc:spChg chg="del mod ord">
          <ac:chgData name="Alessandro Edoardo Giorgio David" userId="f8954a66-e5ad-4a1c-9536-1d2117047f5f" providerId="ADAL" clId="{5FDFF4E9-53C5-47C3-A5F0-F9BF9C8F5EB8}" dt="2021-10-14T11:03:41.980" v="8339" actId="700"/>
          <ac:spMkLst>
            <pc:docMk/>
            <pc:sldMk cId="439927486" sldId="313"/>
            <ac:spMk id="2" creationId="{E9B5E413-3966-4C4C-9955-C7E44D1831FF}"/>
          </ac:spMkLst>
        </pc:spChg>
        <pc:spChg chg="del">
          <ac:chgData name="Alessandro Edoardo Giorgio David" userId="f8954a66-e5ad-4a1c-9536-1d2117047f5f" providerId="ADAL" clId="{5FDFF4E9-53C5-47C3-A5F0-F9BF9C8F5EB8}" dt="2021-10-14T11:03:41.980" v="8339" actId="700"/>
          <ac:spMkLst>
            <pc:docMk/>
            <pc:sldMk cId="439927486" sldId="313"/>
            <ac:spMk id="3" creationId="{436437BF-BA5C-444C-85D6-606C6A0C2B12}"/>
          </ac:spMkLst>
        </pc:spChg>
        <pc:spChg chg="add mod ord">
          <ac:chgData name="Alessandro Edoardo Giorgio David" userId="f8954a66-e5ad-4a1c-9536-1d2117047f5f" providerId="ADAL" clId="{5FDFF4E9-53C5-47C3-A5F0-F9BF9C8F5EB8}" dt="2021-10-14T11:04:20.586" v="8368" actId="700"/>
          <ac:spMkLst>
            <pc:docMk/>
            <pc:sldMk cId="439927486" sldId="313"/>
            <ac:spMk id="4" creationId="{76BB9B99-2C17-40EB-ACA5-8F2A6C20D897}"/>
          </ac:spMkLst>
        </pc:spChg>
        <pc:spChg chg="add del mod ord">
          <ac:chgData name="Alessandro Edoardo Giorgio David" userId="f8954a66-e5ad-4a1c-9536-1d2117047f5f" providerId="ADAL" clId="{5FDFF4E9-53C5-47C3-A5F0-F9BF9C8F5EB8}" dt="2021-10-14T11:04:22.444" v="8369"/>
          <ac:spMkLst>
            <pc:docMk/>
            <pc:sldMk cId="439927486" sldId="313"/>
            <ac:spMk id="6" creationId="{EC4F78BF-686A-4F60-9B20-F55005D24AA4}"/>
          </ac:spMkLst>
        </pc:spChg>
        <pc:picChg chg="add del">
          <ac:chgData name="Alessandro Edoardo Giorgio David" userId="f8954a66-e5ad-4a1c-9536-1d2117047f5f" providerId="ADAL" clId="{5FDFF4E9-53C5-47C3-A5F0-F9BF9C8F5EB8}" dt="2021-10-14T11:04:17.186" v="8367"/>
          <ac:picMkLst>
            <pc:docMk/>
            <pc:sldMk cId="439927486" sldId="313"/>
            <ac:picMk id="5" creationId="{F9B3A952-B29A-48A6-8A96-E02BE608DFD5}"/>
          </ac:picMkLst>
        </pc:picChg>
        <pc:picChg chg="add mod">
          <ac:chgData name="Alessandro Edoardo Giorgio David" userId="f8954a66-e5ad-4a1c-9536-1d2117047f5f" providerId="ADAL" clId="{5FDFF4E9-53C5-47C3-A5F0-F9BF9C8F5EB8}" dt="2021-10-14T11:07:43.175" v="8487" actId="1076"/>
          <ac:picMkLst>
            <pc:docMk/>
            <pc:sldMk cId="439927486" sldId="313"/>
            <ac:picMk id="7" creationId="{4A5B524C-28A4-4A02-8C72-452390A725E1}"/>
          </ac:picMkLst>
        </pc:picChg>
        <pc:picChg chg="add mod">
          <ac:chgData name="Alessandro Edoardo Giorgio David" userId="f8954a66-e5ad-4a1c-9536-1d2117047f5f" providerId="ADAL" clId="{5FDFF4E9-53C5-47C3-A5F0-F9BF9C8F5EB8}" dt="2021-10-14T11:07:35.635" v="8484" actId="1076"/>
          <ac:picMkLst>
            <pc:docMk/>
            <pc:sldMk cId="439927486" sldId="313"/>
            <ac:picMk id="8" creationId="{9ED0C024-74CA-4A9E-AE22-038E5D071A03}"/>
          </ac:picMkLst>
        </pc:picChg>
      </pc:sldChg>
      <pc:sldChg chg="addSp delSp modSp new mod modClrScheme chgLayout">
        <pc:chgData name="Alessandro Edoardo Giorgio David" userId="f8954a66-e5ad-4a1c-9536-1d2117047f5f" providerId="ADAL" clId="{5FDFF4E9-53C5-47C3-A5F0-F9BF9C8F5EB8}" dt="2021-10-14T11:13:05.059" v="8688" actId="12788"/>
        <pc:sldMkLst>
          <pc:docMk/>
          <pc:sldMk cId="4281669870" sldId="314"/>
        </pc:sldMkLst>
        <pc:spChg chg="del">
          <ac:chgData name="Alessandro Edoardo Giorgio David" userId="f8954a66-e5ad-4a1c-9536-1d2117047f5f" providerId="ADAL" clId="{5FDFF4E9-53C5-47C3-A5F0-F9BF9C8F5EB8}" dt="2021-10-14T11:12:45.737" v="8682" actId="700"/>
          <ac:spMkLst>
            <pc:docMk/>
            <pc:sldMk cId="4281669870" sldId="314"/>
            <ac:spMk id="2" creationId="{AFC65C94-FD53-43B2-9C08-F1CC31E78B59}"/>
          </ac:spMkLst>
        </pc:spChg>
        <pc:spChg chg="del">
          <ac:chgData name="Alessandro Edoardo Giorgio David" userId="f8954a66-e5ad-4a1c-9536-1d2117047f5f" providerId="ADAL" clId="{5FDFF4E9-53C5-47C3-A5F0-F9BF9C8F5EB8}" dt="2021-10-14T11:12:40.199" v="8681"/>
          <ac:spMkLst>
            <pc:docMk/>
            <pc:sldMk cId="4281669870" sldId="314"/>
            <ac:spMk id="3" creationId="{ED36B5F1-C355-4FB1-A28D-800BC561689D}"/>
          </ac:spMkLst>
        </pc:spChg>
        <pc:picChg chg="add mod ord">
          <ac:chgData name="Alessandro Edoardo Giorgio David" userId="f8954a66-e5ad-4a1c-9536-1d2117047f5f" providerId="ADAL" clId="{5FDFF4E9-53C5-47C3-A5F0-F9BF9C8F5EB8}" dt="2021-10-14T11:13:05.059" v="8688" actId="12788"/>
          <ac:picMkLst>
            <pc:docMk/>
            <pc:sldMk cId="4281669870" sldId="314"/>
            <ac:picMk id="4" creationId="{F5CA7FA2-BBB8-4EC2-AB15-5D1A17BF74DA}"/>
          </ac:picMkLst>
        </pc:picChg>
      </pc:sldChg>
      <pc:sldChg chg="modSp add mod ord">
        <pc:chgData name="Alessandro Edoardo Giorgio David" userId="f8954a66-e5ad-4a1c-9536-1d2117047f5f" providerId="ADAL" clId="{5FDFF4E9-53C5-47C3-A5F0-F9BF9C8F5EB8}" dt="2021-10-15T08:46:53.931" v="9369" actId="20577"/>
        <pc:sldMkLst>
          <pc:docMk/>
          <pc:sldMk cId="1569596813" sldId="315"/>
        </pc:sldMkLst>
        <pc:spChg chg="mod">
          <ac:chgData name="Alessandro Edoardo Giorgio David" userId="f8954a66-e5ad-4a1c-9536-1d2117047f5f" providerId="ADAL" clId="{5FDFF4E9-53C5-47C3-A5F0-F9BF9C8F5EB8}" dt="2021-10-15T08:19:39.734" v="8694" actId="20577"/>
          <ac:spMkLst>
            <pc:docMk/>
            <pc:sldMk cId="1569596813" sldId="315"/>
            <ac:spMk id="3" creationId="{5E228ED5-007F-42D9-BD30-4C1C72525E16}"/>
          </ac:spMkLst>
        </pc:spChg>
        <pc:spChg chg="mod">
          <ac:chgData name="Alessandro Edoardo Giorgio David" userId="f8954a66-e5ad-4a1c-9536-1d2117047f5f" providerId="ADAL" clId="{5FDFF4E9-53C5-47C3-A5F0-F9BF9C8F5EB8}" dt="2021-10-15T08:46:53.931" v="9369" actId="20577"/>
          <ac:spMkLst>
            <pc:docMk/>
            <pc:sldMk cId="1569596813" sldId="315"/>
            <ac:spMk id="4" creationId="{575C9774-517C-463E-8FE3-BA19EC3D810D}"/>
          </ac:spMkLst>
        </pc:spChg>
      </pc:sldChg>
      <pc:sldChg chg="addSp delSp modSp new mod">
        <pc:chgData name="Alessandro Edoardo Giorgio David" userId="f8954a66-e5ad-4a1c-9536-1d2117047f5f" providerId="ADAL" clId="{5FDFF4E9-53C5-47C3-A5F0-F9BF9C8F5EB8}" dt="2021-10-15T08:40:53.379" v="9198"/>
        <pc:sldMkLst>
          <pc:docMk/>
          <pc:sldMk cId="3952759020" sldId="316"/>
        </pc:sldMkLst>
        <pc:spChg chg="mod">
          <ac:chgData name="Alessandro Edoardo Giorgio David" userId="f8954a66-e5ad-4a1c-9536-1d2117047f5f" providerId="ADAL" clId="{5FDFF4E9-53C5-47C3-A5F0-F9BF9C8F5EB8}" dt="2021-10-15T08:25:32.531" v="8804" actId="122"/>
          <ac:spMkLst>
            <pc:docMk/>
            <pc:sldMk cId="3952759020" sldId="316"/>
            <ac:spMk id="2" creationId="{E2F8E124-52E9-427F-9899-AEE28F7B3480}"/>
          </ac:spMkLst>
        </pc:spChg>
        <pc:spChg chg="add mod">
          <ac:chgData name="Alessandro Edoardo Giorgio David" userId="f8954a66-e5ad-4a1c-9536-1d2117047f5f" providerId="ADAL" clId="{5FDFF4E9-53C5-47C3-A5F0-F9BF9C8F5EB8}" dt="2021-10-15T08:32:34.610" v="8876" actId="1076"/>
          <ac:spMkLst>
            <pc:docMk/>
            <pc:sldMk cId="3952759020" sldId="316"/>
            <ac:spMk id="21" creationId="{F37F0922-6089-432A-8BD5-CA41DA473F03}"/>
          </ac:spMkLst>
        </pc:spChg>
        <pc:spChg chg="add del mod">
          <ac:chgData name="Alessandro Edoardo Giorgio David" userId="f8954a66-e5ad-4a1c-9536-1d2117047f5f" providerId="ADAL" clId="{5FDFF4E9-53C5-47C3-A5F0-F9BF9C8F5EB8}" dt="2021-10-15T08:40:53.379" v="9198"/>
          <ac:spMkLst>
            <pc:docMk/>
            <pc:sldMk cId="3952759020" sldId="316"/>
            <ac:spMk id="22" creationId="{B0C31138-69D4-4EAF-A52B-32196023F77E}"/>
          </ac:spMkLst>
        </pc:spChg>
        <pc:spChg chg="add mod">
          <ac:chgData name="Alessandro Edoardo Giorgio David" userId="f8954a66-e5ad-4a1c-9536-1d2117047f5f" providerId="ADAL" clId="{5FDFF4E9-53C5-47C3-A5F0-F9BF9C8F5EB8}" dt="2021-10-15T08:33:04.425" v="8882" actId="1076"/>
          <ac:spMkLst>
            <pc:docMk/>
            <pc:sldMk cId="3952759020" sldId="316"/>
            <ac:spMk id="23" creationId="{46A6E860-E6C7-499B-9E3B-F27F54382CC5}"/>
          </ac:spMkLst>
        </pc:spChg>
        <pc:spChg chg="add mod">
          <ac:chgData name="Alessandro Edoardo Giorgio David" userId="f8954a66-e5ad-4a1c-9536-1d2117047f5f" providerId="ADAL" clId="{5FDFF4E9-53C5-47C3-A5F0-F9BF9C8F5EB8}" dt="2021-10-15T08:33:23.259" v="8886" actId="1076"/>
          <ac:spMkLst>
            <pc:docMk/>
            <pc:sldMk cId="3952759020" sldId="316"/>
            <ac:spMk id="24" creationId="{D9A1E74B-3355-45C5-9F92-340C22EBF818}"/>
          </ac:spMkLst>
        </pc:spChg>
        <pc:spChg chg="add mod">
          <ac:chgData name="Alessandro Edoardo Giorgio David" userId="f8954a66-e5ad-4a1c-9536-1d2117047f5f" providerId="ADAL" clId="{5FDFF4E9-53C5-47C3-A5F0-F9BF9C8F5EB8}" dt="2021-10-15T08:37:09.698" v="9097" actId="206"/>
          <ac:spMkLst>
            <pc:docMk/>
            <pc:sldMk cId="3952759020" sldId="316"/>
            <ac:spMk id="25" creationId="{E359A3B1-8FC1-496A-A6EC-D1BBA0D8A245}"/>
          </ac:spMkLst>
        </pc:spChg>
        <pc:spChg chg="add mod">
          <ac:chgData name="Alessandro Edoardo Giorgio David" userId="f8954a66-e5ad-4a1c-9536-1d2117047f5f" providerId="ADAL" clId="{5FDFF4E9-53C5-47C3-A5F0-F9BF9C8F5EB8}" dt="2021-10-15T08:36:41.358" v="9095" actId="14100"/>
          <ac:spMkLst>
            <pc:docMk/>
            <pc:sldMk cId="3952759020" sldId="316"/>
            <ac:spMk id="26" creationId="{1B22460A-C6AF-4C73-B82E-E15FD61C3FCA}"/>
          </ac:spMkLst>
        </pc:spChg>
        <pc:spChg chg="add mod">
          <ac:chgData name="Alessandro Edoardo Giorgio David" userId="f8954a66-e5ad-4a1c-9536-1d2117047f5f" providerId="ADAL" clId="{5FDFF4E9-53C5-47C3-A5F0-F9BF9C8F5EB8}" dt="2021-10-15T08:40:28.377" v="9179" actId="206"/>
          <ac:spMkLst>
            <pc:docMk/>
            <pc:sldMk cId="3952759020" sldId="316"/>
            <ac:spMk id="27" creationId="{29741EF0-19F9-49E2-9D8F-691F6EC2FD3B}"/>
          </ac:spMkLst>
        </pc:spChg>
        <pc:spChg chg="add mod">
          <ac:chgData name="Alessandro Edoardo Giorgio David" userId="f8954a66-e5ad-4a1c-9536-1d2117047f5f" providerId="ADAL" clId="{5FDFF4E9-53C5-47C3-A5F0-F9BF9C8F5EB8}" dt="2021-10-15T08:40:42.325" v="9196" actId="20577"/>
          <ac:spMkLst>
            <pc:docMk/>
            <pc:sldMk cId="3952759020" sldId="316"/>
            <ac:spMk id="28" creationId="{5F16DEBD-B25A-4E11-A3BC-7924F4897460}"/>
          </ac:spMkLst>
        </pc:spChg>
        <pc:cxnChg chg="add mod">
          <ac:chgData name="Alessandro Edoardo Giorgio David" userId="f8954a66-e5ad-4a1c-9536-1d2117047f5f" providerId="ADAL" clId="{5FDFF4E9-53C5-47C3-A5F0-F9BF9C8F5EB8}" dt="2021-10-15T08:28:27.061" v="8820" actId="14100"/>
          <ac:cxnSpMkLst>
            <pc:docMk/>
            <pc:sldMk cId="3952759020" sldId="316"/>
            <ac:cxnSpMk id="5" creationId="{3554C2CA-28E3-4902-B1BB-220D5838CD02}"/>
          </ac:cxnSpMkLst>
        </pc:cxnChg>
        <pc:cxnChg chg="add mod">
          <ac:chgData name="Alessandro Edoardo Giorgio David" userId="f8954a66-e5ad-4a1c-9536-1d2117047f5f" providerId="ADAL" clId="{5FDFF4E9-53C5-47C3-A5F0-F9BF9C8F5EB8}" dt="2021-10-15T08:28:20.750" v="8818" actId="14100"/>
          <ac:cxnSpMkLst>
            <pc:docMk/>
            <pc:sldMk cId="3952759020" sldId="316"/>
            <ac:cxnSpMk id="6" creationId="{C16C8603-569B-4CA4-8C22-02C2EA885D49}"/>
          </ac:cxnSpMkLst>
        </pc:cxnChg>
        <pc:cxnChg chg="add mod">
          <ac:chgData name="Alessandro Edoardo Giorgio David" userId="f8954a66-e5ad-4a1c-9536-1d2117047f5f" providerId="ADAL" clId="{5FDFF4E9-53C5-47C3-A5F0-F9BF9C8F5EB8}" dt="2021-10-15T08:30:12.672" v="8836" actId="692"/>
          <ac:cxnSpMkLst>
            <pc:docMk/>
            <pc:sldMk cId="3952759020" sldId="316"/>
            <ac:cxnSpMk id="12" creationId="{9395EC0F-A5A1-4359-A33A-3C290C67729D}"/>
          </ac:cxnSpMkLst>
        </pc:cxnChg>
        <pc:cxnChg chg="add mod">
          <ac:chgData name="Alessandro Edoardo Giorgio David" userId="f8954a66-e5ad-4a1c-9536-1d2117047f5f" providerId="ADAL" clId="{5FDFF4E9-53C5-47C3-A5F0-F9BF9C8F5EB8}" dt="2021-10-15T08:30:58.970" v="8846" actId="13822"/>
          <ac:cxnSpMkLst>
            <pc:docMk/>
            <pc:sldMk cId="3952759020" sldId="316"/>
            <ac:cxnSpMk id="14" creationId="{FF9B10BD-C5CE-4A6F-90E2-E7DD9BB3CFB8}"/>
          </ac:cxnSpMkLst>
        </pc:cxnChg>
        <pc:cxnChg chg="add mod">
          <ac:chgData name="Alessandro Edoardo Giorgio David" userId="f8954a66-e5ad-4a1c-9536-1d2117047f5f" providerId="ADAL" clId="{5FDFF4E9-53C5-47C3-A5F0-F9BF9C8F5EB8}" dt="2021-10-15T08:31:37.371" v="8860" actId="692"/>
          <ac:cxnSpMkLst>
            <pc:docMk/>
            <pc:sldMk cId="3952759020" sldId="316"/>
            <ac:cxnSpMk id="16" creationId="{587BC7CD-2AF8-46E7-A0C6-27E3579BFF88}"/>
          </ac:cxnSpMkLst>
        </pc:cxnChg>
        <pc:cxnChg chg="add mod">
          <ac:chgData name="Alessandro Edoardo Giorgio David" userId="f8954a66-e5ad-4a1c-9536-1d2117047f5f" providerId="ADAL" clId="{5FDFF4E9-53C5-47C3-A5F0-F9BF9C8F5EB8}" dt="2021-10-15T08:32:09.667" v="8869" actId="692"/>
          <ac:cxnSpMkLst>
            <pc:docMk/>
            <pc:sldMk cId="3952759020" sldId="316"/>
            <ac:cxnSpMk id="20" creationId="{2AFDC753-EDE5-49FE-8244-8B914A3F9F2D}"/>
          </ac:cxnSpMkLst>
        </pc:cxnChg>
      </pc:sldChg>
      <pc:sldChg chg="addSp delSp modSp new mod">
        <pc:chgData name="Alessandro Edoardo Giorgio David" userId="f8954a66-e5ad-4a1c-9536-1d2117047f5f" providerId="ADAL" clId="{5FDFF4E9-53C5-47C3-A5F0-F9BF9C8F5EB8}" dt="2021-10-15T08:52:03.800" v="9411" actId="1076"/>
        <pc:sldMkLst>
          <pc:docMk/>
          <pc:sldMk cId="2000440402" sldId="317"/>
        </pc:sldMkLst>
        <pc:spChg chg="mod">
          <ac:chgData name="Alessandro Edoardo Giorgio David" userId="f8954a66-e5ad-4a1c-9536-1d2117047f5f" providerId="ADAL" clId="{5FDFF4E9-53C5-47C3-A5F0-F9BF9C8F5EB8}" dt="2021-10-15T08:47:13.260" v="9406" actId="122"/>
          <ac:spMkLst>
            <pc:docMk/>
            <pc:sldMk cId="2000440402" sldId="317"/>
            <ac:spMk id="2" creationId="{546E5666-DDB0-42C5-A023-8C0CE7D7C7C2}"/>
          </ac:spMkLst>
        </pc:spChg>
        <pc:spChg chg="del">
          <ac:chgData name="Alessandro Edoardo Giorgio David" userId="f8954a66-e5ad-4a1c-9536-1d2117047f5f" providerId="ADAL" clId="{5FDFF4E9-53C5-47C3-A5F0-F9BF9C8F5EB8}" dt="2021-10-15T08:51:25.641" v="9407"/>
          <ac:spMkLst>
            <pc:docMk/>
            <pc:sldMk cId="2000440402" sldId="317"/>
            <ac:spMk id="3" creationId="{FDC1FFAD-6957-4D6F-AB2D-6AE9B4762924}"/>
          </ac:spMkLst>
        </pc:spChg>
        <pc:picChg chg="add mod">
          <ac:chgData name="Alessandro Edoardo Giorgio David" userId="f8954a66-e5ad-4a1c-9536-1d2117047f5f" providerId="ADAL" clId="{5FDFF4E9-53C5-47C3-A5F0-F9BF9C8F5EB8}" dt="2021-10-15T08:52:03.800" v="9411" actId="1076"/>
          <ac:picMkLst>
            <pc:docMk/>
            <pc:sldMk cId="2000440402" sldId="317"/>
            <ac:picMk id="4" creationId="{077524C0-4FD5-4618-AE8F-70B51720ADCA}"/>
          </ac:picMkLst>
        </pc:picChg>
      </pc:sldChg>
      <pc:sldChg chg="modSp new mod">
        <pc:chgData name="Alessandro Edoardo Giorgio David" userId="f8954a66-e5ad-4a1c-9536-1d2117047f5f" providerId="ADAL" clId="{5FDFF4E9-53C5-47C3-A5F0-F9BF9C8F5EB8}" dt="2021-10-15T09:31:10.145" v="10293" actId="313"/>
        <pc:sldMkLst>
          <pc:docMk/>
          <pc:sldMk cId="3722763042" sldId="318"/>
        </pc:sldMkLst>
        <pc:spChg chg="mod">
          <ac:chgData name="Alessandro Edoardo Giorgio David" userId="f8954a66-e5ad-4a1c-9536-1d2117047f5f" providerId="ADAL" clId="{5FDFF4E9-53C5-47C3-A5F0-F9BF9C8F5EB8}" dt="2021-10-15T08:53:34.477" v="9440" actId="20577"/>
          <ac:spMkLst>
            <pc:docMk/>
            <pc:sldMk cId="3722763042" sldId="318"/>
            <ac:spMk id="2" creationId="{3E2AF14E-D7A7-4421-8CF4-77A77164403B}"/>
          </ac:spMkLst>
        </pc:spChg>
        <pc:spChg chg="mod">
          <ac:chgData name="Alessandro Edoardo Giorgio David" userId="f8954a66-e5ad-4a1c-9536-1d2117047f5f" providerId="ADAL" clId="{5FDFF4E9-53C5-47C3-A5F0-F9BF9C8F5EB8}" dt="2021-10-15T09:31:10.145" v="10293" actId="313"/>
          <ac:spMkLst>
            <pc:docMk/>
            <pc:sldMk cId="3722763042" sldId="318"/>
            <ac:spMk id="3" creationId="{239325DB-1C5F-4396-8A2F-9FF3E52000A6}"/>
          </ac:spMkLst>
        </pc:spChg>
      </pc:sldChg>
      <pc:sldChg chg="modSp add mod">
        <pc:chgData name="Alessandro Edoardo Giorgio David" userId="f8954a66-e5ad-4a1c-9536-1d2117047f5f" providerId="ADAL" clId="{5FDFF4E9-53C5-47C3-A5F0-F9BF9C8F5EB8}" dt="2021-10-15T09:33:50.776" v="10422" actId="313"/>
        <pc:sldMkLst>
          <pc:docMk/>
          <pc:sldMk cId="3205315150" sldId="319"/>
        </pc:sldMkLst>
        <pc:spChg chg="mod">
          <ac:chgData name="Alessandro Edoardo Giorgio David" userId="f8954a66-e5ad-4a1c-9536-1d2117047f5f" providerId="ADAL" clId="{5FDFF4E9-53C5-47C3-A5F0-F9BF9C8F5EB8}" dt="2021-10-15T09:31:28.017" v="10304" actId="20577"/>
          <ac:spMkLst>
            <pc:docMk/>
            <pc:sldMk cId="3205315150" sldId="319"/>
            <ac:spMk id="2" creationId="{3E2AF14E-D7A7-4421-8CF4-77A77164403B}"/>
          </ac:spMkLst>
        </pc:spChg>
        <pc:spChg chg="mod">
          <ac:chgData name="Alessandro Edoardo Giorgio David" userId="f8954a66-e5ad-4a1c-9536-1d2117047f5f" providerId="ADAL" clId="{5FDFF4E9-53C5-47C3-A5F0-F9BF9C8F5EB8}" dt="2021-10-15T09:33:50.776" v="10422" actId="313"/>
          <ac:spMkLst>
            <pc:docMk/>
            <pc:sldMk cId="3205315150" sldId="319"/>
            <ac:spMk id="3" creationId="{239325DB-1C5F-4396-8A2F-9FF3E52000A6}"/>
          </ac:spMkLst>
        </pc:spChg>
      </pc:sldChg>
      <pc:sldChg chg="modSp new mod">
        <pc:chgData name="Alessandro Edoardo Giorgio David" userId="f8954a66-e5ad-4a1c-9536-1d2117047f5f" providerId="ADAL" clId="{5FDFF4E9-53C5-47C3-A5F0-F9BF9C8F5EB8}" dt="2021-10-15T10:09:51.150" v="11212" actId="5793"/>
        <pc:sldMkLst>
          <pc:docMk/>
          <pc:sldMk cId="2400078326" sldId="320"/>
        </pc:sldMkLst>
        <pc:spChg chg="mod">
          <ac:chgData name="Alessandro Edoardo Giorgio David" userId="f8954a66-e5ad-4a1c-9536-1d2117047f5f" providerId="ADAL" clId="{5FDFF4E9-53C5-47C3-A5F0-F9BF9C8F5EB8}" dt="2021-10-15T09:34:17.166" v="10446" actId="122"/>
          <ac:spMkLst>
            <pc:docMk/>
            <pc:sldMk cId="2400078326" sldId="320"/>
            <ac:spMk id="2" creationId="{CF2D8F3D-9DB2-43CE-AA2F-82045436B3D8}"/>
          </ac:spMkLst>
        </pc:spChg>
        <pc:spChg chg="mod">
          <ac:chgData name="Alessandro Edoardo Giorgio David" userId="f8954a66-e5ad-4a1c-9536-1d2117047f5f" providerId="ADAL" clId="{5FDFF4E9-53C5-47C3-A5F0-F9BF9C8F5EB8}" dt="2021-10-15T10:09:51.150" v="11212" actId="5793"/>
          <ac:spMkLst>
            <pc:docMk/>
            <pc:sldMk cId="2400078326" sldId="320"/>
            <ac:spMk id="3" creationId="{61B6835A-90DB-47DB-8F6D-8891BE2AD950}"/>
          </ac:spMkLst>
        </pc:spChg>
      </pc:sldChg>
      <pc:sldChg chg="modSp new mod">
        <pc:chgData name="Alessandro Edoardo Giorgio David" userId="f8954a66-e5ad-4a1c-9536-1d2117047f5f" providerId="ADAL" clId="{5FDFF4E9-53C5-47C3-A5F0-F9BF9C8F5EB8}" dt="2021-10-15T10:29:33.286" v="11685" actId="20577"/>
        <pc:sldMkLst>
          <pc:docMk/>
          <pc:sldMk cId="1180485955" sldId="321"/>
        </pc:sldMkLst>
        <pc:spChg chg="mod">
          <ac:chgData name="Alessandro Edoardo Giorgio David" userId="f8954a66-e5ad-4a1c-9536-1d2117047f5f" providerId="ADAL" clId="{5FDFF4E9-53C5-47C3-A5F0-F9BF9C8F5EB8}" dt="2021-10-15T10:15:51.177" v="11593" actId="790"/>
          <ac:spMkLst>
            <pc:docMk/>
            <pc:sldMk cId="1180485955" sldId="321"/>
            <ac:spMk id="2" creationId="{A919A175-5421-443B-BF6C-7A1C8C5D047E}"/>
          </ac:spMkLst>
        </pc:spChg>
        <pc:spChg chg="mod">
          <ac:chgData name="Alessandro Edoardo Giorgio David" userId="f8954a66-e5ad-4a1c-9536-1d2117047f5f" providerId="ADAL" clId="{5FDFF4E9-53C5-47C3-A5F0-F9BF9C8F5EB8}" dt="2021-10-15T10:29:33.286" v="11685" actId="20577"/>
          <ac:spMkLst>
            <pc:docMk/>
            <pc:sldMk cId="1180485955" sldId="321"/>
            <ac:spMk id="3" creationId="{F1669C8D-9584-4DE4-BDBA-CFD4F01BD686}"/>
          </ac:spMkLst>
        </pc:spChg>
      </pc:sldChg>
      <pc:sldChg chg="addSp modSp new mod">
        <pc:chgData name="Alessandro Edoardo Giorgio David" userId="f8954a66-e5ad-4a1c-9536-1d2117047f5f" providerId="ADAL" clId="{5FDFF4E9-53C5-47C3-A5F0-F9BF9C8F5EB8}" dt="2021-10-15T10:32:11.534" v="11794" actId="14100"/>
        <pc:sldMkLst>
          <pc:docMk/>
          <pc:sldMk cId="1903229378" sldId="322"/>
        </pc:sldMkLst>
        <pc:spChg chg="mod">
          <ac:chgData name="Alessandro Edoardo Giorgio David" userId="f8954a66-e5ad-4a1c-9536-1d2117047f5f" providerId="ADAL" clId="{5FDFF4E9-53C5-47C3-A5F0-F9BF9C8F5EB8}" dt="2021-10-15T10:30:18.179" v="11705" actId="122"/>
          <ac:spMkLst>
            <pc:docMk/>
            <pc:sldMk cId="1903229378" sldId="322"/>
            <ac:spMk id="2" creationId="{EF995D71-B9DF-4648-BD73-ED5A970153F1}"/>
          </ac:spMkLst>
        </pc:spChg>
        <pc:spChg chg="mod">
          <ac:chgData name="Alessandro Edoardo Giorgio David" userId="f8954a66-e5ad-4a1c-9536-1d2117047f5f" providerId="ADAL" clId="{5FDFF4E9-53C5-47C3-A5F0-F9BF9C8F5EB8}" dt="2021-10-15T10:32:00.309" v="11792" actId="790"/>
          <ac:spMkLst>
            <pc:docMk/>
            <pc:sldMk cId="1903229378" sldId="322"/>
            <ac:spMk id="3" creationId="{81F2B128-CF0F-420E-8B89-BB631A90C511}"/>
          </ac:spMkLst>
        </pc:spChg>
        <pc:picChg chg="add mod">
          <ac:chgData name="Alessandro Edoardo Giorgio David" userId="f8954a66-e5ad-4a1c-9536-1d2117047f5f" providerId="ADAL" clId="{5FDFF4E9-53C5-47C3-A5F0-F9BF9C8F5EB8}" dt="2021-10-15T10:32:11.534" v="11794" actId="14100"/>
          <ac:picMkLst>
            <pc:docMk/>
            <pc:sldMk cId="1903229378" sldId="322"/>
            <ac:picMk id="4" creationId="{F5A1ADD9-497E-4C5E-B690-C01991FFB651}"/>
          </ac:picMkLst>
        </pc:picChg>
      </pc:sldChg>
      <pc:sldChg chg="modSp new mod">
        <pc:chgData name="Alessandro Edoardo Giorgio David" userId="f8954a66-e5ad-4a1c-9536-1d2117047f5f" providerId="ADAL" clId="{5FDFF4E9-53C5-47C3-A5F0-F9BF9C8F5EB8}" dt="2021-10-15T10:36:32.233" v="12077" actId="790"/>
        <pc:sldMkLst>
          <pc:docMk/>
          <pc:sldMk cId="3069370513" sldId="323"/>
        </pc:sldMkLst>
        <pc:spChg chg="mod">
          <ac:chgData name="Alessandro Edoardo Giorgio David" userId="f8954a66-e5ad-4a1c-9536-1d2117047f5f" providerId="ADAL" clId="{5FDFF4E9-53C5-47C3-A5F0-F9BF9C8F5EB8}" dt="2021-10-15T10:33:06.026" v="11808" actId="20577"/>
          <ac:spMkLst>
            <pc:docMk/>
            <pc:sldMk cId="3069370513" sldId="323"/>
            <ac:spMk id="2" creationId="{FA2AE7F9-40D4-4D66-9850-4698E5427C9E}"/>
          </ac:spMkLst>
        </pc:spChg>
        <pc:spChg chg="mod">
          <ac:chgData name="Alessandro Edoardo Giorgio David" userId="f8954a66-e5ad-4a1c-9536-1d2117047f5f" providerId="ADAL" clId="{5FDFF4E9-53C5-47C3-A5F0-F9BF9C8F5EB8}" dt="2021-10-15T10:36:32.233" v="12077" actId="790"/>
          <ac:spMkLst>
            <pc:docMk/>
            <pc:sldMk cId="3069370513" sldId="323"/>
            <ac:spMk id="3" creationId="{0EA96E1F-C5FB-4C1C-8D2F-8C4CAA663AE1}"/>
          </ac:spMkLst>
        </pc:spChg>
      </pc:sldChg>
      <pc:sldChg chg="addSp delSp modSp new mod modClrScheme chgLayout">
        <pc:chgData name="Alessandro Edoardo Giorgio David" userId="f8954a66-e5ad-4a1c-9536-1d2117047f5f" providerId="ADAL" clId="{5FDFF4E9-53C5-47C3-A5F0-F9BF9C8F5EB8}" dt="2021-10-15T10:38:05.088" v="12084" actId="12788"/>
        <pc:sldMkLst>
          <pc:docMk/>
          <pc:sldMk cId="1459896615" sldId="324"/>
        </pc:sldMkLst>
        <pc:spChg chg="del">
          <ac:chgData name="Alessandro Edoardo Giorgio David" userId="f8954a66-e5ad-4a1c-9536-1d2117047f5f" providerId="ADAL" clId="{5FDFF4E9-53C5-47C3-A5F0-F9BF9C8F5EB8}" dt="2021-10-15T10:37:55.113" v="12081" actId="700"/>
          <ac:spMkLst>
            <pc:docMk/>
            <pc:sldMk cId="1459896615" sldId="324"/>
            <ac:spMk id="2" creationId="{128638C7-B340-451C-A949-99FA85F425AB}"/>
          </ac:spMkLst>
        </pc:spChg>
        <pc:spChg chg="del">
          <ac:chgData name="Alessandro Edoardo Giorgio David" userId="f8954a66-e5ad-4a1c-9536-1d2117047f5f" providerId="ADAL" clId="{5FDFF4E9-53C5-47C3-A5F0-F9BF9C8F5EB8}" dt="2021-10-15T10:37:43.490" v="12079"/>
          <ac:spMkLst>
            <pc:docMk/>
            <pc:sldMk cId="1459896615" sldId="324"/>
            <ac:spMk id="3" creationId="{3FA26AAD-868E-4BA6-9B23-6AD990D0D904}"/>
          </ac:spMkLst>
        </pc:spChg>
        <pc:picChg chg="add mod ord">
          <ac:chgData name="Alessandro Edoardo Giorgio David" userId="f8954a66-e5ad-4a1c-9536-1d2117047f5f" providerId="ADAL" clId="{5FDFF4E9-53C5-47C3-A5F0-F9BF9C8F5EB8}" dt="2021-10-15T10:38:05.088" v="12084" actId="12788"/>
          <ac:picMkLst>
            <pc:docMk/>
            <pc:sldMk cId="1459896615" sldId="324"/>
            <ac:picMk id="4" creationId="{51366AD1-943D-4D04-9613-18EF6B590E6A}"/>
          </ac:picMkLst>
        </pc:picChg>
      </pc:sldChg>
      <pc:sldChg chg="addSp modSp new mod modClrScheme chgLayout">
        <pc:chgData name="Alessandro Edoardo Giorgio David" userId="f8954a66-e5ad-4a1c-9536-1d2117047f5f" providerId="ADAL" clId="{5FDFF4E9-53C5-47C3-A5F0-F9BF9C8F5EB8}" dt="2021-10-15T10:52:47.335" v="12790" actId="113"/>
        <pc:sldMkLst>
          <pc:docMk/>
          <pc:sldMk cId="3546220868" sldId="325"/>
        </pc:sldMkLst>
        <pc:spChg chg="add mod">
          <ac:chgData name="Alessandro Edoardo Giorgio David" userId="f8954a66-e5ad-4a1c-9536-1d2117047f5f" providerId="ADAL" clId="{5FDFF4E9-53C5-47C3-A5F0-F9BF9C8F5EB8}" dt="2021-10-15T10:39:31.771" v="12131" actId="790"/>
          <ac:spMkLst>
            <pc:docMk/>
            <pc:sldMk cId="3546220868" sldId="325"/>
            <ac:spMk id="2" creationId="{FF971C22-3DDE-4F5A-987B-A065AE317061}"/>
          </ac:spMkLst>
        </pc:spChg>
        <pc:spChg chg="add mod">
          <ac:chgData name="Alessandro Edoardo Giorgio David" userId="f8954a66-e5ad-4a1c-9536-1d2117047f5f" providerId="ADAL" clId="{5FDFF4E9-53C5-47C3-A5F0-F9BF9C8F5EB8}" dt="2021-10-15T10:52:47.335" v="12790" actId="113"/>
          <ac:spMkLst>
            <pc:docMk/>
            <pc:sldMk cId="3546220868" sldId="325"/>
            <ac:spMk id="3" creationId="{50C9F2D4-E6C4-46FB-9A60-4135C55AEC2B}"/>
          </ac:spMkLst>
        </pc:spChg>
      </pc:sldChg>
      <pc:sldChg chg="modSp new mod">
        <pc:chgData name="Alessandro Edoardo Giorgio David" userId="f8954a66-e5ad-4a1c-9536-1d2117047f5f" providerId="ADAL" clId="{5FDFF4E9-53C5-47C3-A5F0-F9BF9C8F5EB8}" dt="2021-10-15T11:01:03.205" v="13398" actId="20577"/>
        <pc:sldMkLst>
          <pc:docMk/>
          <pc:sldMk cId="3868657482" sldId="326"/>
        </pc:sldMkLst>
        <pc:spChg chg="mod">
          <ac:chgData name="Alessandro Edoardo Giorgio David" userId="f8954a66-e5ad-4a1c-9536-1d2117047f5f" providerId="ADAL" clId="{5FDFF4E9-53C5-47C3-A5F0-F9BF9C8F5EB8}" dt="2021-10-15T10:53:09.427" v="12803" actId="20577"/>
          <ac:spMkLst>
            <pc:docMk/>
            <pc:sldMk cId="3868657482" sldId="326"/>
            <ac:spMk id="2" creationId="{A1B07253-A24F-47C3-B9DF-2841391215B0}"/>
          </ac:spMkLst>
        </pc:spChg>
        <pc:spChg chg="mod">
          <ac:chgData name="Alessandro Edoardo Giorgio David" userId="f8954a66-e5ad-4a1c-9536-1d2117047f5f" providerId="ADAL" clId="{5FDFF4E9-53C5-47C3-A5F0-F9BF9C8F5EB8}" dt="2021-10-15T11:01:03.205" v="13398" actId="20577"/>
          <ac:spMkLst>
            <pc:docMk/>
            <pc:sldMk cId="3868657482" sldId="326"/>
            <ac:spMk id="3" creationId="{E2707A52-B3EC-41AC-9735-054A20FA188D}"/>
          </ac:spMkLst>
        </pc:spChg>
      </pc:sldChg>
      <pc:sldChg chg="addSp delSp modSp new mod">
        <pc:chgData name="Alessandro Edoardo Giorgio David" userId="f8954a66-e5ad-4a1c-9536-1d2117047f5f" providerId="ADAL" clId="{5FDFF4E9-53C5-47C3-A5F0-F9BF9C8F5EB8}" dt="2021-10-27T05:19:32.887" v="13444" actId="22"/>
        <pc:sldMkLst>
          <pc:docMk/>
          <pc:sldMk cId="407452452" sldId="339"/>
        </pc:sldMkLst>
        <pc:spChg chg="mod">
          <ac:chgData name="Alessandro Edoardo Giorgio David" userId="f8954a66-e5ad-4a1c-9536-1d2117047f5f" providerId="ADAL" clId="{5FDFF4E9-53C5-47C3-A5F0-F9BF9C8F5EB8}" dt="2021-10-27T05:19:28.762" v="13443" actId="122"/>
          <ac:spMkLst>
            <pc:docMk/>
            <pc:sldMk cId="407452452" sldId="339"/>
            <ac:spMk id="2" creationId="{07BD8891-4B4B-4784-ABC7-550619B12ACC}"/>
          </ac:spMkLst>
        </pc:spChg>
        <pc:spChg chg="del">
          <ac:chgData name="Alessandro Edoardo Giorgio David" userId="f8954a66-e5ad-4a1c-9536-1d2117047f5f" providerId="ADAL" clId="{5FDFF4E9-53C5-47C3-A5F0-F9BF9C8F5EB8}" dt="2021-10-27T05:19:32.887" v="13444" actId="22"/>
          <ac:spMkLst>
            <pc:docMk/>
            <pc:sldMk cId="407452452" sldId="339"/>
            <ac:spMk id="3" creationId="{B1800F63-5AFB-4928-9A03-8035C79DCE3B}"/>
          </ac:spMkLst>
        </pc:spChg>
        <pc:picChg chg="add mod ord">
          <ac:chgData name="Alessandro Edoardo Giorgio David" userId="f8954a66-e5ad-4a1c-9536-1d2117047f5f" providerId="ADAL" clId="{5FDFF4E9-53C5-47C3-A5F0-F9BF9C8F5EB8}" dt="2021-10-27T05:19:32.887" v="13444" actId="22"/>
          <ac:picMkLst>
            <pc:docMk/>
            <pc:sldMk cId="407452452" sldId="339"/>
            <ac:picMk id="5" creationId="{4E449E6B-7BA1-4F6E-BDB6-6BDD49879DDB}"/>
          </ac:picMkLst>
        </pc:picChg>
      </pc:sldChg>
      <pc:sldChg chg="modSp new mod">
        <pc:chgData name="Alessandro Edoardo Giorgio David" userId="f8954a66-e5ad-4a1c-9536-1d2117047f5f" providerId="ADAL" clId="{5FDFF4E9-53C5-47C3-A5F0-F9BF9C8F5EB8}" dt="2021-10-27T05:34:18.057" v="13700" actId="20577"/>
        <pc:sldMkLst>
          <pc:docMk/>
          <pc:sldMk cId="1364939342" sldId="340"/>
        </pc:sldMkLst>
        <pc:spChg chg="mod">
          <ac:chgData name="Alessandro Edoardo Giorgio David" userId="f8954a66-e5ad-4a1c-9536-1d2117047f5f" providerId="ADAL" clId="{5FDFF4E9-53C5-47C3-A5F0-F9BF9C8F5EB8}" dt="2021-10-27T05:29:14.220" v="13500" actId="122"/>
          <ac:spMkLst>
            <pc:docMk/>
            <pc:sldMk cId="1364939342" sldId="340"/>
            <ac:spMk id="2" creationId="{47E3336E-9020-4A40-BB77-48A181413622}"/>
          </ac:spMkLst>
        </pc:spChg>
        <pc:spChg chg="mod">
          <ac:chgData name="Alessandro Edoardo Giorgio David" userId="f8954a66-e5ad-4a1c-9536-1d2117047f5f" providerId="ADAL" clId="{5FDFF4E9-53C5-47C3-A5F0-F9BF9C8F5EB8}" dt="2021-10-27T05:34:18.057" v="13700" actId="20577"/>
          <ac:spMkLst>
            <pc:docMk/>
            <pc:sldMk cId="1364939342" sldId="340"/>
            <ac:spMk id="3" creationId="{AE1D2025-1D80-448D-8225-AF0DBDB620DF}"/>
          </ac:spMkLst>
        </pc:spChg>
      </pc:sldChg>
    </pc:docChg>
  </pc:docChgLst>
  <pc:docChgLst>
    <pc:chgData name="Alessandro Edoardo Giorgio David" userId="f8954a66-e5ad-4a1c-9536-1d2117047f5f" providerId="ADAL" clId="{D93D8B19-FA20-47A5-B3D7-0A6BF3F53C46}"/>
    <pc:docChg chg="undo custSel addSld delSld modSld sldOrd">
      <pc:chgData name="Alessandro Edoardo Giorgio David" userId="f8954a66-e5ad-4a1c-9536-1d2117047f5f" providerId="ADAL" clId="{D93D8B19-FA20-47A5-B3D7-0A6BF3F53C46}" dt="2021-08-10T13:18:36.419" v="625"/>
      <pc:docMkLst>
        <pc:docMk/>
      </pc:docMkLst>
      <pc:sldChg chg="modSp mod">
        <pc:chgData name="Alessandro Edoardo Giorgio David" userId="f8954a66-e5ad-4a1c-9536-1d2117047f5f" providerId="ADAL" clId="{D93D8B19-FA20-47A5-B3D7-0A6BF3F53C46}" dt="2021-08-10T10:46:13.837" v="233" actId="790"/>
        <pc:sldMkLst>
          <pc:docMk/>
          <pc:sldMk cId="3153607966" sldId="280"/>
        </pc:sldMkLst>
        <pc:spChg chg="mod">
          <ac:chgData name="Alessandro Edoardo Giorgio David" userId="f8954a66-e5ad-4a1c-9536-1d2117047f5f" providerId="ADAL" clId="{D93D8B19-FA20-47A5-B3D7-0A6BF3F53C46}" dt="2021-08-10T10:46:13.837" v="233" actId="790"/>
          <ac:spMkLst>
            <pc:docMk/>
            <pc:sldMk cId="3153607966" sldId="280"/>
            <ac:spMk id="2" creationId="{683FD103-5EF1-48AB-8EC6-4C1921FB118B}"/>
          </ac:spMkLst>
        </pc:spChg>
      </pc:sldChg>
      <pc:sldChg chg="modSp new mod">
        <pc:chgData name="Alessandro Edoardo Giorgio David" userId="f8954a66-e5ad-4a1c-9536-1d2117047f5f" providerId="ADAL" clId="{D93D8B19-FA20-47A5-B3D7-0A6BF3F53C46}" dt="2021-08-10T10:28:51.472" v="62" actId="207"/>
        <pc:sldMkLst>
          <pc:docMk/>
          <pc:sldMk cId="82894947" sldId="281"/>
        </pc:sldMkLst>
        <pc:spChg chg="mod">
          <ac:chgData name="Alessandro Edoardo Giorgio David" userId="f8954a66-e5ad-4a1c-9536-1d2117047f5f" providerId="ADAL" clId="{D93D8B19-FA20-47A5-B3D7-0A6BF3F53C46}" dt="2021-08-10T10:14:51.966" v="22" actId="20577"/>
          <ac:spMkLst>
            <pc:docMk/>
            <pc:sldMk cId="82894947" sldId="281"/>
            <ac:spMk id="2" creationId="{BE245DFD-974C-438A-8A62-383465C76576}"/>
          </ac:spMkLst>
        </pc:spChg>
        <pc:spChg chg="mod">
          <ac:chgData name="Alessandro Edoardo Giorgio David" userId="f8954a66-e5ad-4a1c-9536-1d2117047f5f" providerId="ADAL" clId="{D93D8B19-FA20-47A5-B3D7-0A6BF3F53C46}" dt="2021-08-10T10:28:51.472" v="62" actId="207"/>
          <ac:spMkLst>
            <pc:docMk/>
            <pc:sldMk cId="82894947" sldId="281"/>
            <ac:spMk id="3" creationId="{3E1E0E27-35DF-4C52-9582-63B1D4BF7111}"/>
          </ac:spMkLst>
        </pc:spChg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53053765" sldId="28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400904179" sldId="282"/>
        </pc:sldMkLst>
      </pc:sldChg>
      <pc:sldChg chg="addSp delSp modSp new mod">
        <pc:chgData name="Alessandro Edoardo Giorgio David" userId="f8954a66-e5ad-4a1c-9536-1d2117047f5f" providerId="ADAL" clId="{D93D8B19-FA20-47A5-B3D7-0A6BF3F53C46}" dt="2021-08-10T10:38:07.634" v="232" actId="1076"/>
        <pc:sldMkLst>
          <pc:docMk/>
          <pc:sldMk cId="1895599324" sldId="282"/>
        </pc:sldMkLst>
        <pc:spChg chg="mod">
          <ac:chgData name="Alessandro Edoardo Giorgio David" userId="f8954a66-e5ad-4a1c-9536-1d2117047f5f" providerId="ADAL" clId="{D93D8B19-FA20-47A5-B3D7-0A6BF3F53C46}" dt="2021-08-10T10:16:08.123" v="32" actId="122"/>
          <ac:spMkLst>
            <pc:docMk/>
            <pc:sldMk cId="1895599324" sldId="282"/>
            <ac:spMk id="2" creationId="{87D71CA4-FA28-4119-9FA4-29A4F73E7090}"/>
          </ac:spMkLst>
        </pc:spChg>
        <pc:spChg chg="del">
          <ac:chgData name="Alessandro Edoardo Giorgio David" userId="f8954a66-e5ad-4a1c-9536-1d2117047f5f" providerId="ADAL" clId="{D93D8B19-FA20-47A5-B3D7-0A6BF3F53C46}" dt="2021-08-10T10:17:09.636" v="33"/>
          <ac:spMkLst>
            <pc:docMk/>
            <pc:sldMk cId="1895599324" sldId="282"/>
            <ac:spMk id="3" creationId="{3964FC0C-D925-4B0E-8291-EAA55CC211B1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8.383" v="230"/>
          <ac:spMkLst>
            <pc:docMk/>
            <pc:sldMk cId="1895599324" sldId="282"/>
            <ac:spMk id="6" creationId="{885E4550-8130-4F7F-9D52-4F66C2144B16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7" creationId="{2A424E35-37C5-4BB7-AEFD-7946AA8222DA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8" creationId="{44C2E0E1-D8A5-4A24-BE0B-79EC78EBE026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9" creationId="{8198573A-8C28-4217-A85B-862A88DCED6E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0" creationId="{1E390A35-27E2-40B5-8E8D-7FEEBE6CE226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1" creationId="{EC0EAA35-06DF-4699-993E-23771BD22099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2" creationId="{CA606416-93E9-42D9-AA61-D6EE5458D484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3" creationId="{C0340826-EC2D-45DE-B93E-F35862B6763F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4" creationId="{627EC2C5-ACD9-4F36-ACCB-A890F2B84790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5" creationId="{EB70D244-E4BC-4AFA-95F6-DAF3B8332756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6" creationId="{BC7EAA22-D807-4009-B776-7B37E3281949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7" creationId="{E6876750-ED10-4516-B12A-766615DA7F5F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8" creationId="{BBA170D5-161D-4106-9F6D-28DF6D145718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9" creationId="{42D6E6A3-2E91-458F-A94D-9CF6BCD3D80F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20" creationId="{CB2ED075-60A6-4645-BDDD-643E5A2D19A4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21" creationId="{7DCCC8F3-7542-4668-93BD-298426BC6ECA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22" creationId="{52C17F89-292C-43F7-92D4-F63885EC0909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23" creationId="{CFC0F26A-396A-423F-9A68-4FF321EC5CF6}"/>
          </ac:spMkLst>
        </pc:spChg>
        <pc:picChg chg="add del mod">
          <ac:chgData name="Alessandro Edoardo Giorgio David" userId="f8954a66-e5ad-4a1c-9536-1d2117047f5f" providerId="ADAL" clId="{D93D8B19-FA20-47A5-B3D7-0A6BF3F53C46}" dt="2021-08-10T10:37:53.344" v="227" actId="478"/>
          <ac:picMkLst>
            <pc:docMk/>
            <pc:sldMk cId="1895599324" sldId="282"/>
            <ac:picMk id="4" creationId="{C57ECC0F-431A-420F-AA1D-6673B1FA11EF}"/>
          </ac:picMkLst>
        </pc:picChg>
        <pc:picChg chg="add mod">
          <ac:chgData name="Alessandro Edoardo Giorgio David" userId="f8954a66-e5ad-4a1c-9536-1d2117047f5f" providerId="ADAL" clId="{D93D8B19-FA20-47A5-B3D7-0A6BF3F53C46}" dt="2021-08-10T10:38:07.634" v="232" actId="1076"/>
          <ac:picMkLst>
            <pc:docMk/>
            <pc:sldMk cId="1895599324" sldId="282"/>
            <ac:picMk id="24" creationId="{999DE7FE-82DE-48AD-BB23-F15CA56C5C1A}"/>
          </ac:picMkLst>
        </pc:picChg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94577708" sldId="283"/>
        </pc:sldMkLst>
      </pc:sldChg>
      <pc:sldChg chg="modSp new mod ord">
        <pc:chgData name="Alessandro Edoardo Giorgio David" userId="f8954a66-e5ad-4a1c-9536-1d2117047f5f" providerId="ADAL" clId="{D93D8B19-FA20-47A5-B3D7-0A6BF3F53C46}" dt="2021-08-10T13:18:36.419" v="625"/>
        <pc:sldMkLst>
          <pc:docMk/>
          <pc:sldMk cId="4096371522" sldId="283"/>
        </pc:sldMkLst>
        <pc:spChg chg="mod">
          <ac:chgData name="Alessandro Edoardo Giorgio David" userId="f8954a66-e5ad-4a1c-9536-1d2117047f5f" providerId="ADAL" clId="{D93D8B19-FA20-47A5-B3D7-0A6BF3F53C46}" dt="2021-08-10T10:17:45.238" v="42" actId="122"/>
          <ac:spMkLst>
            <pc:docMk/>
            <pc:sldMk cId="4096371522" sldId="283"/>
            <ac:spMk id="2" creationId="{408B4B91-F23E-4673-8DB8-6A5A02D61CB6}"/>
          </ac:spMkLst>
        </pc:spChg>
        <pc:spChg chg="mod">
          <ac:chgData name="Alessandro Edoardo Giorgio David" userId="f8954a66-e5ad-4a1c-9536-1d2117047f5f" providerId="ADAL" clId="{D93D8B19-FA20-47A5-B3D7-0A6BF3F53C46}" dt="2021-08-10T13:14:41.330" v="611" actId="5793"/>
          <ac:spMkLst>
            <pc:docMk/>
            <pc:sldMk cId="4096371522" sldId="283"/>
            <ac:spMk id="3" creationId="{83BD5FD3-58A3-4593-BA71-B00F2D7F8C6A}"/>
          </ac:spMkLst>
        </pc:spChg>
      </pc:sldChg>
      <pc:sldChg chg="modSp new mod">
        <pc:chgData name="Alessandro Edoardo Giorgio David" userId="f8954a66-e5ad-4a1c-9536-1d2117047f5f" providerId="ADAL" clId="{D93D8B19-FA20-47A5-B3D7-0A6BF3F53C46}" dt="2021-08-10T10:52:43.487" v="551" actId="20577"/>
        <pc:sldMkLst>
          <pc:docMk/>
          <pc:sldMk cId="2952385952" sldId="284"/>
        </pc:sldMkLst>
        <pc:spChg chg="mod">
          <ac:chgData name="Alessandro Edoardo Giorgio David" userId="f8954a66-e5ad-4a1c-9536-1d2117047f5f" providerId="ADAL" clId="{D93D8B19-FA20-47A5-B3D7-0A6BF3F53C46}" dt="2021-08-10T10:47:33.137" v="259" actId="790"/>
          <ac:spMkLst>
            <pc:docMk/>
            <pc:sldMk cId="2952385952" sldId="284"/>
            <ac:spMk id="2" creationId="{A77BED49-8D96-4399-83D4-396828225BE7}"/>
          </ac:spMkLst>
        </pc:spChg>
        <pc:spChg chg="mod">
          <ac:chgData name="Alessandro Edoardo Giorgio David" userId="f8954a66-e5ad-4a1c-9536-1d2117047f5f" providerId="ADAL" clId="{D93D8B19-FA20-47A5-B3D7-0A6BF3F53C46}" dt="2021-08-10T10:52:43.487" v="551" actId="20577"/>
          <ac:spMkLst>
            <pc:docMk/>
            <pc:sldMk cId="2952385952" sldId="284"/>
            <ac:spMk id="3" creationId="{23098DAD-D0EB-4E6F-83C4-BF0416B344FF}"/>
          </ac:spMkLst>
        </pc:spChg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040764519" sldId="28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677543011" sldId="285"/>
        </pc:sldMkLst>
      </pc:sldChg>
      <pc:sldChg chg="addSp delSp modSp new mod">
        <pc:chgData name="Alessandro Edoardo Giorgio David" userId="f8954a66-e5ad-4a1c-9536-1d2117047f5f" providerId="ADAL" clId="{D93D8B19-FA20-47A5-B3D7-0A6BF3F53C46}" dt="2021-08-10T13:12:18.984" v="608" actId="1076"/>
        <pc:sldMkLst>
          <pc:docMk/>
          <pc:sldMk cId="2360709121" sldId="285"/>
        </pc:sldMkLst>
        <pc:spChg chg="add del mod">
          <ac:chgData name="Alessandro Edoardo Giorgio David" userId="f8954a66-e5ad-4a1c-9536-1d2117047f5f" providerId="ADAL" clId="{D93D8B19-FA20-47A5-B3D7-0A6BF3F53C46}" dt="2021-08-10T13:10:40.139" v="601" actId="122"/>
          <ac:spMkLst>
            <pc:docMk/>
            <pc:sldMk cId="2360709121" sldId="285"/>
            <ac:spMk id="2" creationId="{850F8AE4-D095-492B-B6BD-51B7ED3135F8}"/>
          </ac:spMkLst>
        </pc:spChg>
        <pc:spChg chg="add del">
          <ac:chgData name="Alessandro Edoardo Giorgio David" userId="f8954a66-e5ad-4a1c-9536-1d2117047f5f" providerId="ADAL" clId="{D93D8B19-FA20-47A5-B3D7-0A6BF3F53C46}" dt="2021-08-10T13:12:03.331" v="606"/>
          <ac:spMkLst>
            <pc:docMk/>
            <pc:sldMk cId="2360709121" sldId="285"/>
            <ac:spMk id="3" creationId="{929EB4A7-08BB-45A8-B065-13489C10CDB2}"/>
          </ac:spMkLst>
        </pc:spChg>
        <pc:spChg chg="add del mod">
          <ac:chgData name="Alessandro Edoardo Giorgio David" userId="f8954a66-e5ad-4a1c-9536-1d2117047f5f" providerId="ADAL" clId="{D93D8B19-FA20-47A5-B3D7-0A6BF3F53C46}" dt="2021-08-10T13:10:19.179" v="554"/>
          <ac:spMkLst>
            <pc:docMk/>
            <pc:sldMk cId="2360709121" sldId="285"/>
            <ac:spMk id="4" creationId="{0CA50546-66E0-4814-8773-47BC0BE9B3C9}"/>
          </ac:spMkLst>
        </pc:spChg>
        <pc:picChg chg="add del mod">
          <ac:chgData name="Alessandro Edoardo Giorgio David" userId="f8954a66-e5ad-4a1c-9536-1d2117047f5f" providerId="ADAL" clId="{D93D8B19-FA20-47A5-B3D7-0A6BF3F53C46}" dt="2021-08-10T13:10:59.357" v="605"/>
          <ac:picMkLst>
            <pc:docMk/>
            <pc:sldMk cId="2360709121" sldId="285"/>
            <ac:picMk id="5" creationId="{6EDF5A3D-5180-4B47-A43F-F58ACF23AF90}"/>
          </ac:picMkLst>
        </pc:picChg>
        <pc:picChg chg="add mod">
          <ac:chgData name="Alessandro Edoardo Giorgio David" userId="f8954a66-e5ad-4a1c-9536-1d2117047f5f" providerId="ADAL" clId="{D93D8B19-FA20-47A5-B3D7-0A6BF3F53C46}" dt="2021-08-10T13:12:18.984" v="608" actId="1076"/>
          <ac:picMkLst>
            <pc:docMk/>
            <pc:sldMk cId="2360709121" sldId="285"/>
            <ac:picMk id="6" creationId="{FB3986C0-44F4-4DC9-9E52-F7C4AC423527}"/>
          </ac:picMkLst>
        </pc:picChg>
      </pc:sldChg>
      <pc:sldChg chg="addSp delSp modSp new mod">
        <pc:chgData name="Alessandro Edoardo Giorgio David" userId="f8954a66-e5ad-4a1c-9536-1d2117047f5f" providerId="ADAL" clId="{D93D8B19-FA20-47A5-B3D7-0A6BF3F53C46}" dt="2021-08-10T13:16:24.708" v="623" actId="122"/>
        <pc:sldMkLst>
          <pc:docMk/>
          <pc:sldMk cId="2169398848" sldId="286"/>
        </pc:sldMkLst>
        <pc:spChg chg="mod">
          <ac:chgData name="Alessandro Edoardo Giorgio David" userId="f8954a66-e5ad-4a1c-9536-1d2117047f5f" providerId="ADAL" clId="{D93D8B19-FA20-47A5-B3D7-0A6BF3F53C46}" dt="2021-08-10T13:16:24.708" v="623" actId="122"/>
          <ac:spMkLst>
            <pc:docMk/>
            <pc:sldMk cId="2169398848" sldId="286"/>
            <ac:spMk id="2" creationId="{E0281D5F-2FF9-472A-9E43-1E0BA5F276EA}"/>
          </ac:spMkLst>
        </pc:spChg>
        <pc:spChg chg="del">
          <ac:chgData name="Alessandro Edoardo Giorgio David" userId="f8954a66-e5ad-4a1c-9536-1d2117047f5f" providerId="ADAL" clId="{D93D8B19-FA20-47A5-B3D7-0A6BF3F53C46}" dt="2021-08-10T13:16:09.427" v="615"/>
          <ac:spMkLst>
            <pc:docMk/>
            <pc:sldMk cId="2169398848" sldId="286"/>
            <ac:spMk id="3" creationId="{3AEEC441-A224-4D27-A026-424493F51DF7}"/>
          </ac:spMkLst>
        </pc:spChg>
        <pc:picChg chg="add mod">
          <ac:chgData name="Alessandro Edoardo Giorgio David" userId="f8954a66-e5ad-4a1c-9536-1d2117047f5f" providerId="ADAL" clId="{D93D8B19-FA20-47A5-B3D7-0A6BF3F53C46}" dt="2021-08-10T13:16:17.535" v="617" actId="14100"/>
          <ac:picMkLst>
            <pc:docMk/>
            <pc:sldMk cId="2169398848" sldId="286"/>
            <ac:picMk id="4" creationId="{01EEE091-4AAC-4560-B6DB-CFE94541A2DF}"/>
          </ac:picMkLst>
        </pc:picChg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456525904" sldId="28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542539799" sldId="28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776110747" sldId="28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865763563" sldId="28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364959005" sldId="29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841476595" sldId="29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82014483" sldId="29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079178667" sldId="29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484884542" sldId="29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761851639" sldId="29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877361358" sldId="29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622387223" sldId="29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407459007" sldId="29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518038807" sldId="29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979447115" sldId="30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821133994" sldId="30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063098522" sldId="30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179535889" sldId="30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732596017" sldId="30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4087049437" sldId="30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965762000" sldId="30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990846201" sldId="30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459165216" sldId="30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495603576" sldId="30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93460714" sldId="31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345643182" sldId="31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0833125" sldId="31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40118312" sldId="31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026102579" sldId="31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521168260" sldId="31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372665201" sldId="31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461815205" sldId="31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478560338" sldId="31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618932863" sldId="31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339501348" sldId="32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078668927" sldId="32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535521216" sldId="32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879024289" sldId="32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507292240" sldId="32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212003161" sldId="32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071665624" sldId="32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140800234" sldId="32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741554749" sldId="32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026349041" sldId="32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892898324" sldId="33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188304425" sldId="33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922909339" sldId="33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049072842" sldId="33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210811804" sldId="33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200792181" sldId="33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223886345" sldId="33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386622032" sldId="33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863600783" sldId="33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760396929" sldId="33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4043709138" sldId="340"/>
        </pc:sldMkLst>
      </pc:sldChg>
    </pc:docChg>
  </pc:docChgLst>
  <pc:docChgLst>
    <pc:chgData name="Di Mattia Alessandro Edoardo Giorgio David" userId="f8954a66-e5ad-4a1c-9536-1d2117047f5f" providerId="ADAL" clId="{D8B22C94-5161-4D79-9F18-B740023E9373}"/>
    <pc:docChg chg="modSld">
      <pc:chgData name="Di Mattia Alessandro Edoardo Giorgio David" userId="f8954a66-e5ad-4a1c-9536-1d2117047f5f" providerId="ADAL" clId="{D8B22C94-5161-4D79-9F18-B740023E9373}" dt="2021-09-20T11:57:13.689" v="7" actId="20577"/>
      <pc:docMkLst>
        <pc:docMk/>
      </pc:docMkLst>
      <pc:sldChg chg="modSp mod">
        <pc:chgData name="Di Mattia Alessandro Edoardo Giorgio David" userId="f8954a66-e5ad-4a1c-9536-1d2117047f5f" providerId="ADAL" clId="{D8B22C94-5161-4D79-9F18-B740023E9373}" dt="2021-09-20T11:57:13.689" v="7" actId="20577"/>
        <pc:sldMkLst>
          <pc:docMk/>
          <pc:sldMk cId="1731353798" sldId="306"/>
        </pc:sldMkLst>
        <pc:spChg chg="mod">
          <ac:chgData name="Di Mattia Alessandro Edoardo Giorgio David" userId="f8954a66-e5ad-4a1c-9536-1d2117047f5f" providerId="ADAL" clId="{D8B22C94-5161-4D79-9F18-B740023E9373}" dt="2021-09-20T11:57:13.689" v="7" actId="20577"/>
          <ac:spMkLst>
            <pc:docMk/>
            <pc:sldMk cId="1731353798" sldId="306"/>
            <ac:spMk id="3" creationId="{2D430180-4BB9-4AD7-AA64-E3AA96044BF1}"/>
          </ac:spMkLst>
        </pc:spChg>
      </pc:sldChg>
    </pc:docChg>
  </pc:docChgLst>
  <pc:docChgLst>
    <pc:chgData name="Di Mattia Alessandro Edoardo Giorgio David" userId="f8954a66-e5ad-4a1c-9536-1d2117047f5f" providerId="ADAL" clId="{5E83B68B-007D-4829-90AF-85492EEC2BC0}"/>
    <pc:docChg chg="undo custSel addSld delSld modSld sldOrd addSection delSection modSection">
      <pc:chgData name="Di Mattia Alessandro Edoardo Giorgio David" userId="f8954a66-e5ad-4a1c-9536-1d2117047f5f" providerId="ADAL" clId="{5E83B68B-007D-4829-90AF-85492EEC2BC0}" dt="2021-11-01T10:55:00.792" v="9990" actId="115"/>
      <pc:docMkLst>
        <pc:docMk/>
      </pc:docMkLst>
      <pc:sldChg chg="modSp mod">
        <pc:chgData name="Di Mattia Alessandro Edoardo Giorgio David" userId="f8954a66-e5ad-4a1c-9536-1d2117047f5f" providerId="ADAL" clId="{5E83B68B-007D-4829-90AF-85492EEC2BC0}" dt="2021-10-18T09:32:31.068" v="1924" actId="20577"/>
        <pc:sldMkLst>
          <pc:docMk/>
          <pc:sldMk cId="3153607966" sldId="280"/>
        </pc:sldMkLst>
        <pc:spChg chg="mod">
          <ac:chgData name="Di Mattia Alessandro Edoardo Giorgio David" userId="f8954a66-e5ad-4a1c-9536-1d2117047f5f" providerId="ADAL" clId="{5E83B68B-007D-4829-90AF-85492EEC2BC0}" dt="2021-10-18T09:32:31.068" v="1924" actId="20577"/>
          <ac:spMkLst>
            <pc:docMk/>
            <pc:sldMk cId="3153607966" sldId="280"/>
            <ac:spMk id="2" creationId="{683FD103-5EF1-48AB-8EC6-4C1921FB118B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0-11T07:57:47.886" v="8" actId="20577"/>
        <pc:sldMkLst>
          <pc:docMk/>
          <pc:sldMk cId="502066698" sldId="282"/>
        </pc:sldMkLst>
        <pc:spChg chg="mod">
          <ac:chgData name="Di Mattia Alessandro Edoardo Giorgio David" userId="f8954a66-e5ad-4a1c-9536-1d2117047f5f" providerId="ADAL" clId="{5E83B68B-007D-4829-90AF-85492EEC2BC0}" dt="2021-10-11T07:57:47.886" v="8" actId="20577"/>
          <ac:spMkLst>
            <pc:docMk/>
            <pc:sldMk cId="502066698" sldId="282"/>
            <ac:spMk id="13" creationId="{84379331-7D4A-496D-8AA5-1ECBB9666C58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0-18T09:05:40.008" v="1881" actId="313"/>
        <pc:sldMkLst>
          <pc:docMk/>
          <pc:sldMk cId="3133904207" sldId="285"/>
        </pc:sldMkLst>
        <pc:spChg chg="mod">
          <ac:chgData name="Di Mattia Alessandro Edoardo Giorgio David" userId="f8954a66-e5ad-4a1c-9536-1d2117047f5f" providerId="ADAL" clId="{5E83B68B-007D-4829-90AF-85492EEC2BC0}" dt="2021-10-18T09:05:40.008" v="1881" actId="313"/>
          <ac:spMkLst>
            <pc:docMk/>
            <pc:sldMk cId="3133904207" sldId="285"/>
            <ac:spMk id="3" creationId="{A5FE827F-BAEE-4509-A4EC-8280F7A60EAA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0-18T09:10:14.195" v="1886" actId="14826"/>
        <pc:sldMkLst>
          <pc:docMk/>
          <pc:sldMk cId="3527628105" sldId="291"/>
        </pc:sldMkLst>
        <pc:picChg chg="mod">
          <ac:chgData name="Di Mattia Alessandro Edoardo Giorgio David" userId="f8954a66-e5ad-4a1c-9536-1d2117047f5f" providerId="ADAL" clId="{5E83B68B-007D-4829-90AF-85492EEC2BC0}" dt="2021-10-18T09:10:14.195" v="1886" actId="14826"/>
          <ac:picMkLst>
            <pc:docMk/>
            <pc:sldMk cId="3527628105" sldId="291"/>
            <ac:picMk id="38" creationId="{50D31379-CDF9-4606-8E3E-8A55287B225F}"/>
          </ac:picMkLst>
        </pc:picChg>
      </pc:sldChg>
      <pc:sldChg chg="addSp delSp modSp new del mod">
        <pc:chgData name="Di Mattia Alessandro Edoardo Giorgio David" userId="f8954a66-e5ad-4a1c-9536-1d2117047f5f" providerId="ADAL" clId="{5E83B68B-007D-4829-90AF-85492EEC2BC0}" dt="2021-10-11T07:57:34.699" v="7" actId="680"/>
        <pc:sldMkLst>
          <pc:docMk/>
          <pc:sldMk cId="1133026627" sldId="293"/>
        </pc:sldMkLst>
        <pc:spChg chg="add del mod">
          <ac:chgData name="Di Mattia Alessandro Edoardo Giorgio David" userId="f8954a66-e5ad-4a1c-9536-1d2117047f5f" providerId="ADAL" clId="{5E83B68B-007D-4829-90AF-85492EEC2BC0}" dt="2021-10-11T07:57:34.104" v="6" actId="11529"/>
          <ac:spMkLst>
            <pc:docMk/>
            <pc:sldMk cId="1133026627" sldId="293"/>
            <ac:spMk id="4" creationId="{FE0FB340-6F4D-4F3D-8FE9-1D028BAAFB5B}"/>
          </ac:spMkLst>
        </pc:spChg>
      </pc:sldChg>
      <pc:sldChg chg="new del">
        <pc:chgData name="Di Mattia Alessandro Edoardo Giorgio David" userId="f8954a66-e5ad-4a1c-9536-1d2117047f5f" providerId="ADAL" clId="{5E83B68B-007D-4829-90AF-85492EEC2BC0}" dt="2021-10-11T07:57:01.980" v="1" actId="680"/>
        <pc:sldMkLst>
          <pc:docMk/>
          <pc:sldMk cId="1506851632" sldId="293"/>
        </pc:sldMkLst>
      </pc:sldChg>
      <pc:sldChg chg="addSp modSp new mod">
        <pc:chgData name="Di Mattia Alessandro Edoardo Giorgio David" userId="f8954a66-e5ad-4a1c-9536-1d2117047f5f" providerId="ADAL" clId="{5E83B68B-007D-4829-90AF-85492EEC2BC0}" dt="2021-10-18T09:10:47.471" v="1887" actId="14826"/>
        <pc:sldMkLst>
          <pc:docMk/>
          <pc:sldMk cId="3072826883" sldId="293"/>
        </pc:sldMkLst>
        <pc:spChg chg="mod">
          <ac:chgData name="Di Mattia Alessandro Edoardo Giorgio David" userId="f8954a66-e5ad-4a1c-9536-1d2117047f5f" providerId="ADAL" clId="{5E83B68B-007D-4829-90AF-85492EEC2BC0}" dt="2021-10-13T16:36:46.286" v="40" actId="20577"/>
          <ac:spMkLst>
            <pc:docMk/>
            <pc:sldMk cId="3072826883" sldId="293"/>
            <ac:spMk id="2" creationId="{F4364D7B-E304-4F64-813D-067389520278}"/>
          </ac:spMkLst>
        </pc:spChg>
        <pc:spChg chg="mod">
          <ac:chgData name="Di Mattia Alessandro Edoardo Giorgio David" userId="f8954a66-e5ad-4a1c-9536-1d2117047f5f" providerId="ADAL" clId="{5E83B68B-007D-4829-90AF-85492EEC2BC0}" dt="2021-10-13T16:40:24.325" v="214" actId="20577"/>
          <ac:spMkLst>
            <pc:docMk/>
            <pc:sldMk cId="3072826883" sldId="293"/>
            <ac:spMk id="3" creationId="{945E561F-13A5-4EC3-978D-5DFC8CDD7581}"/>
          </ac:spMkLst>
        </pc:spChg>
        <pc:picChg chg="add mod">
          <ac:chgData name="Di Mattia Alessandro Edoardo Giorgio David" userId="f8954a66-e5ad-4a1c-9536-1d2117047f5f" providerId="ADAL" clId="{5E83B68B-007D-4829-90AF-85492EEC2BC0}" dt="2021-10-18T09:10:47.471" v="1887" actId="14826"/>
          <ac:picMkLst>
            <pc:docMk/>
            <pc:sldMk cId="3072826883" sldId="293"/>
            <ac:picMk id="5" creationId="{CA0D4258-380E-468F-A8F3-7E67D50593FB}"/>
          </ac:picMkLst>
        </pc:picChg>
      </pc:sldChg>
      <pc:sldChg chg="modSp new mod">
        <pc:chgData name="Di Mattia Alessandro Edoardo Giorgio David" userId="f8954a66-e5ad-4a1c-9536-1d2117047f5f" providerId="ADAL" clId="{5E83B68B-007D-4829-90AF-85492EEC2BC0}" dt="2021-10-18T09:13:50.887" v="1898" actId="20577"/>
        <pc:sldMkLst>
          <pc:docMk/>
          <pc:sldMk cId="988668290" sldId="294"/>
        </pc:sldMkLst>
        <pc:spChg chg="mod">
          <ac:chgData name="Di Mattia Alessandro Edoardo Giorgio David" userId="f8954a66-e5ad-4a1c-9536-1d2117047f5f" providerId="ADAL" clId="{5E83B68B-007D-4829-90AF-85492EEC2BC0}" dt="2021-10-13T16:44:04.936" v="234" actId="122"/>
          <ac:spMkLst>
            <pc:docMk/>
            <pc:sldMk cId="988668290" sldId="294"/>
            <ac:spMk id="2" creationId="{9BA98361-A4A3-4C0B-A9D4-B7F49B770706}"/>
          </ac:spMkLst>
        </pc:spChg>
        <pc:spChg chg="mod">
          <ac:chgData name="Di Mattia Alessandro Edoardo Giorgio David" userId="f8954a66-e5ad-4a1c-9536-1d2117047f5f" providerId="ADAL" clId="{5E83B68B-007D-4829-90AF-85492EEC2BC0}" dt="2021-10-18T09:13:50.887" v="1898" actId="20577"/>
          <ac:spMkLst>
            <pc:docMk/>
            <pc:sldMk cId="988668290" sldId="294"/>
            <ac:spMk id="3" creationId="{AE4B30A5-ABDC-4804-B7BC-2B832A4E39F9}"/>
          </ac:spMkLst>
        </pc:spChg>
      </pc:sldChg>
      <pc:sldChg chg="modSp add mod">
        <pc:chgData name="Di Mattia Alessandro Edoardo Giorgio David" userId="f8954a66-e5ad-4a1c-9536-1d2117047f5f" providerId="ADAL" clId="{5E83B68B-007D-4829-90AF-85492EEC2BC0}" dt="2021-10-18T09:20:40.973" v="1919" actId="113"/>
        <pc:sldMkLst>
          <pc:docMk/>
          <pc:sldMk cId="1650216849" sldId="295"/>
        </pc:sldMkLst>
        <pc:spChg chg="mod">
          <ac:chgData name="Di Mattia Alessandro Edoardo Giorgio David" userId="f8954a66-e5ad-4a1c-9536-1d2117047f5f" providerId="ADAL" clId="{5E83B68B-007D-4829-90AF-85492EEC2BC0}" dt="2021-10-18T09:20:40.973" v="1919" actId="113"/>
          <ac:spMkLst>
            <pc:docMk/>
            <pc:sldMk cId="1650216849" sldId="295"/>
            <ac:spMk id="3" creationId="{AE4B30A5-ABDC-4804-B7BC-2B832A4E39F9}"/>
          </ac:spMkLst>
        </pc:spChg>
      </pc:sldChg>
      <pc:sldChg chg="new del">
        <pc:chgData name="Di Mattia Alessandro Edoardo Giorgio David" userId="f8954a66-e5ad-4a1c-9536-1d2117047f5f" providerId="ADAL" clId="{5E83B68B-007D-4829-90AF-85492EEC2BC0}" dt="2021-10-13T17:09:03.973" v="1810" actId="2696"/>
        <pc:sldMkLst>
          <pc:docMk/>
          <pc:sldMk cId="1665760477" sldId="296"/>
        </pc:sldMkLst>
      </pc:sldChg>
      <pc:sldChg chg="modSp add mod">
        <pc:chgData name="Di Mattia Alessandro Edoardo Giorgio David" userId="f8954a66-e5ad-4a1c-9536-1d2117047f5f" providerId="ADAL" clId="{5E83B68B-007D-4829-90AF-85492EEC2BC0}" dt="2021-10-13T17:09:42.661" v="1860" actId="15"/>
        <pc:sldMkLst>
          <pc:docMk/>
          <pc:sldMk cId="1981222871" sldId="297"/>
        </pc:sldMkLst>
        <pc:spChg chg="mod">
          <ac:chgData name="Di Mattia Alessandro Edoardo Giorgio David" userId="f8954a66-e5ad-4a1c-9536-1d2117047f5f" providerId="ADAL" clId="{5E83B68B-007D-4829-90AF-85492EEC2BC0}" dt="2021-10-13T17:09:33.494" v="1849" actId="313"/>
          <ac:spMkLst>
            <pc:docMk/>
            <pc:sldMk cId="1981222871" sldId="297"/>
            <ac:spMk id="2" creationId="{9BA98361-A4A3-4C0B-A9D4-B7F49B770706}"/>
          </ac:spMkLst>
        </pc:spChg>
        <pc:spChg chg="mod">
          <ac:chgData name="Di Mattia Alessandro Edoardo Giorgio David" userId="f8954a66-e5ad-4a1c-9536-1d2117047f5f" providerId="ADAL" clId="{5E83B68B-007D-4829-90AF-85492EEC2BC0}" dt="2021-10-13T17:09:42.661" v="1860" actId="15"/>
          <ac:spMkLst>
            <pc:docMk/>
            <pc:sldMk cId="1981222871" sldId="297"/>
            <ac:spMk id="3" creationId="{AE4B30A5-ABDC-4804-B7BC-2B832A4E39F9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0-18T09:11:04.531" v="1888" actId="14826"/>
        <pc:sldMkLst>
          <pc:docMk/>
          <pc:sldMk cId="2671126931" sldId="298"/>
        </pc:sldMkLst>
        <pc:picChg chg="mod">
          <ac:chgData name="Di Mattia Alessandro Edoardo Giorgio David" userId="f8954a66-e5ad-4a1c-9536-1d2117047f5f" providerId="ADAL" clId="{5E83B68B-007D-4829-90AF-85492EEC2BC0}" dt="2021-10-18T09:11:04.531" v="1888" actId="14826"/>
          <ac:picMkLst>
            <pc:docMk/>
            <pc:sldMk cId="2671126931" sldId="298"/>
            <ac:picMk id="4" creationId="{679E0838-24A0-40ED-9C01-1791737B7ED0}"/>
          </ac:picMkLst>
        </pc:picChg>
      </pc:sldChg>
      <pc:sldChg chg="modSp mod">
        <pc:chgData name="Di Mattia Alessandro Edoardo Giorgio David" userId="f8954a66-e5ad-4a1c-9536-1d2117047f5f" providerId="ADAL" clId="{5E83B68B-007D-4829-90AF-85492EEC2BC0}" dt="2021-10-18T10:08:11.715" v="1934" actId="255"/>
        <pc:sldMkLst>
          <pc:docMk/>
          <pc:sldMk cId="2186609173" sldId="300"/>
        </pc:sldMkLst>
        <pc:spChg chg="mod">
          <ac:chgData name="Di Mattia Alessandro Edoardo Giorgio David" userId="f8954a66-e5ad-4a1c-9536-1d2117047f5f" providerId="ADAL" clId="{5E83B68B-007D-4829-90AF-85492EEC2BC0}" dt="2021-10-18T10:08:11.715" v="1934" actId="255"/>
          <ac:spMkLst>
            <pc:docMk/>
            <pc:sldMk cId="2186609173" sldId="300"/>
            <ac:spMk id="3" creationId="{B5D701F4-31CA-4D20-B98F-BA0FA472F1B7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0-18T10:08:00.556" v="1933" actId="255"/>
        <pc:sldMkLst>
          <pc:docMk/>
          <pc:sldMk cId="3534976779" sldId="302"/>
        </pc:sldMkLst>
        <pc:spChg chg="mod">
          <ac:chgData name="Di Mattia Alessandro Edoardo Giorgio David" userId="f8954a66-e5ad-4a1c-9536-1d2117047f5f" providerId="ADAL" clId="{5E83B68B-007D-4829-90AF-85492EEC2BC0}" dt="2021-10-18T10:08:00.556" v="1933" actId="255"/>
          <ac:spMkLst>
            <pc:docMk/>
            <pc:sldMk cId="3534976779" sldId="302"/>
            <ac:spMk id="3" creationId="{8829FE4E-042C-4F37-B68E-09D849952BE8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0-18T10:07:47.417" v="1932" actId="255"/>
        <pc:sldMkLst>
          <pc:docMk/>
          <pc:sldMk cId="1912926955" sldId="303"/>
        </pc:sldMkLst>
        <pc:spChg chg="mod">
          <ac:chgData name="Di Mattia Alessandro Edoardo Giorgio David" userId="f8954a66-e5ad-4a1c-9536-1d2117047f5f" providerId="ADAL" clId="{5E83B68B-007D-4829-90AF-85492EEC2BC0}" dt="2021-10-18T10:07:47.417" v="1932" actId="255"/>
          <ac:spMkLst>
            <pc:docMk/>
            <pc:sldMk cId="1912926955" sldId="303"/>
            <ac:spMk id="3" creationId="{2784D985-9431-492E-8498-B80DD5D9CAA3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0-18T10:07:39.603" v="1931" actId="255"/>
        <pc:sldMkLst>
          <pc:docMk/>
          <pc:sldMk cId="2901415077" sldId="304"/>
        </pc:sldMkLst>
        <pc:spChg chg="mod">
          <ac:chgData name="Di Mattia Alessandro Edoardo Giorgio David" userId="f8954a66-e5ad-4a1c-9536-1d2117047f5f" providerId="ADAL" clId="{5E83B68B-007D-4829-90AF-85492EEC2BC0}" dt="2021-10-18T10:07:39.603" v="1931" actId="255"/>
          <ac:spMkLst>
            <pc:docMk/>
            <pc:sldMk cId="2901415077" sldId="304"/>
            <ac:spMk id="3" creationId="{B73DEFB8-DD02-4497-BB1A-F813247BBC16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0-18T10:07:29.898" v="1930" actId="255"/>
        <pc:sldMkLst>
          <pc:docMk/>
          <pc:sldMk cId="3263308340" sldId="305"/>
        </pc:sldMkLst>
        <pc:spChg chg="mod">
          <ac:chgData name="Di Mattia Alessandro Edoardo Giorgio David" userId="f8954a66-e5ad-4a1c-9536-1d2117047f5f" providerId="ADAL" clId="{5E83B68B-007D-4829-90AF-85492EEC2BC0}" dt="2021-10-18T10:07:29.898" v="1930" actId="255"/>
          <ac:spMkLst>
            <pc:docMk/>
            <pc:sldMk cId="3263308340" sldId="305"/>
            <ac:spMk id="3" creationId="{B3C330ED-FBC9-468A-994D-2ACE2267DF33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0-18T10:07:18.343" v="1929" actId="255"/>
        <pc:sldMkLst>
          <pc:docMk/>
          <pc:sldMk cId="2102317271" sldId="308"/>
        </pc:sldMkLst>
        <pc:spChg chg="mod">
          <ac:chgData name="Di Mattia Alessandro Edoardo Giorgio David" userId="f8954a66-e5ad-4a1c-9536-1d2117047f5f" providerId="ADAL" clId="{5E83B68B-007D-4829-90AF-85492EEC2BC0}" dt="2021-10-18T10:07:18.343" v="1929" actId="255"/>
          <ac:spMkLst>
            <pc:docMk/>
            <pc:sldMk cId="2102317271" sldId="308"/>
            <ac:spMk id="3" creationId="{F028F276-7089-4658-BDA2-574C33FAFCC4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0-18T10:07:09.722" v="1928" actId="255"/>
        <pc:sldMkLst>
          <pc:docMk/>
          <pc:sldMk cId="3617070951" sldId="309"/>
        </pc:sldMkLst>
        <pc:spChg chg="mod">
          <ac:chgData name="Di Mattia Alessandro Edoardo Giorgio David" userId="f8954a66-e5ad-4a1c-9536-1d2117047f5f" providerId="ADAL" clId="{5E83B68B-007D-4829-90AF-85492EEC2BC0}" dt="2021-10-18T10:07:09.722" v="1928" actId="255"/>
          <ac:spMkLst>
            <pc:docMk/>
            <pc:sldMk cId="3617070951" sldId="309"/>
            <ac:spMk id="4" creationId="{575C9774-517C-463E-8FE3-BA19EC3D810D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0-18T10:06:40.419" v="1925" actId="255"/>
        <pc:sldMkLst>
          <pc:docMk/>
          <pc:sldMk cId="3291647177" sldId="310"/>
        </pc:sldMkLst>
        <pc:spChg chg="mod">
          <ac:chgData name="Di Mattia Alessandro Edoardo Giorgio David" userId="f8954a66-e5ad-4a1c-9536-1d2117047f5f" providerId="ADAL" clId="{5E83B68B-007D-4829-90AF-85492EEC2BC0}" dt="2021-10-18T10:06:40.419" v="1925" actId="255"/>
          <ac:spMkLst>
            <pc:docMk/>
            <pc:sldMk cId="3291647177" sldId="310"/>
            <ac:spMk id="3" creationId="{E77B486E-3DC9-41E4-8161-B93BFB94B8CF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0-18T10:06:56.074" v="1927" actId="255"/>
        <pc:sldMkLst>
          <pc:docMk/>
          <pc:sldMk cId="1197056652" sldId="311"/>
        </pc:sldMkLst>
        <pc:spChg chg="mod">
          <ac:chgData name="Di Mattia Alessandro Edoardo Giorgio David" userId="f8954a66-e5ad-4a1c-9536-1d2117047f5f" providerId="ADAL" clId="{5E83B68B-007D-4829-90AF-85492EEC2BC0}" dt="2021-10-18T10:06:56.074" v="1927" actId="255"/>
          <ac:spMkLst>
            <pc:docMk/>
            <pc:sldMk cId="1197056652" sldId="311"/>
            <ac:spMk id="3" creationId="{5364C70C-97E8-485E-AA55-6EB787DF4B81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0-26T14:13:22.498" v="2936" actId="207"/>
        <pc:sldMkLst>
          <pc:docMk/>
          <pc:sldMk cId="3166498235" sldId="312"/>
        </pc:sldMkLst>
        <pc:spChg chg="mod">
          <ac:chgData name="Di Mattia Alessandro Edoardo Giorgio David" userId="f8954a66-e5ad-4a1c-9536-1d2117047f5f" providerId="ADAL" clId="{5E83B68B-007D-4829-90AF-85492EEC2BC0}" dt="2021-10-26T14:13:22.498" v="2936" actId="207"/>
          <ac:spMkLst>
            <pc:docMk/>
            <pc:sldMk cId="3166498235" sldId="312"/>
            <ac:spMk id="3" creationId="{54EB1E72-91C3-40C5-8BA2-D414EB60F6B7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0-26T14:19:40.450" v="2940" actId="20577"/>
        <pc:sldMkLst>
          <pc:docMk/>
          <pc:sldMk cId="3722763042" sldId="318"/>
        </pc:sldMkLst>
        <pc:spChg chg="mod">
          <ac:chgData name="Di Mattia Alessandro Edoardo Giorgio David" userId="f8954a66-e5ad-4a1c-9536-1d2117047f5f" providerId="ADAL" clId="{5E83B68B-007D-4829-90AF-85492EEC2BC0}" dt="2021-10-26T14:19:40.450" v="2940" actId="20577"/>
          <ac:spMkLst>
            <pc:docMk/>
            <pc:sldMk cId="3722763042" sldId="318"/>
            <ac:spMk id="3" creationId="{239325DB-1C5F-4396-8A2F-9FF3E52000A6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1-01T10:50:18.946" v="9977" actId="20577"/>
        <pc:sldMkLst>
          <pc:docMk/>
          <pc:sldMk cId="2400078326" sldId="320"/>
        </pc:sldMkLst>
        <pc:spChg chg="mod">
          <ac:chgData name="Di Mattia Alessandro Edoardo Giorgio David" userId="f8954a66-e5ad-4a1c-9536-1d2117047f5f" providerId="ADAL" clId="{5E83B68B-007D-4829-90AF-85492EEC2BC0}" dt="2021-11-01T10:50:18.946" v="9977" actId="20577"/>
          <ac:spMkLst>
            <pc:docMk/>
            <pc:sldMk cId="2400078326" sldId="320"/>
            <ac:spMk id="3" creationId="{61B6835A-90DB-47DB-8F6D-8891BE2AD950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0-26T15:07:10.435" v="3700" actId="27636"/>
        <pc:sldMkLst>
          <pc:docMk/>
          <pc:sldMk cId="1180485955" sldId="321"/>
        </pc:sldMkLst>
        <pc:spChg chg="mod">
          <ac:chgData name="Di Mattia Alessandro Edoardo Giorgio David" userId="f8954a66-e5ad-4a1c-9536-1d2117047f5f" providerId="ADAL" clId="{5E83B68B-007D-4829-90AF-85492EEC2BC0}" dt="2021-10-26T15:07:10.435" v="3700" actId="27636"/>
          <ac:spMkLst>
            <pc:docMk/>
            <pc:sldMk cId="1180485955" sldId="321"/>
            <ac:spMk id="3" creationId="{F1669C8D-9584-4DE4-BDBA-CFD4F01BD686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0-26T14:50:35.750" v="2970" actId="33524"/>
        <pc:sldMkLst>
          <pc:docMk/>
          <pc:sldMk cId="1903229378" sldId="322"/>
        </pc:sldMkLst>
        <pc:spChg chg="mod">
          <ac:chgData name="Di Mattia Alessandro Edoardo Giorgio David" userId="f8954a66-e5ad-4a1c-9536-1d2117047f5f" providerId="ADAL" clId="{5E83B68B-007D-4829-90AF-85492EEC2BC0}" dt="2021-10-26T14:50:35.750" v="2970" actId="33524"/>
          <ac:spMkLst>
            <pc:docMk/>
            <pc:sldMk cId="1903229378" sldId="322"/>
            <ac:spMk id="3" creationId="{81F2B128-CF0F-420E-8B89-BB631A90C511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0-26T14:50:58.318" v="2971" actId="33524"/>
        <pc:sldMkLst>
          <pc:docMk/>
          <pc:sldMk cId="3069370513" sldId="323"/>
        </pc:sldMkLst>
        <pc:spChg chg="mod">
          <ac:chgData name="Di Mattia Alessandro Edoardo Giorgio David" userId="f8954a66-e5ad-4a1c-9536-1d2117047f5f" providerId="ADAL" clId="{5E83B68B-007D-4829-90AF-85492EEC2BC0}" dt="2021-10-26T14:50:58.318" v="2971" actId="33524"/>
          <ac:spMkLst>
            <pc:docMk/>
            <pc:sldMk cId="3069370513" sldId="323"/>
            <ac:spMk id="3" creationId="{0EA96E1F-C5FB-4C1C-8D2F-8C4CAA663AE1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0-26T15:07:52.888" v="3704" actId="20577"/>
        <pc:sldMkLst>
          <pc:docMk/>
          <pc:sldMk cId="3868657482" sldId="326"/>
        </pc:sldMkLst>
        <pc:spChg chg="mod">
          <ac:chgData name="Di Mattia Alessandro Edoardo Giorgio David" userId="f8954a66-e5ad-4a1c-9536-1d2117047f5f" providerId="ADAL" clId="{5E83B68B-007D-4829-90AF-85492EEC2BC0}" dt="2021-10-26T15:07:52.888" v="3704" actId="20577"/>
          <ac:spMkLst>
            <pc:docMk/>
            <pc:sldMk cId="3868657482" sldId="326"/>
            <ac:spMk id="3" creationId="{E2707A52-B3EC-41AC-9735-054A20FA188D}"/>
          </ac:spMkLst>
        </pc:spChg>
      </pc:sldChg>
      <pc:sldChg chg="modSp new mod">
        <pc:chgData name="Di Mattia Alessandro Edoardo Giorgio David" userId="f8954a66-e5ad-4a1c-9536-1d2117047f5f" providerId="ADAL" clId="{5E83B68B-007D-4829-90AF-85492EEC2BC0}" dt="2021-10-22T15:15:20.751" v="2864" actId="20577"/>
        <pc:sldMkLst>
          <pc:docMk/>
          <pc:sldMk cId="1340901094" sldId="327"/>
        </pc:sldMkLst>
        <pc:spChg chg="mod">
          <ac:chgData name="Di Mattia Alessandro Edoardo Giorgio David" userId="f8954a66-e5ad-4a1c-9536-1d2117047f5f" providerId="ADAL" clId="{5E83B68B-007D-4829-90AF-85492EEC2BC0}" dt="2021-10-21T14:12:35.687" v="1962" actId="13926"/>
          <ac:spMkLst>
            <pc:docMk/>
            <pc:sldMk cId="1340901094" sldId="327"/>
            <ac:spMk id="2" creationId="{8386FCE2-8C51-4173-AC8E-3802334F8230}"/>
          </ac:spMkLst>
        </pc:spChg>
        <pc:spChg chg="mod">
          <ac:chgData name="Di Mattia Alessandro Edoardo Giorgio David" userId="f8954a66-e5ad-4a1c-9536-1d2117047f5f" providerId="ADAL" clId="{5E83B68B-007D-4829-90AF-85492EEC2BC0}" dt="2021-10-22T15:15:20.751" v="2864" actId="20577"/>
          <ac:spMkLst>
            <pc:docMk/>
            <pc:sldMk cId="1340901094" sldId="327"/>
            <ac:spMk id="3" creationId="{DD462B98-ABAA-4444-94B4-620D47C919F4}"/>
          </ac:spMkLst>
        </pc:spChg>
      </pc:sldChg>
      <pc:sldChg chg="modSp new mod">
        <pc:chgData name="Di Mattia Alessandro Edoardo Giorgio David" userId="f8954a66-e5ad-4a1c-9536-1d2117047f5f" providerId="ADAL" clId="{5E83B68B-007D-4829-90AF-85492EEC2BC0}" dt="2021-11-01T10:51:32.418" v="9978" actId="20577"/>
        <pc:sldMkLst>
          <pc:docMk/>
          <pc:sldMk cId="703250647" sldId="328"/>
        </pc:sldMkLst>
        <pc:spChg chg="mod">
          <ac:chgData name="Di Mattia Alessandro Edoardo Giorgio David" userId="f8954a66-e5ad-4a1c-9536-1d2117047f5f" providerId="ADAL" clId="{5E83B68B-007D-4829-90AF-85492EEC2BC0}" dt="2021-10-26T15:12:25.643" v="3741" actId="122"/>
          <ac:spMkLst>
            <pc:docMk/>
            <pc:sldMk cId="703250647" sldId="328"/>
            <ac:spMk id="2" creationId="{F2BED925-481D-4AB2-B49A-A8C5C293B112}"/>
          </ac:spMkLst>
        </pc:spChg>
        <pc:spChg chg="mod">
          <ac:chgData name="Di Mattia Alessandro Edoardo Giorgio David" userId="f8954a66-e5ad-4a1c-9536-1d2117047f5f" providerId="ADAL" clId="{5E83B68B-007D-4829-90AF-85492EEC2BC0}" dt="2021-11-01T10:51:32.418" v="9978" actId="20577"/>
          <ac:spMkLst>
            <pc:docMk/>
            <pc:sldMk cId="703250647" sldId="328"/>
            <ac:spMk id="3" creationId="{2000FCE3-5C53-45CA-8E6A-E40B55EDDBD3}"/>
          </ac:spMkLst>
        </pc:spChg>
      </pc:sldChg>
      <pc:sldChg chg="addSp delSp modSp new mod">
        <pc:chgData name="Di Mattia Alessandro Edoardo Giorgio David" userId="f8954a66-e5ad-4a1c-9536-1d2117047f5f" providerId="ADAL" clId="{5E83B68B-007D-4829-90AF-85492EEC2BC0}" dt="2021-10-26T16:14:22.950" v="4565" actId="122"/>
        <pc:sldMkLst>
          <pc:docMk/>
          <pc:sldMk cId="3057923832" sldId="329"/>
        </pc:sldMkLst>
        <pc:spChg chg="mod">
          <ac:chgData name="Di Mattia Alessandro Edoardo Giorgio David" userId="f8954a66-e5ad-4a1c-9536-1d2117047f5f" providerId="ADAL" clId="{5E83B68B-007D-4829-90AF-85492EEC2BC0}" dt="2021-10-26T16:14:22.950" v="4565" actId="122"/>
          <ac:spMkLst>
            <pc:docMk/>
            <pc:sldMk cId="3057923832" sldId="329"/>
            <ac:spMk id="2" creationId="{8B62E1DE-8FC6-4BD1-B063-8916D61E6D68}"/>
          </ac:spMkLst>
        </pc:spChg>
        <pc:spChg chg="del">
          <ac:chgData name="Di Mattia Alessandro Edoardo Giorgio David" userId="f8954a66-e5ad-4a1c-9536-1d2117047f5f" providerId="ADAL" clId="{5E83B68B-007D-4829-90AF-85492EEC2BC0}" dt="2021-10-26T16:14:06.317" v="4532"/>
          <ac:spMkLst>
            <pc:docMk/>
            <pc:sldMk cId="3057923832" sldId="329"/>
            <ac:spMk id="3" creationId="{25418C8D-4C2F-4E84-8A7E-14D53601BAD1}"/>
          </ac:spMkLst>
        </pc:spChg>
        <pc:picChg chg="add mod">
          <ac:chgData name="Di Mattia Alessandro Edoardo Giorgio David" userId="f8954a66-e5ad-4a1c-9536-1d2117047f5f" providerId="ADAL" clId="{5E83B68B-007D-4829-90AF-85492EEC2BC0}" dt="2021-10-26T16:14:06.317" v="4532"/>
          <ac:picMkLst>
            <pc:docMk/>
            <pc:sldMk cId="3057923832" sldId="329"/>
            <ac:picMk id="4" creationId="{5575EED6-61E9-4CF6-8416-3899F158C12D}"/>
          </ac:picMkLst>
        </pc:picChg>
      </pc:sldChg>
      <pc:sldChg chg="modSp new mod">
        <pc:chgData name="Di Mattia Alessandro Edoardo Giorgio David" userId="f8954a66-e5ad-4a1c-9536-1d2117047f5f" providerId="ADAL" clId="{5E83B68B-007D-4829-90AF-85492EEC2BC0}" dt="2021-10-26T16:18:44.165" v="4808" actId="20577"/>
        <pc:sldMkLst>
          <pc:docMk/>
          <pc:sldMk cId="4005754514" sldId="330"/>
        </pc:sldMkLst>
        <pc:spChg chg="mod">
          <ac:chgData name="Di Mattia Alessandro Edoardo Giorgio David" userId="f8954a66-e5ad-4a1c-9536-1d2117047f5f" providerId="ADAL" clId="{5E83B68B-007D-4829-90AF-85492EEC2BC0}" dt="2021-10-26T16:15:15.841" v="4578" actId="122"/>
          <ac:spMkLst>
            <pc:docMk/>
            <pc:sldMk cId="4005754514" sldId="330"/>
            <ac:spMk id="2" creationId="{7318E76B-88A5-406F-9200-FFE12A24C753}"/>
          </ac:spMkLst>
        </pc:spChg>
        <pc:spChg chg="mod">
          <ac:chgData name="Di Mattia Alessandro Edoardo Giorgio David" userId="f8954a66-e5ad-4a1c-9536-1d2117047f5f" providerId="ADAL" clId="{5E83B68B-007D-4829-90AF-85492EEC2BC0}" dt="2021-10-26T16:18:44.165" v="4808" actId="20577"/>
          <ac:spMkLst>
            <pc:docMk/>
            <pc:sldMk cId="4005754514" sldId="330"/>
            <ac:spMk id="3" creationId="{E944EB16-24EE-4F33-A8BD-0842CC7A559F}"/>
          </ac:spMkLst>
        </pc:spChg>
      </pc:sldChg>
      <pc:sldChg chg="modSp new mod">
        <pc:chgData name="Di Mattia Alessandro Edoardo Giorgio David" userId="f8954a66-e5ad-4a1c-9536-1d2117047f5f" providerId="ADAL" clId="{5E83B68B-007D-4829-90AF-85492EEC2BC0}" dt="2021-10-26T16:23:21.389" v="5045" actId="20577"/>
        <pc:sldMkLst>
          <pc:docMk/>
          <pc:sldMk cId="855567897" sldId="331"/>
        </pc:sldMkLst>
        <pc:spChg chg="mod">
          <ac:chgData name="Di Mattia Alessandro Edoardo Giorgio David" userId="f8954a66-e5ad-4a1c-9536-1d2117047f5f" providerId="ADAL" clId="{5E83B68B-007D-4829-90AF-85492EEC2BC0}" dt="2021-10-26T16:20:19.604" v="4835" actId="122"/>
          <ac:spMkLst>
            <pc:docMk/>
            <pc:sldMk cId="855567897" sldId="331"/>
            <ac:spMk id="2" creationId="{94EF0448-7572-4347-934B-83E3921198B4}"/>
          </ac:spMkLst>
        </pc:spChg>
        <pc:spChg chg="mod">
          <ac:chgData name="Di Mattia Alessandro Edoardo Giorgio David" userId="f8954a66-e5ad-4a1c-9536-1d2117047f5f" providerId="ADAL" clId="{5E83B68B-007D-4829-90AF-85492EEC2BC0}" dt="2021-10-26T16:23:21.389" v="5045" actId="20577"/>
          <ac:spMkLst>
            <pc:docMk/>
            <pc:sldMk cId="855567897" sldId="331"/>
            <ac:spMk id="3" creationId="{91979FC5-B4A8-416F-A130-D8C848C4748E}"/>
          </ac:spMkLst>
        </pc:spChg>
      </pc:sldChg>
      <pc:sldChg chg="modSp new mod">
        <pc:chgData name="Di Mattia Alessandro Edoardo Giorgio David" userId="f8954a66-e5ad-4a1c-9536-1d2117047f5f" providerId="ADAL" clId="{5E83B68B-007D-4829-90AF-85492EEC2BC0}" dt="2021-10-26T16:28:44.636" v="5277" actId="20577"/>
        <pc:sldMkLst>
          <pc:docMk/>
          <pc:sldMk cId="941310352" sldId="332"/>
        </pc:sldMkLst>
        <pc:spChg chg="mod">
          <ac:chgData name="Di Mattia Alessandro Edoardo Giorgio David" userId="f8954a66-e5ad-4a1c-9536-1d2117047f5f" providerId="ADAL" clId="{5E83B68B-007D-4829-90AF-85492EEC2BC0}" dt="2021-10-26T16:24:10.444" v="5092" actId="122"/>
          <ac:spMkLst>
            <pc:docMk/>
            <pc:sldMk cId="941310352" sldId="332"/>
            <ac:spMk id="2" creationId="{8719D374-897F-46FA-B8CF-E02936898D6A}"/>
          </ac:spMkLst>
        </pc:spChg>
        <pc:spChg chg="mod">
          <ac:chgData name="Di Mattia Alessandro Edoardo Giorgio David" userId="f8954a66-e5ad-4a1c-9536-1d2117047f5f" providerId="ADAL" clId="{5E83B68B-007D-4829-90AF-85492EEC2BC0}" dt="2021-10-26T16:28:44.636" v="5277" actId="20577"/>
          <ac:spMkLst>
            <pc:docMk/>
            <pc:sldMk cId="941310352" sldId="332"/>
            <ac:spMk id="3" creationId="{1C80F087-C7EE-442D-A5D2-F6991175093D}"/>
          </ac:spMkLst>
        </pc:spChg>
      </pc:sldChg>
      <pc:sldChg chg="modSp add mod">
        <pc:chgData name="Di Mattia Alessandro Edoardo Giorgio David" userId="f8954a66-e5ad-4a1c-9536-1d2117047f5f" providerId="ADAL" clId="{5E83B68B-007D-4829-90AF-85492EEC2BC0}" dt="2021-11-01T10:53:30.026" v="9986" actId="20577"/>
        <pc:sldMkLst>
          <pc:docMk/>
          <pc:sldMk cId="4201947301" sldId="333"/>
        </pc:sldMkLst>
        <pc:spChg chg="mod">
          <ac:chgData name="Di Mattia Alessandro Edoardo Giorgio David" userId="f8954a66-e5ad-4a1c-9536-1d2117047f5f" providerId="ADAL" clId="{5E83B68B-007D-4829-90AF-85492EEC2BC0}" dt="2021-10-26T16:29:05.031" v="5288" actId="20577"/>
          <ac:spMkLst>
            <pc:docMk/>
            <pc:sldMk cId="4201947301" sldId="333"/>
            <ac:spMk id="2" creationId="{8719D374-897F-46FA-B8CF-E02936898D6A}"/>
          </ac:spMkLst>
        </pc:spChg>
        <pc:spChg chg="mod">
          <ac:chgData name="Di Mattia Alessandro Edoardo Giorgio David" userId="f8954a66-e5ad-4a1c-9536-1d2117047f5f" providerId="ADAL" clId="{5E83B68B-007D-4829-90AF-85492EEC2BC0}" dt="2021-11-01T10:53:30.026" v="9986" actId="20577"/>
          <ac:spMkLst>
            <pc:docMk/>
            <pc:sldMk cId="4201947301" sldId="333"/>
            <ac:spMk id="3" creationId="{1C80F087-C7EE-442D-A5D2-F6991175093D}"/>
          </ac:spMkLst>
        </pc:spChg>
      </pc:sldChg>
      <pc:sldChg chg="modSp new mod">
        <pc:chgData name="Di Mattia Alessandro Edoardo Giorgio David" userId="f8954a66-e5ad-4a1c-9536-1d2117047f5f" providerId="ADAL" clId="{5E83B68B-007D-4829-90AF-85492EEC2BC0}" dt="2021-10-26T16:36:55.900" v="5920" actId="5793"/>
        <pc:sldMkLst>
          <pc:docMk/>
          <pc:sldMk cId="2275228669" sldId="334"/>
        </pc:sldMkLst>
        <pc:spChg chg="mod">
          <ac:chgData name="Di Mattia Alessandro Edoardo Giorgio David" userId="f8954a66-e5ad-4a1c-9536-1d2117047f5f" providerId="ADAL" clId="{5E83B68B-007D-4829-90AF-85492EEC2BC0}" dt="2021-10-26T16:30:34.178" v="5323" actId="122"/>
          <ac:spMkLst>
            <pc:docMk/>
            <pc:sldMk cId="2275228669" sldId="334"/>
            <ac:spMk id="2" creationId="{E4ED78F2-3871-438E-96FC-4B58E53EA435}"/>
          </ac:spMkLst>
        </pc:spChg>
        <pc:spChg chg="mod">
          <ac:chgData name="Di Mattia Alessandro Edoardo Giorgio David" userId="f8954a66-e5ad-4a1c-9536-1d2117047f5f" providerId="ADAL" clId="{5E83B68B-007D-4829-90AF-85492EEC2BC0}" dt="2021-10-26T16:36:55.900" v="5920" actId="5793"/>
          <ac:spMkLst>
            <pc:docMk/>
            <pc:sldMk cId="2275228669" sldId="334"/>
            <ac:spMk id="3" creationId="{CCF27B66-7248-4A4C-A784-3984F152B951}"/>
          </ac:spMkLst>
        </pc:spChg>
      </pc:sldChg>
      <pc:sldChg chg="addSp delSp modSp new mod">
        <pc:chgData name="Di Mattia Alessandro Edoardo Giorgio David" userId="f8954a66-e5ad-4a1c-9536-1d2117047f5f" providerId="ADAL" clId="{5E83B68B-007D-4829-90AF-85492EEC2BC0}" dt="2021-10-26T16:37:34.466" v="5961"/>
        <pc:sldMkLst>
          <pc:docMk/>
          <pc:sldMk cId="4231931810" sldId="335"/>
        </pc:sldMkLst>
        <pc:spChg chg="mod">
          <ac:chgData name="Di Mattia Alessandro Edoardo Giorgio David" userId="f8954a66-e5ad-4a1c-9536-1d2117047f5f" providerId="ADAL" clId="{5E83B68B-007D-4829-90AF-85492EEC2BC0}" dt="2021-10-26T16:37:23.680" v="5960" actId="20577"/>
          <ac:spMkLst>
            <pc:docMk/>
            <pc:sldMk cId="4231931810" sldId="335"/>
            <ac:spMk id="2" creationId="{03E77069-C2CD-4AB4-8F6B-DB2BC146CD6D}"/>
          </ac:spMkLst>
        </pc:spChg>
        <pc:spChg chg="del">
          <ac:chgData name="Di Mattia Alessandro Edoardo Giorgio David" userId="f8954a66-e5ad-4a1c-9536-1d2117047f5f" providerId="ADAL" clId="{5E83B68B-007D-4829-90AF-85492EEC2BC0}" dt="2021-10-26T16:37:34.466" v="5961"/>
          <ac:spMkLst>
            <pc:docMk/>
            <pc:sldMk cId="4231931810" sldId="335"/>
            <ac:spMk id="3" creationId="{F03B5BB2-3282-47A4-B29F-00A0E2A43041}"/>
          </ac:spMkLst>
        </pc:spChg>
        <pc:picChg chg="add mod">
          <ac:chgData name="Di Mattia Alessandro Edoardo Giorgio David" userId="f8954a66-e5ad-4a1c-9536-1d2117047f5f" providerId="ADAL" clId="{5E83B68B-007D-4829-90AF-85492EEC2BC0}" dt="2021-10-26T16:37:34.466" v="5961"/>
          <ac:picMkLst>
            <pc:docMk/>
            <pc:sldMk cId="4231931810" sldId="335"/>
            <ac:picMk id="4" creationId="{2C9764B2-E044-4244-8B14-0DB538CCEDAB}"/>
          </ac:picMkLst>
        </pc:picChg>
      </pc:sldChg>
      <pc:sldChg chg="modSp new mod">
        <pc:chgData name="Di Mattia Alessandro Edoardo Giorgio David" userId="f8954a66-e5ad-4a1c-9536-1d2117047f5f" providerId="ADAL" clId="{5E83B68B-007D-4829-90AF-85492EEC2BC0}" dt="2021-10-26T16:51:02.298" v="6463" actId="20577"/>
        <pc:sldMkLst>
          <pc:docMk/>
          <pc:sldMk cId="2284352836" sldId="336"/>
        </pc:sldMkLst>
        <pc:spChg chg="mod">
          <ac:chgData name="Di Mattia Alessandro Edoardo Giorgio David" userId="f8954a66-e5ad-4a1c-9536-1d2117047f5f" providerId="ADAL" clId="{5E83B68B-007D-4829-90AF-85492EEC2BC0}" dt="2021-10-26T16:38:01.743" v="5971" actId="20577"/>
          <ac:spMkLst>
            <pc:docMk/>
            <pc:sldMk cId="2284352836" sldId="336"/>
            <ac:spMk id="2" creationId="{81F34533-A24A-4723-A60C-6D34D2CB7E0C}"/>
          </ac:spMkLst>
        </pc:spChg>
        <pc:spChg chg="mod">
          <ac:chgData name="Di Mattia Alessandro Edoardo Giorgio David" userId="f8954a66-e5ad-4a1c-9536-1d2117047f5f" providerId="ADAL" clId="{5E83B68B-007D-4829-90AF-85492EEC2BC0}" dt="2021-10-26T16:51:02.298" v="6463" actId="20577"/>
          <ac:spMkLst>
            <pc:docMk/>
            <pc:sldMk cId="2284352836" sldId="336"/>
            <ac:spMk id="3" creationId="{09601A4D-2116-4DC9-AE55-9FC40E1DDB95}"/>
          </ac:spMkLst>
        </pc:spChg>
      </pc:sldChg>
      <pc:sldChg chg="modSp new mod">
        <pc:chgData name="Di Mattia Alessandro Edoardo Giorgio David" userId="f8954a66-e5ad-4a1c-9536-1d2117047f5f" providerId="ADAL" clId="{5E83B68B-007D-4829-90AF-85492EEC2BC0}" dt="2021-10-26T16:52:20.425" v="6598" actId="20577"/>
        <pc:sldMkLst>
          <pc:docMk/>
          <pc:sldMk cId="3343397584" sldId="337"/>
        </pc:sldMkLst>
        <pc:spChg chg="mod">
          <ac:chgData name="Di Mattia Alessandro Edoardo Giorgio David" userId="f8954a66-e5ad-4a1c-9536-1d2117047f5f" providerId="ADAL" clId="{5E83B68B-007D-4829-90AF-85492EEC2BC0}" dt="2021-10-26T16:51:30.614" v="6487" actId="122"/>
          <ac:spMkLst>
            <pc:docMk/>
            <pc:sldMk cId="3343397584" sldId="337"/>
            <ac:spMk id="2" creationId="{5B18C00B-3EAF-4402-A93E-8775D70B949D}"/>
          </ac:spMkLst>
        </pc:spChg>
        <pc:spChg chg="mod">
          <ac:chgData name="Di Mattia Alessandro Edoardo Giorgio David" userId="f8954a66-e5ad-4a1c-9536-1d2117047f5f" providerId="ADAL" clId="{5E83B68B-007D-4829-90AF-85492EEC2BC0}" dt="2021-10-26T16:52:20.425" v="6598" actId="20577"/>
          <ac:spMkLst>
            <pc:docMk/>
            <pc:sldMk cId="3343397584" sldId="337"/>
            <ac:spMk id="3" creationId="{1081C918-C344-4040-AAA3-3B7E4F3AF6DB}"/>
          </ac:spMkLst>
        </pc:spChg>
      </pc:sldChg>
      <pc:sldChg chg="modSp new mod">
        <pc:chgData name="Di Mattia Alessandro Edoardo Giorgio David" userId="f8954a66-e5ad-4a1c-9536-1d2117047f5f" providerId="ADAL" clId="{5E83B68B-007D-4829-90AF-85492EEC2BC0}" dt="2021-11-01T10:55:00.792" v="9990" actId="115"/>
        <pc:sldMkLst>
          <pc:docMk/>
          <pc:sldMk cId="2459544078" sldId="338"/>
        </pc:sldMkLst>
        <pc:spChg chg="mod">
          <ac:chgData name="Di Mattia Alessandro Edoardo Giorgio David" userId="f8954a66-e5ad-4a1c-9536-1d2117047f5f" providerId="ADAL" clId="{5E83B68B-007D-4829-90AF-85492EEC2BC0}" dt="2021-10-26T16:53:19.943" v="6641" actId="122"/>
          <ac:spMkLst>
            <pc:docMk/>
            <pc:sldMk cId="2459544078" sldId="338"/>
            <ac:spMk id="2" creationId="{2D92F2C4-E960-4629-A9CC-92118EDF0F5D}"/>
          </ac:spMkLst>
        </pc:spChg>
        <pc:spChg chg="mod">
          <ac:chgData name="Di Mattia Alessandro Edoardo Giorgio David" userId="f8954a66-e5ad-4a1c-9536-1d2117047f5f" providerId="ADAL" clId="{5E83B68B-007D-4829-90AF-85492EEC2BC0}" dt="2021-11-01T10:55:00.792" v="9990" actId="115"/>
          <ac:spMkLst>
            <pc:docMk/>
            <pc:sldMk cId="2459544078" sldId="338"/>
            <ac:spMk id="3" creationId="{0F8E2941-BDBA-419D-9E19-3BC6AB208B62}"/>
          </ac:spMkLst>
        </pc:spChg>
      </pc:sldChg>
      <pc:sldChg chg="modSp mod">
        <pc:chgData name="Di Mattia Alessandro Edoardo Giorgio David" userId="f8954a66-e5ad-4a1c-9536-1d2117047f5f" providerId="ADAL" clId="{5E83B68B-007D-4829-90AF-85492EEC2BC0}" dt="2021-10-29T16:11:50.655" v="9443" actId="20577"/>
        <pc:sldMkLst>
          <pc:docMk/>
          <pc:sldMk cId="1364939342" sldId="340"/>
        </pc:sldMkLst>
        <pc:spChg chg="mod">
          <ac:chgData name="Di Mattia Alessandro Edoardo Giorgio David" userId="f8954a66-e5ad-4a1c-9536-1d2117047f5f" providerId="ADAL" clId="{5E83B68B-007D-4829-90AF-85492EEC2BC0}" dt="2021-10-29T16:11:50.655" v="9443" actId="20577"/>
          <ac:spMkLst>
            <pc:docMk/>
            <pc:sldMk cId="1364939342" sldId="340"/>
            <ac:spMk id="3" creationId="{AE1D2025-1D80-448D-8225-AF0DBDB620DF}"/>
          </ac:spMkLst>
        </pc:spChg>
      </pc:sldChg>
      <pc:sldChg chg="addSp delSp modSp new mod">
        <pc:chgData name="Di Mattia Alessandro Edoardo Giorgio David" userId="f8954a66-e5ad-4a1c-9536-1d2117047f5f" providerId="ADAL" clId="{5E83B68B-007D-4829-90AF-85492EEC2BC0}" dt="2021-10-29T14:54:29.762" v="7994" actId="20577"/>
        <pc:sldMkLst>
          <pc:docMk/>
          <pc:sldMk cId="1789170485" sldId="341"/>
        </pc:sldMkLst>
        <pc:spChg chg="mod">
          <ac:chgData name="Di Mattia Alessandro Edoardo Giorgio David" userId="f8954a66-e5ad-4a1c-9536-1d2117047f5f" providerId="ADAL" clId="{5E83B68B-007D-4829-90AF-85492EEC2BC0}" dt="2021-10-29T14:54:29.762" v="7994" actId="20577"/>
          <ac:spMkLst>
            <pc:docMk/>
            <pc:sldMk cId="1789170485" sldId="341"/>
            <ac:spMk id="2" creationId="{A8CE04CF-4C85-485E-B7AC-598C8A242264}"/>
          </ac:spMkLst>
        </pc:spChg>
        <pc:spChg chg="del mod">
          <ac:chgData name="Di Mattia Alessandro Edoardo Giorgio David" userId="f8954a66-e5ad-4a1c-9536-1d2117047f5f" providerId="ADAL" clId="{5E83B68B-007D-4829-90AF-85492EEC2BC0}" dt="2021-10-29T12:46:47.556" v="6995" actId="22"/>
          <ac:spMkLst>
            <pc:docMk/>
            <pc:sldMk cId="1789170485" sldId="341"/>
            <ac:spMk id="3" creationId="{AA7160AD-F197-44FD-823C-A9FC516DE36E}"/>
          </ac:spMkLst>
        </pc:spChg>
        <pc:picChg chg="add mod ord">
          <ac:chgData name="Di Mattia Alessandro Edoardo Giorgio David" userId="f8954a66-e5ad-4a1c-9536-1d2117047f5f" providerId="ADAL" clId="{5E83B68B-007D-4829-90AF-85492EEC2BC0}" dt="2021-10-29T12:49:19.981" v="7011" actId="1076"/>
          <ac:picMkLst>
            <pc:docMk/>
            <pc:sldMk cId="1789170485" sldId="341"/>
            <ac:picMk id="5" creationId="{BB15AC7C-8C75-478D-AD6D-D1906AC5408B}"/>
          </ac:picMkLst>
        </pc:picChg>
        <pc:picChg chg="add del mod">
          <ac:chgData name="Di Mattia Alessandro Edoardo Giorgio David" userId="f8954a66-e5ad-4a1c-9536-1d2117047f5f" providerId="ADAL" clId="{5E83B68B-007D-4829-90AF-85492EEC2BC0}" dt="2021-10-29T12:48:29.122" v="7000" actId="22"/>
          <ac:picMkLst>
            <pc:docMk/>
            <pc:sldMk cId="1789170485" sldId="341"/>
            <ac:picMk id="7" creationId="{8AA31CCA-41EC-4420-8059-91006F274278}"/>
          </ac:picMkLst>
        </pc:picChg>
        <pc:picChg chg="add mod">
          <ac:chgData name="Di Mattia Alessandro Edoardo Giorgio David" userId="f8954a66-e5ad-4a1c-9536-1d2117047f5f" providerId="ADAL" clId="{5E83B68B-007D-4829-90AF-85492EEC2BC0}" dt="2021-10-29T12:49:07.062" v="7010" actId="1076"/>
          <ac:picMkLst>
            <pc:docMk/>
            <pc:sldMk cId="1789170485" sldId="341"/>
            <ac:picMk id="9" creationId="{06DC7A7C-4E39-428B-89EB-A98BA1D1A630}"/>
          </ac:picMkLst>
        </pc:picChg>
      </pc:sldChg>
      <pc:sldChg chg="addSp delSp modSp new mod modClrScheme chgLayout">
        <pc:chgData name="Di Mattia Alessandro Edoardo Giorgio David" userId="f8954a66-e5ad-4a1c-9536-1d2117047f5f" providerId="ADAL" clId="{5E83B68B-007D-4829-90AF-85492EEC2BC0}" dt="2021-10-29T15:18:05.799" v="8400" actId="20577"/>
        <pc:sldMkLst>
          <pc:docMk/>
          <pc:sldMk cId="2981193539" sldId="342"/>
        </pc:sldMkLst>
        <pc:spChg chg="del">
          <ac:chgData name="Di Mattia Alessandro Edoardo Giorgio David" userId="f8954a66-e5ad-4a1c-9536-1d2117047f5f" providerId="ADAL" clId="{5E83B68B-007D-4829-90AF-85492EEC2BC0}" dt="2021-10-29T13:12:32.706" v="7354" actId="700"/>
          <ac:spMkLst>
            <pc:docMk/>
            <pc:sldMk cId="2981193539" sldId="342"/>
            <ac:spMk id="2" creationId="{A4F706E2-6365-4FB1-B56D-386C84C01F07}"/>
          </ac:spMkLst>
        </pc:spChg>
        <pc:spChg chg="del">
          <ac:chgData name="Di Mattia Alessandro Edoardo Giorgio David" userId="f8954a66-e5ad-4a1c-9536-1d2117047f5f" providerId="ADAL" clId="{5E83B68B-007D-4829-90AF-85492EEC2BC0}" dt="2021-10-29T13:03:29.732" v="7150" actId="22"/>
          <ac:spMkLst>
            <pc:docMk/>
            <pc:sldMk cId="2981193539" sldId="342"/>
            <ac:spMk id="3" creationId="{A688F53E-0477-4E13-B916-AD090E58F043}"/>
          </ac:spMkLst>
        </pc:spChg>
        <pc:spChg chg="add mod">
          <ac:chgData name="Di Mattia Alessandro Edoardo Giorgio David" userId="f8954a66-e5ad-4a1c-9536-1d2117047f5f" providerId="ADAL" clId="{5E83B68B-007D-4829-90AF-85492EEC2BC0}" dt="2021-10-29T13:15:42.706" v="7391" actId="1076"/>
          <ac:spMkLst>
            <pc:docMk/>
            <pc:sldMk cId="2981193539" sldId="342"/>
            <ac:spMk id="8" creationId="{4754C37A-16DC-4B6D-A296-82BF8AA6772C}"/>
          </ac:spMkLst>
        </pc:spChg>
        <pc:spChg chg="add mod">
          <ac:chgData name="Di Mattia Alessandro Edoardo Giorgio David" userId="f8954a66-e5ad-4a1c-9536-1d2117047f5f" providerId="ADAL" clId="{5E83B68B-007D-4829-90AF-85492EEC2BC0}" dt="2021-10-29T15:18:05.799" v="8400" actId="20577"/>
          <ac:spMkLst>
            <pc:docMk/>
            <pc:sldMk cId="2981193539" sldId="342"/>
            <ac:spMk id="10" creationId="{4AF30876-C64B-44C1-9AF3-12168BFAB2D5}"/>
          </ac:spMkLst>
        </pc:spChg>
        <pc:picChg chg="add mod ord">
          <ac:chgData name="Di Mattia Alessandro Edoardo Giorgio David" userId="f8954a66-e5ad-4a1c-9536-1d2117047f5f" providerId="ADAL" clId="{5E83B68B-007D-4829-90AF-85492EEC2BC0}" dt="2021-10-29T13:15:39.209" v="7390" actId="1076"/>
          <ac:picMkLst>
            <pc:docMk/>
            <pc:sldMk cId="2981193539" sldId="342"/>
            <ac:picMk id="5" creationId="{B0B9B723-1598-4255-B648-2346CBF0049D}"/>
          </ac:picMkLst>
        </pc:picChg>
        <pc:picChg chg="add mod">
          <ac:chgData name="Di Mattia Alessandro Edoardo Giorgio David" userId="f8954a66-e5ad-4a1c-9536-1d2117047f5f" providerId="ADAL" clId="{5E83B68B-007D-4829-90AF-85492EEC2BC0}" dt="2021-10-29T13:18:53.859" v="7448" actId="1076"/>
          <ac:picMkLst>
            <pc:docMk/>
            <pc:sldMk cId="2981193539" sldId="342"/>
            <ac:picMk id="7" creationId="{6F0AE5C8-7595-4D14-A7E4-6E4122063892}"/>
          </ac:picMkLst>
        </pc:picChg>
      </pc:sldChg>
      <pc:sldChg chg="addSp delSp modSp new mod modClrScheme chgLayout">
        <pc:chgData name="Di Mattia Alessandro Edoardo Giorgio David" userId="f8954a66-e5ad-4a1c-9536-1d2117047f5f" providerId="ADAL" clId="{5E83B68B-007D-4829-90AF-85492EEC2BC0}" dt="2021-10-29T14:54:58.868" v="8024" actId="122"/>
        <pc:sldMkLst>
          <pc:docMk/>
          <pc:sldMk cId="692853415" sldId="343"/>
        </pc:sldMkLst>
        <pc:spChg chg="add del">
          <ac:chgData name="Di Mattia Alessandro Edoardo Giorgio David" userId="f8954a66-e5ad-4a1c-9536-1d2117047f5f" providerId="ADAL" clId="{5E83B68B-007D-4829-90AF-85492EEC2BC0}" dt="2021-10-29T13:19:02.198" v="7451" actId="22"/>
          <ac:spMkLst>
            <pc:docMk/>
            <pc:sldMk cId="692853415" sldId="343"/>
            <ac:spMk id="3" creationId="{0D6DF968-3E8B-44A5-B9F0-A6E27194F727}"/>
          </ac:spMkLst>
        </pc:spChg>
        <pc:spChg chg="add mod">
          <ac:chgData name="Di Mattia Alessandro Edoardo Giorgio David" userId="f8954a66-e5ad-4a1c-9536-1d2117047f5f" providerId="ADAL" clId="{5E83B68B-007D-4829-90AF-85492EEC2BC0}" dt="2021-10-29T14:54:58.868" v="8024" actId="122"/>
          <ac:spMkLst>
            <pc:docMk/>
            <pc:sldMk cId="692853415" sldId="343"/>
            <ac:spMk id="4" creationId="{AA593408-EA28-4B07-8AB3-0F37FA00B86A}"/>
          </ac:spMkLst>
        </pc:spChg>
        <pc:spChg chg="add del mod">
          <ac:chgData name="Di Mattia Alessandro Edoardo Giorgio David" userId="f8954a66-e5ad-4a1c-9536-1d2117047f5f" providerId="ADAL" clId="{5E83B68B-007D-4829-90AF-85492EEC2BC0}" dt="2021-10-29T13:20:14.118" v="7453" actId="22"/>
          <ac:spMkLst>
            <pc:docMk/>
            <pc:sldMk cId="692853415" sldId="343"/>
            <ac:spMk id="5" creationId="{0521357E-EBB4-4DDB-9A52-6AAAAA06422D}"/>
          </ac:spMkLst>
        </pc:spChg>
        <pc:picChg chg="add mod ord">
          <ac:chgData name="Di Mattia Alessandro Edoardo Giorgio David" userId="f8954a66-e5ad-4a1c-9536-1d2117047f5f" providerId="ADAL" clId="{5E83B68B-007D-4829-90AF-85492EEC2BC0}" dt="2021-10-29T13:20:14.118" v="7453" actId="22"/>
          <ac:picMkLst>
            <pc:docMk/>
            <pc:sldMk cId="692853415" sldId="343"/>
            <ac:picMk id="7" creationId="{AA918226-1179-4AF5-8918-CCAFC0A1D161}"/>
          </ac:picMkLst>
        </pc:picChg>
      </pc:sldChg>
      <pc:sldChg chg="addSp delSp modSp new mod">
        <pc:chgData name="Di Mattia Alessandro Edoardo Giorgio David" userId="f8954a66-e5ad-4a1c-9536-1d2117047f5f" providerId="ADAL" clId="{5E83B68B-007D-4829-90AF-85492EEC2BC0}" dt="2021-10-29T14:56:45.747" v="8040" actId="122"/>
        <pc:sldMkLst>
          <pc:docMk/>
          <pc:sldMk cId="1315668199" sldId="344"/>
        </pc:sldMkLst>
        <pc:spChg chg="mod">
          <ac:chgData name="Di Mattia Alessandro Edoardo Giorgio David" userId="f8954a66-e5ad-4a1c-9536-1d2117047f5f" providerId="ADAL" clId="{5E83B68B-007D-4829-90AF-85492EEC2BC0}" dt="2021-10-29T14:56:45.747" v="8040" actId="122"/>
          <ac:spMkLst>
            <pc:docMk/>
            <pc:sldMk cId="1315668199" sldId="344"/>
            <ac:spMk id="2" creationId="{A29AB4FE-F447-4524-9112-35D59831CD1C}"/>
          </ac:spMkLst>
        </pc:spChg>
        <pc:spChg chg="del">
          <ac:chgData name="Di Mattia Alessandro Edoardo Giorgio David" userId="f8954a66-e5ad-4a1c-9536-1d2117047f5f" providerId="ADAL" clId="{5E83B68B-007D-4829-90AF-85492EEC2BC0}" dt="2021-10-29T14:56:37.376" v="8028" actId="22"/>
          <ac:spMkLst>
            <pc:docMk/>
            <pc:sldMk cId="1315668199" sldId="344"/>
            <ac:spMk id="3" creationId="{818D055B-A373-4E00-8F5F-8139A3082EA5}"/>
          </ac:spMkLst>
        </pc:spChg>
        <pc:picChg chg="add mod ord">
          <ac:chgData name="Di Mattia Alessandro Edoardo Giorgio David" userId="f8954a66-e5ad-4a1c-9536-1d2117047f5f" providerId="ADAL" clId="{5E83B68B-007D-4829-90AF-85492EEC2BC0}" dt="2021-10-29T14:56:37.376" v="8028" actId="22"/>
          <ac:picMkLst>
            <pc:docMk/>
            <pc:sldMk cId="1315668199" sldId="344"/>
            <ac:picMk id="5" creationId="{91F191AA-8E18-4326-8682-C12C68856D5C}"/>
          </ac:picMkLst>
        </pc:picChg>
      </pc:sldChg>
      <pc:sldChg chg="modSp new mod ord">
        <pc:chgData name="Di Mattia Alessandro Edoardo Giorgio David" userId="f8954a66-e5ad-4a1c-9536-1d2117047f5f" providerId="ADAL" clId="{5E83B68B-007D-4829-90AF-85492EEC2BC0}" dt="2021-10-29T16:12:07.396" v="9444" actId="255"/>
        <pc:sldMkLst>
          <pc:docMk/>
          <pc:sldMk cId="293570415" sldId="345"/>
        </pc:sldMkLst>
        <pc:spChg chg="mod">
          <ac:chgData name="Di Mattia Alessandro Edoardo Giorgio David" userId="f8954a66-e5ad-4a1c-9536-1d2117047f5f" providerId="ADAL" clId="{5E83B68B-007D-4829-90AF-85492EEC2BC0}" dt="2021-10-29T15:26:37.977" v="8446" actId="122"/>
          <ac:spMkLst>
            <pc:docMk/>
            <pc:sldMk cId="293570415" sldId="345"/>
            <ac:spMk id="2" creationId="{EDAC11AF-6A01-405B-840E-DC1EBC7137EA}"/>
          </ac:spMkLst>
        </pc:spChg>
        <pc:spChg chg="mod">
          <ac:chgData name="Di Mattia Alessandro Edoardo Giorgio David" userId="f8954a66-e5ad-4a1c-9536-1d2117047f5f" providerId="ADAL" clId="{5E83B68B-007D-4829-90AF-85492EEC2BC0}" dt="2021-10-29T16:12:07.396" v="9444" actId="255"/>
          <ac:spMkLst>
            <pc:docMk/>
            <pc:sldMk cId="293570415" sldId="345"/>
            <ac:spMk id="3" creationId="{A8EBF488-FBFB-48DD-8F08-E7A77BF13FF1}"/>
          </ac:spMkLst>
        </pc:spChg>
      </pc:sldChg>
      <pc:sldChg chg="addSp delSp modSp new mod">
        <pc:chgData name="Di Mattia Alessandro Edoardo Giorgio David" userId="f8954a66-e5ad-4a1c-9536-1d2117047f5f" providerId="ADAL" clId="{5E83B68B-007D-4829-90AF-85492EEC2BC0}" dt="2021-10-29T16:10:55.827" v="9427" actId="1076"/>
        <pc:sldMkLst>
          <pc:docMk/>
          <pc:sldMk cId="487189514" sldId="346"/>
        </pc:sldMkLst>
        <pc:spChg chg="mod">
          <ac:chgData name="Di Mattia Alessandro Edoardo Giorgio David" userId="f8954a66-e5ad-4a1c-9536-1d2117047f5f" providerId="ADAL" clId="{5E83B68B-007D-4829-90AF-85492EEC2BC0}" dt="2021-10-29T16:01:44.445" v="9233" actId="122"/>
          <ac:spMkLst>
            <pc:docMk/>
            <pc:sldMk cId="487189514" sldId="346"/>
            <ac:spMk id="2" creationId="{C0923390-B313-4FEB-BD3C-D71B80CCC565}"/>
          </ac:spMkLst>
        </pc:spChg>
        <pc:spChg chg="del">
          <ac:chgData name="Di Mattia Alessandro Edoardo Giorgio David" userId="f8954a66-e5ad-4a1c-9536-1d2117047f5f" providerId="ADAL" clId="{5E83B68B-007D-4829-90AF-85492EEC2BC0}" dt="2021-10-29T16:01:47.137" v="9234" actId="22"/>
          <ac:spMkLst>
            <pc:docMk/>
            <pc:sldMk cId="487189514" sldId="346"/>
            <ac:spMk id="3" creationId="{ADCF5478-0131-4884-86E1-F57A9BC6A215}"/>
          </ac:spMkLst>
        </pc:spChg>
        <pc:spChg chg="add mod">
          <ac:chgData name="Di Mattia Alessandro Edoardo Giorgio David" userId="f8954a66-e5ad-4a1c-9536-1d2117047f5f" providerId="ADAL" clId="{5E83B68B-007D-4829-90AF-85492EEC2BC0}" dt="2021-10-29T16:10:55.827" v="9427" actId="1076"/>
          <ac:spMkLst>
            <pc:docMk/>
            <pc:sldMk cId="487189514" sldId="346"/>
            <ac:spMk id="6" creationId="{89862403-CFCD-465B-9400-9F192BB7D365}"/>
          </ac:spMkLst>
        </pc:spChg>
        <pc:picChg chg="add mod ord">
          <ac:chgData name="Di Mattia Alessandro Edoardo Giorgio David" userId="f8954a66-e5ad-4a1c-9536-1d2117047f5f" providerId="ADAL" clId="{5E83B68B-007D-4829-90AF-85492EEC2BC0}" dt="2021-10-29T16:09:37.403" v="9292" actId="1076"/>
          <ac:picMkLst>
            <pc:docMk/>
            <pc:sldMk cId="487189514" sldId="346"/>
            <ac:picMk id="5" creationId="{5DF78B36-4CAD-428F-9BD9-C9E8DD97E2C2}"/>
          </ac:picMkLst>
        </pc:picChg>
      </pc:sldChg>
      <pc:sldChg chg="addSp delSp modSp new mod modClrScheme chgLayout">
        <pc:chgData name="Di Mattia Alessandro Edoardo Giorgio David" userId="f8954a66-e5ad-4a1c-9536-1d2117047f5f" providerId="ADAL" clId="{5E83B68B-007D-4829-90AF-85492EEC2BC0}" dt="2021-10-29T16:16:52.646" v="9688" actId="207"/>
        <pc:sldMkLst>
          <pc:docMk/>
          <pc:sldMk cId="3669502557" sldId="347"/>
        </pc:sldMkLst>
        <pc:spChg chg="del mod ord">
          <ac:chgData name="Di Mattia Alessandro Edoardo Giorgio David" userId="f8954a66-e5ad-4a1c-9536-1d2117047f5f" providerId="ADAL" clId="{5E83B68B-007D-4829-90AF-85492EEC2BC0}" dt="2021-10-29T16:14:14.937" v="9569" actId="478"/>
          <ac:spMkLst>
            <pc:docMk/>
            <pc:sldMk cId="3669502557" sldId="347"/>
            <ac:spMk id="2" creationId="{D25DF4FC-96B4-4D0C-9CFC-4F586B6D0399}"/>
          </ac:spMkLst>
        </pc:spChg>
        <pc:spChg chg="del mod ord">
          <ac:chgData name="Di Mattia Alessandro Edoardo Giorgio David" userId="f8954a66-e5ad-4a1c-9536-1d2117047f5f" providerId="ADAL" clId="{5E83B68B-007D-4829-90AF-85492EEC2BC0}" dt="2021-10-29T16:02:23.419" v="9239" actId="700"/>
          <ac:spMkLst>
            <pc:docMk/>
            <pc:sldMk cId="3669502557" sldId="347"/>
            <ac:spMk id="3" creationId="{4F6B92B0-01E1-48A5-A506-8B9BC91CF0B9}"/>
          </ac:spMkLst>
        </pc:spChg>
        <pc:spChg chg="add del mod ord">
          <ac:chgData name="Di Mattia Alessandro Edoardo Giorgio David" userId="f8954a66-e5ad-4a1c-9536-1d2117047f5f" providerId="ADAL" clId="{5E83B68B-007D-4829-90AF-85492EEC2BC0}" dt="2021-10-29T16:02:25.794" v="9240" actId="22"/>
          <ac:spMkLst>
            <pc:docMk/>
            <pc:sldMk cId="3669502557" sldId="347"/>
            <ac:spMk id="4" creationId="{77E9519C-1A41-4234-9852-264F19F7BFF7}"/>
          </ac:spMkLst>
        </pc:spChg>
        <pc:spChg chg="add del mod ord">
          <ac:chgData name="Di Mattia Alessandro Edoardo Giorgio David" userId="f8954a66-e5ad-4a1c-9536-1d2117047f5f" providerId="ADAL" clId="{5E83B68B-007D-4829-90AF-85492EEC2BC0}" dt="2021-10-29T16:02:43.131" v="9241" actId="22"/>
          <ac:spMkLst>
            <pc:docMk/>
            <pc:sldMk cId="3669502557" sldId="347"/>
            <ac:spMk id="5" creationId="{1BEA1382-9F37-434F-8ABD-F850CF1C9F39}"/>
          </ac:spMkLst>
        </pc:spChg>
        <pc:spChg chg="add mod">
          <ac:chgData name="Di Mattia Alessandro Edoardo Giorgio David" userId="f8954a66-e5ad-4a1c-9536-1d2117047f5f" providerId="ADAL" clId="{5E83B68B-007D-4829-90AF-85492EEC2BC0}" dt="2021-10-29T16:14:23.248" v="9571" actId="1076"/>
          <ac:spMkLst>
            <pc:docMk/>
            <pc:sldMk cId="3669502557" sldId="347"/>
            <ac:spMk id="10" creationId="{8ECB5C4C-41DC-4EB9-8EC3-250A1EBF47B8}"/>
          </ac:spMkLst>
        </pc:spChg>
        <pc:spChg chg="add mod">
          <ac:chgData name="Di Mattia Alessandro Edoardo Giorgio David" userId="f8954a66-e5ad-4a1c-9536-1d2117047f5f" providerId="ADAL" clId="{5E83B68B-007D-4829-90AF-85492EEC2BC0}" dt="2021-10-29T16:14:29.266" v="9573" actId="1076"/>
          <ac:spMkLst>
            <pc:docMk/>
            <pc:sldMk cId="3669502557" sldId="347"/>
            <ac:spMk id="11" creationId="{3A474793-A429-4669-9C81-DEA90CC87271}"/>
          </ac:spMkLst>
        </pc:spChg>
        <pc:spChg chg="add del mod">
          <ac:chgData name="Di Mattia Alessandro Edoardo Giorgio David" userId="f8954a66-e5ad-4a1c-9536-1d2117047f5f" providerId="ADAL" clId="{5E83B68B-007D-4829-90AF-85492EEC2BC0}" dt="2021-10-29T16:11:40.056" v="9434"/>
          <ac:spMkLst>
            <pc:docMk/>
            <pc:sldMk cId="3669502557" sldId="347"/>
            <ac:spMk id="12" creationId="{4E1C021C-0906-41DA-B6C9-C1ECEF807DE6}"/>
          </ac:spMkLst>
        </pc:spChg>
        <pc:spChg chg="add mod">
          <ac:chgData name="Di Mattia Alessandro Edoardo Giorgio David" userId="f8954a66-e5ad-4a1c-9536-1d2117047f5f" providerId="ADAL" clId="{5E83B68B-007D-4829-90AF-85492EEC2BC0}" dt="2021-10-29T16:14:34.946" v="9575" actId="1076"/>
          <ac:spMkLst>
            <pc:docMk/>
            <pc:sldMk cId="3669502557" sldId="347"/>
            <ac:spMk id="13" creationId="{3590F49C-961F-4893-B118-3B349A6D9EE7}"/>
          </ac:spMkLst>
        </pc:spChg>
        <pc:spChg chg="add del mod">
          <ac:chgData name="Di Mattia Alessandro Edoardo Giorgio David" userId="f8954a66-e5ad-4a1c-9536-1d2117047f5f" providerId="ADAL" clId="{5E83B68B-007D-4829-90AF-85492EEC2BC0}" dt="2021-10-29T16:14:20.440" v="9570" actId="700"/>
          <ac:spMkLst>
            <pc:docMk/>
            <pc:sldMk cId="3669502557" sldId="347"/>
            <ac:spMk id="15" creationId="{B2F514D2-911F-4144-9243-D0295BBF00D9}"/>
          </ac:spMkLst>
        </pc:spChg>
        <pc:spChg chg="add mod">
          <ac:chgData name="Di Mattia Alessandro Edoardo Giorgio David" userId="f8954a66-e5ad-4a1c-9536-1d2117047f5f" providerId="ADAL" clId="{5E83B68B-007D-4829-90AF-85492EEC2BC0}" dt="2021-10-29T16:16:52.646" v="9688" actId="207"/>
          <ac:spMkLst>
            <pc:docMk/>
            <pc:sldMk cId="3669502557" sldId="347"/>
            <ac:spMk id="16" creationId="{A18B6820-3EA2-412D-AE7B-BECF8AEFB7D9}"/>
          </ac:spMkLst>
        </pc:spChg>
        <pc:picChg chg="add mod ord">
          <ac:chgData name="Di Mattia Alessandro Edoardo Giorgio David" userId="f8954a66-e5ad-4a1c-9536-1d2117047f5f" providerId="ADAL" clId="{5E83B68B-007D-4829-90AF-85492EEC2BC0}" dt="2021-10-29T16:14:42.241" v="9577" actId="1076"/>
          <ac:picMkLst>
            <pc:docMk/>
            <pc:sldMk cId="3669502557" sldId="347"/>
            <ac:picMk id="7" creationId="{5DE5CDE1-CD02-4AB8-A11D-F21084E1E62B}"/>
          </ac:picMkLst>
        </pc:picChg>
        <pc:picChg chg="add mod ord">
          <ac:chgData name="Di Mattia Alessandro Edoardo Giorgio David" userId="f8954a66-e5ad-4a1c-9536-1d2117047f5f" providerId="ADAL" clId="{5E83B68B-007D-4829-90AF-85492EEC2BC0}" dt="2021-10-29T16:14:40.874" v="9576" actId="1076"/>
          <ac:picMkLst>
            <pc:docMk/>
            <pc:sldMk cId="3669502557" sldId="347"/>
            <ac:picMk id="9" creationId="{9B87229E-128A-4E81-A0B8-5C41CAE73DE6}"/>
          </ac:picMkLst>
        </pc:picChg>
      </pc:sldChg>
      <pc:sldChg chg="addSp modSp new mod modClrScheme chgLayout">
        <pc:chgData name="Di Mattia Alessandro Edoardo Giorgio David" userId="f8954a66-e5ad-4a1c-9536-1d2117047f5f" providerId="ADAL" clId="{5E83B68B-007D-4829-90AF-85492EEC2BC0}" dt="2021-10-29T16:24:33.862" v="9893" actId="20577"/>
        <pc:sldMkLst>
          <pc:docMk/>
          <pc:sldMk cId="3198309929" sldId="348"/>
        </pc:sldMkLst>
        <pc:spChg chg="add mod">
          <ac:chgData name="Di Mattia Alessandro Edoardo Giorgio David" userId="f8954a66-e5ad-4a1c-9536-1d2117047f5f" providerId="ADAL" clId="{5E83B68B-007D-4829-90AF-85492EEC2BC0}" dt="2021-10-29T16:24:33.862" v="9893" actId="20577"/>
          <ac:spMkLst>
            <pc:docMk/>
            <pc:sldMk cId="3198309929" sldId="348"/>
            <ac:spMk id="2" creationId="{4ACF0A9C-336C-4852-A554-D1C1DDDA2838}"/>
          </ac:spMkLst>
        </pc:spChg>
        <pc:spChg chg="add mod">
          <ac:chgData name="Di Mattia Alessandro Edoardo Giorgio David" userId="f8954a66-e5ad-4a1c-9536-1d2117047f5f" providerId="ADAL" clId="{5E83B68B-007D-4829-90AF-85492EEC2BC0}" dt="2021-10-29T16:24:17.702" v="9892" actId="20577"/>
          <ac:spMkLst>
            <pc:docMk/>
            <pc:sldMk cId="3198309929" sldId="348"/>
            <ac:spMk id="3" creationId="{44475C74-E6DB-4222-863B-78F7D70C65AB}"/>
          </ac:spMkLst>
        </pc:spChg>
      </pc:sldChg>
      <pc:sldChg chg="addSp delSp modSp new mod">
        <pc:chgData name="Di Mattia Alessandro Edoardo Giorgio David" userId="f8954a66-e5ad-4a1c-9536-1d2117047f5f" providerId="ADAL" clId="{5E83B68B-007D-4829-90AF-85492EEC2BC0}" dt="2021-11-01T10:35:06.739" v="9974" actId="962"/>
        <pc:sldMkLst>
          <pc:docMk/>
          <pc:sldMk cId="2629839588" sldId="349"/>
        </pc:sldMkLst>
        <pc:spChg chg="mod">
          <ac:chgData name="Di Mattia Alessandro Edoardo Giorgio David" userId="f8954a66-e5ad-4a1c-9536-1d2117047f5f" providerId="ADAL" clId="{5E83B68B-007D-4829-90AF-85492EEC2BC0}" dt="2021-11-01T10:30:18.794" v="9969" actId="20577"/>
          <ac:spMkLst>
            <pc:docMk/>
            <pc:sldMk cId="2629839588" sldId="349"/>
            <ac:spMk id="2" creationId="{8F15B3D3-3558-434E-8190-150B4D20A1CB}"/>
          </ac:spMkLst>
        </pc:spChg>
        <pc:spChg chg="add del">
          <ac:chgData name="Di Mattia Alessandro Edoardo Giorgio David" userId="f8954a66-e5ad-4a1c-9536-1d2117047f5f" providerId="ADAL" clId="{5E83B68B-007D-4829-90AF-85492EEC2BC0}" dt="2021-11-01T10:35:05.722" v="9972"/>
          <ac:spMkLst>
            <pc:docMk/>
            <pc:sldMk cId="2629839588" sldId="349"/>
            <ac:spMk id="3" creationId="{5B236B7E-4C76-43F2-81BA-F8BCF0671F90}"/>
          </ac:spMkLst>
        </pc:spChg>
        <pc:picChg chg="add del mod">
          <ac:chgData name="Di Mattia Alessandro Edoardo Giorgio David" userId="f8954a66-e5ad-4a1c-9536-1d2117047f5f" providerId="ADAL" clId="{5E83B68B-007D-4829-90AF-85492EEC2BC0}" dt="2021-11-01T10:34:39.220" v="9971"/>
          <ac:picMkLst>
            <pc:docMk/>
            <pc:sldMk cId="2629839588" sldId="349"/>
            <ac:picMk id="4" creationId="{2CAFED15-DF5D-4961-AC4C-2799826F3C9B}"/>
          </ac:picMkLst>
        </pc:picChg>
        <pc:picChg chg="add mod">
          <ac:chgData name="Di Mattia Alessandro Edoardo Giorgio David" userId="f8954a66-e5ad-4a1c-9536-1d2117047f5f" providerId="ADAL" clId="{5E83B68B-007D-4829-90AF-85492EEC2BC0}" dt="2021-11-01T10:35:06.739" v="9974" actId="962"/>
          <ac:picMkLst>
            <pc:docMk/>
            <pc:sldMk cId="2629839588" sldId="349"/>
            <ac:picMk id="6" creationId="{D57D708A-3183-49F3-BBF5-2A18884AC217}"/>
          </ac:picMkLst>
        </pc:picChg>
      </pc:sldChg>
    </pc:docChg>
  </pc:docChgLst>
  <pc:docChgLst>
    <pc:chgData name="Di Mattia Alessandro Edoardo Giorgio David" userId="f8954a66-e5ad-4a1c-9536-1d2117047f5f" providerId="ADAL" clId="{CFBF690A-D719-48D2-92B8-B5819DB24AC8}"/>
    <pc:docChg chg="undo custSel addSld modSld">
      <pc:chgData name="Di Mattia Alessandro Edoardo Giorgio David" userId="f8954a66-e5ad-4a1c-9536-1d2117047f5f" providerId="ADAL" clId="{CFBF690A-D719-48D2-92B8-B5819DB24AC8}" dt="2021-08-09T15:53:44.291" v="1952" actId="20577"/>
      <pc:docMkLst>
        <pc:docMk/>
      </pc:docMkLst>
      <pc:sldChg chg="modSp mod">
        <pc:chgData name="Di Mattia Alessandro Edoardo Giorgio David" userId="f8954a66-e5ad-4a1c-9536-1d2117047f5f" providerId="ADAL" clId="{CFBF690A-D719-48D2-92B8-B5819DB24AC8}" dt="2021-08-09T14:22:54.910" v="1329" actId="207"/>
        <pc:sldMkLst>
          <pc:docMk/>
          <pc:sldMk cId="1478560338" sldId="318"/>
        </pc:sldMkLst>
        <pc:spChg chg="mod">
          <ac:chgData name="Di Mattia Alessandro Edoardo Giorgio David" userId="f8954a66-e5ad-4a1c-9536-1d2117047f5f" providerId="ADAL" clId="{CFBF690A-D719-48D2-92B8-B5819DB24AC8}" dt="2021-08-09T14:22:54.910" v="1329" actId="207"/>
          <ac:spMkLst>
            <pc:docMk/>
            <pc:sldMk cId="1478560338" sldId="318"/>
            <ac:spMk id="3" creationId="{EE5866AE-9B94-40DE-9A9A-06E3998624FB}"/>
          </ac:spMkLst>
        </pc:spChg>
      </pc:sldChg>
      <pc:sldChg chg="modSp mod">
        <pc:chgData name="Di Mattia Alessandro Edoardo Giorgio David" userId="f8954a66-e5ad-4a1c-9536-1d2117047f5f" providerId="ADAL" clId="{CFBF690A-D719-48D2-92B8-B5819DB24AC8}" dt="2021-08-08T17:39:08.540" v="749" actId="108"/>
        <pc:sldMkLst>
          <pc:docMk/>
          <pc:sldMk cId="618932863" sldId="319"/>
        </pc:sldMkLst>
        <pc:spChg chg="mod">
          <ac:chgData name="Di Mattia Alessandro Edoardo Giorgio David" userId="f8954a66-e5ad-4a1c-9536-1d2117047f5f" providerId="ADAL" clId="{CFBF690A-D719-48D2-92B8-B5819DB24AC8}" dt="2021-08-08T17:38:48.221" v="748" actId="108"/>
          <ac:spMkLst>
            <pc:docMk/>
            <pc:sldMk cId="618932863" sldId="319"/>
            <ac:spMk id="12" creationId="{3487BAA1-91F3-4148-939C-9082D3EFBEC0}"/>
          </ac:spMkLst>
        </pc:spChg>
        <pc:spChg chg="mod">
          <ac:chgData name="Di Mattia Alessandro Edoardo Giorgio David" userId="f8954a66-e5ad-4a1c-9536-1d2117047f5f" providerId="ADAL" clId="{CFBF690A-D719-48D2-92B8-B5819DB24AC8}" dt="2021-08-08T17:39:08.540" v="749" actId="108"/>
          <ac:spMkLst>
            <pc:docMk/>
            <pc:sldMk cId="618932863" sldId="319"/>
            <ac:spMk id="14" creationId="{D215CADD-3AA8-4C46-9B2F-7B1B1290C11F}"/>
          </ac:spMkLst>
        </pc:spChg>
      </pc:sldChg>
      <pc:sldChg chg="modSp mod">
        <pc:chgData name="Di Mattia Alessandro Edoardo Giorgio David" userId="f8954a66-e5ad-4a1c-9536-1d2117047f5f" providerId="ADAL" clId="{CFBF690A-D719-48D2-92B8-B5819DB24AC8}" dt="2021-08-08T17:39:51.365" v="751" actId="108"/>
        <pc:sldMkLst>
          <pc:docMk/>
          <pc:sldMk cId="3339501348" sldId="320"/>
        </pc:sldMkLst>
        <pc:spChg chg="mod">
          <ac:chgData name="Di Mattia Alessandro Edoardo Giorgio David" userId="f8954a66-e5ad-4a1c-9536-1d2117047f5f" providerId="ADAL" clId="{CFBF690A-D719-48D2-92B8-B5819DB24AC8}" dt="2021-08-08T17:39:51.365" v="751" actId="108"/>
          <ac:spMkLst>
            <pc:docMk/>
            <pc:sldMk cId="3339501348" sldId="320"/>
            <ac:spMk id="4" creationId="{CFED2F6F-3626-4CAA-B18C-531766945314}"/>
          </ac:spMkLst>
        </pc:spChg>
        <pc:spChg chg="mod">
          <ac:chgData name="Di Mattia Alessandro Edoardo Giorgio David" userId="f8954a66-e5ad-4a1c-9536-1d2117047f5f" providerId="ADAL" clId="{CFBF690A-D719-48D2-92B8-B5819DB24AC8}" dt="2021-08-08T17:39:47.031" v="750" actId="108"/>
          <ac:spMkLst>
            <pc:docMk/>
            <pc:sldMk cId="3339501348" sldId="320"/>
            <ac:spMk id="14" creationId="{8616B098-DE37-4A20-94C2-E4684B16E6F0}"/>
          </ac:spMkLst>
        </pc:spChg>
      </pc:sldChg>
      <pc:sldChg chg="modSp mod">
        <pc:chgData name="Di Mattia Alessandro Edoardo Giorgio David" userId="f8954a66-e5ad-4a1c-9536-1d2117047f5f" providerId="ADAL" clId="{CFBF690A-D719-48D2-92B8-B5819DB24AC8}" dt="2021-08-08T17:40:03.415" v="753" actId="108"/>
        <pc:sldMkLst>
          <pc:docMk/>
          <pc:sldMk cId="1078668927" sldId="321"/>
        </pc:sldMkLst>
        <pc:spChg chg="mod">
          <ac:chgData name="Di Mattia Alessandro Edoardo Giorgio David" userId="f8954a66-e5ad-4a1c-9536-1d2117047f5f" providerId="ADAL" clId="{CFBF690A-D719-48D2-92B8-B5819DB24AC8}" dt="2021-08-08T17:40:03.415" v="753" actId="108"/>
          <ac:spMkLst>
            <pc:docMk/>
            <pc:sldMk cId="1078668927" sldId="321"/>
            <ac:spMk id="7" creationId="{0FC3C149-325B-4578-9826-6EF66F667717}"/>
          </ac:spMkLst>
        </pc:spChg>
        <pc:spChg chg="mod">
          <ac:chgData name="Di Mattia Alessandro Edoardo Giorgio David" userId="f8954a66-e5ad-4a1c-9536-1d2117047f5f" providerId="ADAL" clId="{CFBF690A-D719-48D2-92B8-B5819DB24AC8}" dt="2021-08-08T17:39:59.952" v="752" actId="108"/>
          <ac:spMkLst>
            <pc:docMk/>
            <pc:sldMk cId="1078668927" sldId="321"/>
            <ac:spMk id="12" creationId="{5B0F863B-F364-4F8B-9D2A-934B17016FD5}"/>
          </ac:spMkLst>
        </pc:spChg>
      </pc:sldChg>
      <pc:sldChg chg="addSp modSp new mod setBg">
        <pc:chgData name="Di Mattia Alessandro Edoardo Giorgio David" userId="f8954a66-e5ad-4a1c-9536-1d2117047f5f" providerId="ADAL" clId="{CFBF690A-D719-48D2-92B8-B5819DB24AC8}" dt="2021-08-08T17:40:18.417" v="756"/>
        <pc:sldMkLst>
          <pc:docMk/>
          <pc:sldMk cId="3535521216" sldId="322"/>
        </pc:sldMkLst>
        <pc:spChg chg="add mod">
          <ac:chgData name="Di Mattia Alessandro Edoardo Giorgio David" userId="f8954a66-e5ad-4a1c-9536-1d2117047f5f" providerId="ADAL" clId="{CFBF690A-D719-48D2-92B8-B5819DB24AC8}" dt="2021-08-08T16:39:49.210" v="71" actId="20577"/>
          <ac:spMkLst>
            <pc:docMk/>
            <pc:sldMk cId="3535521216" sldId="322"/>
            <ac:spMk id="2" creationId="{EC727576-E01C-49B2-B415-6050BEB09417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6:40:59.662" v="157" actId="20577"/>
          <ac:spMkLst>
            <pc:docMk/>
            <pc:sldMk cId="3535521216" sldId="322"/>
            <ac:spMk id="3" creationId="{679C230D-DEB8-4664-B6E1-70585F169F99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0:09.364" v="754" actId="108"/>
          <ac:spMkLst>
            <pc:docMk/>
            <pc:sldMk cId="3535521216" sldId="322"/>
            <ac:spMk id="4" creationId="{84BA9142-2F18-4393-9507-27745B77C153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0:12.691" v="755" actId="108"/>
          <ac:spMkLst>
            <pc:docMk/>
            <pc:sldMk cId="3535521216" sldId="322"/>
            <ac:spMk id="5" creationId="{2E2022A0-A408-46E5-A774-DEC076549ADC}"/>
          </ac:spMkLst>
        </pc:spChg>
      </pc:sldChg>
      <pc:sldChg chg="addSp delSp modSp new mod">
        <pc:chgData name="Di Mattia Alessandro Edoardo Giorgio David" userId="f8954a66-e5ad-4a1c-9536-1d2117047f5f" providerId="ADAL" clId="{CFBF690A-D719-48D2-92B8-B5819DB24AC8}" dt="2021-08-09T10:29:26.169" v="1114" actId="20577"/>
        <pc:sldMkLst>
          <pc:docMk/>
          <pc:sldMk cId="879024289" sldId="323"/>
        </pc:sldMkLst>
        <pc:spChg chg="add del mod">
          <ac:chgData name="Di Mattia Alessandro Edoardo Giorgio David" userId="f8954a66-e5ad-4a1c-9536-1d2117047f5f" providerId="ADAL" clId="{CFBF690A-D719-48D2-92B8-B5819DB24AC8}" dt="2021-08-08T16:53:55.966" v="191"/>
          <ac:spMkLst>
            <pc:docMk/>
            <pc:sldMk cId="879024289" sldId="323"/>
            <ac:spMk id="3" creationId="{CFE02BB8-A9F5-4503-B2C7-E81886585D65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8T17:18:05.013" v="214"/>
          <ac:spMkLst>
            <pc:docMk/>
            <pc:sldMk cId="879024289" sldId="323"/>
            <ac:spMk id="4" creationId="{6FBAF4B8-08A7-44E4-A1D1-0D38537B45E9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0:29:26.169" v="1114" actId="20577"/>
          <ac:spMkLst>
            <pc:docMk/>
            <pc:sldMk cId="879024289" sldId="323"/>
            <ac:spMk id="5" creationId="{9B3D4137-6E15-473C-A64B-27FDB1D899A6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8T17:23:17.474" v="312" actId="11529"/>
          <ac:spMkLst>
            <pc:docMk/>
            <pc:sldMk cId="879024289" sldId="323"/>
            <ac:spMk id="6" creationId="{BE394CD1-FBD5-4225-8C16-03EF7BFFE769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28:17.626" v="365" actId="1076"/>
          <ac:spMkLst>
            <pc:docMk/>
            <pc:sldMk cId="879024289" sldId="323"/>
            <ac:spMk id="7" creationId="{1D0C6519-F93A-4E09-9423-7B2AF81BE097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24:44.386" v="320" actId="17032"/>
          <ac:spMkLst>
            <pc:docMk/>
            <pc:sldMk cId="879024289" sldId="323"/>
            <ac:spMk id="8" creationId="{D772A39C-F542-4550-A73B-9B799493DF91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0:33.964" v="759" actId="108"/>
          <ac:spMkLst>
            <pc:docMk/>
            <pc:sldMk cId="879024289" sldId="323"/>
            <ac:spMk id="10" creationId="{5D8FFE11-A3B1-42AB-AA3E-5E40F7E2496E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0:37.387" v="760" actId="108"/>
          <ac:spMkLst>
            <pc:docMk/>
            <pc:sldMk cId="879024289" sldId="323"/>
            <ac:spMk id="12" creationId="{817DCC48-4C4D-4A07-B87F-570545352CEB}"/>
          </ac:spMkLst>
        </pc:spChg>
        <pc:picChg chg="add mod">
          <ac:chgData name="Di Mattia Alessandro Edoardo Giorgio David" userId="f8954a66-e5ad-4a1c-9536-1d2117047f5f" providerId="ADAL" clId="{CFBF690A-D719-48D2-92B8-B5819DB24AC8}" dt="2021-08-08T17:28:09.934" v="364" actId="1076"/>
          <ac:picMkLst>
            <pc:docMk/>
            <pc:sldMk cId="879024289" sldId="323"/>
            <ac:picMk id="2" creationId="{A0A31DEA-54EF-463F-98B0-86CBB8B1CBED}"/>
          </ac:picMkLst>
        </pc:picChg>
      </pc:sldChg>
      <pc:sldChg chg="modSp add mod setBg">
        <pc:chgData name="Di Mattia Alessandro Edoardo Giorgio David" userId="f8954a66-e5ad-4a1c-9536-1d2117047f5f" providerId="ADAL" clId="{CFBF690A-D719-48D2-92B8-B5819DB24AC8}" dt="2021-08-08T17:41:53.973" v="775" actId="1076"/>
        <pc:sldMkLst>
          <pc:docMk/>
          <pc:sldMk cId="2507292240" sldId="324"/>
        </pc:sldMkLst>
        <pc:spChg chg="mod">
          <ac:chgData name="Di Mattia Alessandro Edoardo Giorgio David" userId="f8954a66-e5ad-4a1c-9536-1d2117047f5f" providerId="ADAL" clId="{CFBF690A-D719-48D2-92B8-B5819DB24AC8}" dt="2021-08-08T17:41:53.973" v="775" actId="1076"/>
          <ac:spMkLst>
            <pc:docMk/>
            <pc:sldMk cId="2507292240" sldId="324"/>
            <ac:spMk id="5" creationId="{9B3D4137-6E15-473C-A64B-27FDB1D899A6}"/>
          </ac:spMkLst>
        </pc:spChg>
        <pc:spChg chg="mod">
          <ac:chgData name="Di Mattia Alessandro Edoardo Giorgio David" userId="f8954a66-e5ad-4a1c-9536-1d2117047f5f" providerId="ADAL" clId="{CFBF690A-D719-48D2-92B8-B5819DB24AC8}" dt="2021-08-08T17:28:32.286" v="366" actId="14100"/>
          <ac:spMkLst>
            <pc:docMk/>
            <pc:sldMk cId="2507292240" sldId="324"/>
            <ac:spMk id="7" creationId="{1D0C6519-F93A-4E09-9423-7B2AF81BE097}"/>
          </ac:spMkLst>
        </pc:spChg>
        <pc:spChg chg="mod">
          <ac:chgData name="Di Mattia Alessandro Edoardo Giorgio David" userId="f8954a66-e5ad-4a1c-9536-1d2117047f5f" providerId="ADAL" clId="{CFBF690A-D719-48D2-92B8-B5819DB24AC8}" dt="2021-08-08T17:26:55.175" v="333" actId="1076"/>
          <ac:spMkLst>
            <pc:docMk/>
            <pc:sldMk cId="2507292240" sldId="324"/>
            <ac:spMk id="8" creationId="{D772A39C-F542-4550-A73B-9B799493DF91}"/>
          </ac:spMkLst>
        </pc:spChg>
        <pc:spChg chg="mod">
          <ac:chgData name="Di Mattia Alessandro Edoardo Giorgio David" userId="f8954a66-e5ad-4a1c-9536-1d2117047f5f" providerId="ADAL" clId="{CFBF690A-D719-48D2-92B8-B5819DB24AC8}" dt="2021-08-08T17:40:58.531" v="764" actId="108"/>
          <ac:spMkLst>
            <pc:docMk/>
            <pc:sldMk cId="2507292240" sldId="324"/>
            <ac:spMk id="10" creationId="{5D8FFE11-A3B1-42AB-AA3E-5E40F7E2496E}"/>
          </ac:spMkLst>
        </pc:spChg>
        <pc:spChg chg="mod">
          <ac:chgData name="Di Mattia Alessandro Edoardo Giorgio David" userId="f8954a66-e5ad-4a1c-9536-1d2117047f5f" providerId="ADAL" clId="{CFBF690A-D719-48D2-92B8-B5819DB24AC8}" dt="2021-08-08T17:41:02.102" v="765" actId="108"/>
          <ac:spMkLst>
            <pc:docMk/>
            <pc:sldMk cId="2507292240" sldId="324"/>
            <ac:spMk id="12" creationId="{817DCC48-4C4D-4A07-B87F-570545352CEB}"/>
          </ac:spMkLst>
        </pc:spChg>
        <pc:picChg chg="mod">
          <ac:chgData name="Di Mattia Alessandro Edoardo Giorgio David" userId="f8954a66-e5ad-4a1c-9536-1d2117047f5f" providerId="ADAL" clId="{CFBF690A-D719-48D2-92B8-B5819DB24AC8}" dt="2021-08-08T17:27:34.254" v="359" actId="1076"/>
          <ac:picMkLst>
            <pc:docMk/>
            <pc:sldMk cId="2507292240" sldId="324"/>
            <ac:picMk id="2" creationId="{A0A31DEA-54EF-463F-98B0-86CBB8B1CBED}"/>
          </ac:picMkLst>
        </pc:picChg>
      </pc:sldChg>
      <pc:sldChg chg="addSp delSp modSp new mod">
        <pc:chgData name="Di Mattia Alessandro Edoardo Giorgio David" userId="f8954a66-e5ad-4a1c-9536-1d2117047f5f" providerId="ADAL" clId="{CFBF690A-D719-48D2-92B8-B5819DB24AC8}" dt="2021-08-09T10:38:12.375" v="1134" actId="20577"/>
        <pc:sldMkLst>
          <pc:docMk/>
          <pc:sldMk cId="2212003161" sldId="325"/>
        </pc:sldMkLst>
        <pc:spChg chg="add del mod">
          <ac:chgData name="Di Mattia Alessandro Edoardo Giorgio David" userId="f8954a66-e5ad-4a1c-9536-1d2117047f5f" providerId="ADAL" clId="{CFBF690A-D719-48D2-92B8-B5819DB24AC8}" dt="2021-08-08T17:32:17.251" v="515"/>
          <ac:spMkLst>
            <pc:docMk/>
            <pc:sldMk cId="2212003161" sldId="325"/>
            <ac:spMk id="2" creationId="{053F468A-6B00-4E50-B268-FA6901E2578D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0:29:43.988" v="1122" actId="20577"/>
          <ac:spMkLst>
            <pc:docMk/>
            <pc:sldMk cId="2212003161" sldId="325"/>
            <ac:spMk id="4" creationId="{4E105DD7-ED18-4D77-BE30-789352B7F98F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2:35.960" v="784" actId="108"/>
          <ac:spMkLst>
            <pc:docMk/>
            <pc:sldMk cId="2212003161" sldId="325"/>
            <ac:spMk id="5" creationId="{6A4E8D29-91B3-43E5-BA8D-84E17885461E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0:38:12.375" v="1134" actId="20577"/>
          <ac:spMkLst>
            <pc:docMk/>
            <pc:sldMk cId="2212003161" sldId="325"/>
            <ac:spMk id="6" creationId="{F804A9CF-DC2A-444F-A1A9-0BEEB91832B5}"/>
          </ac:spMkLst>
        </pc:spChg>
      </pc:sldChg>
      <pc:sldChg chg="addSp modSp new mod modAnim">
        <pc:chgData name="Di Mattia Alessandro Edoardo Giorgio David" userId="f8954a66-e5ad-4a1c-9536-1d2117047f5f" providerId="ADAL" clId="{CFBF690A-D719-48D2-92B8-B5819DB24AC8}" dt="2021-08-08T17:46:20.840" v="903" actId="1076"/>
        <pc:sldMkLst>
          <pc:docMk/>
          <pc:sldMk cId="1071665624" sldId="326"/>
        </pc:sldMkLst>
        <pc:spChg chg="add mod">
          <ac:chgData name="Di Mattia Alessandro Edoardo Giorgio David" userId="f8954a66-e5ad-4a1c-9536-1d2117047f5f" providerId="ADAL" clId="{CFBF690A-D719-48D2-92B8-B5819DB24AC8}" dt="2021-08-08T17:46:20.840" v="903" actId="1076"/>
          <ac:spMkLst>
            <pc:docMk/>
            <pc:sldMk cId="1071665624" sldId="326"/>
            <ac:spMk id="4" creationId="{0F4B1099-4E99-4BF5-AD16-C39C5D90A943}"/>
          </ac:spMkLst>
        </pc:spChg>
        <pc:graphicFrameChg chg="add mod modGraphic">
          <ac:chgData name="Di Mattia Alessandro Edoardo Giorgio David" userId="f8954a66-e5ad-4a1c-9536-1d2117047f5f" providerId="ADAL" clId="{CFBF690A-D719-48D2-92B8-B5819DB24AC8}" dt="2021-08-08T17:44:20.679" v="791" actId="14100"/>
          <ac:graphicFrameMkLst>
            <pc:docMk/>
            <pc:sldMk cId="1071665624" sldId="326"/>
            <ac:graphicFrameMk id="2" creationId="{6EEB5749-7593-43BA-B938-76D1F2534684}"/>
          </ac:graphicFrameMkLst>
        </pc:graphicFrameChg>
      </pc:sldChg>
      <pc:sldChg chg="addSp delSp modSp new mod delAnim modAnim">
        <pc:chgData name="Di Mattia Alessandro Edoardo Giorgio David" userId="f8954a66-e5ad-4a1c-9536-1d2117047f5f" providerId="ADAL" clId="{CFBF690A-D719-48D2-92B8-B5819DB24AC8}" dt="2021-08-08T17:53:56.667" v="1052" actId="21"/>
        <pc:sldMkLst>
          <pc:docMk/>
          <pc:sldMk cId="2140800234" sldId="327"/>
        </pc:sldMkLst>
        <pc:spChg chg="add mod">
          <ac:chgData name="Di Mattia Alessandro Edoardo Giorgio David" userId="f8954a66-e5ad-4a1c-9536-1d2117047f5f" providerId="ADAL" clId="{CFBF690A-D719-48D2-92B8-B5819DB24AC8}" dt="2021-08-08T17:50:29.420" v="1006" actId="122"/>
          <ac:spMkLst>
            <pc:docMk/>
            <pc:sldMk cId="2140800234" sldId="327"/>
            <ac:spMk id="3" creationId="{C22EA0BD-83CD-47CE-879C-B8E676000576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8T17:53:53.511" v="1051" actId="478"/>
          <ac:spMkLst>
            <pc:docMk/>
            <pc:sldMk cId="2140800234" sldId="327"/>
            <ac:spMk id="5" creationId="{C88AE3D3-E6E7-41FE-B1A4-5DEF776F945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8T17:53:56.667" v="1052" actId="21"/>
          <ac:spMkLst>
            <pc:docMk/>
            <pc:sldMk cId="2140800234" sldId="327"/>
            <ac:spMk id="7" creationId="{9AE07881-68E1-48B5-A96C-E07F0AA11531}"/>
          </ac:spMkLst>
        </pc:spChg>
        <pc:graphicFrameChg chg="add mod">
          <ac:chgData name="Di Mattia Alessandro Edoardo Giorgio David" userId="f8954a66-e5ad-4a1c-9536-1d2117047f5f" providerId="ADAL" clId="{CFBF690A-D719-48D2-92B8-B5819DB24AC8}" dt="2021-08-08T17:47:05.493" v="905"/>
          <ac:graphicFrameMkLst>
            <pc:docMk/>
            <pc:sldMk cId="2140800234" sldId="327"/>
            <ac:graphicFrameMk id="2" creationId="{876DC8AA-98E3-43C1-ACE4-6D79802114D8}"/>
          </ac:graphicFrameMkLst>
        </pc:graphicFrameChg>
        <pc:picChg chg="add mod">
          <ac:chgData name="Di Mattia Alessandro Edoardo Giorgio David" userId="f8954a66-e5ad-4a1c-9536-1d2117047f5f" providerId="ADAL" clId="{CFBF690A-D719-48D2-92B8-B5819DB24AC8}" dt="2021-08-08T17:51:25.496" v="1008" actId="1076"/>
          <ac:picMkLst>
            <pc:docMk/>
            <pc:sldMk cId="2140800234" sldId="327"/>
            <ac:picMk id="4" creationId="{11755E01-2AF0-4A03-8D26-D68F2F0651E1}"/>
          </ac:picMkLst>
        </pc:picChg>
        <pc:picChg chg="add del">
          <ac:chgData name="Di Mattia Alessandro Edoardo Giorgio David" userId="f8954a66-e5ad-4a1c-9536-1d2117047f5f" providerId="ADAL" clId="{CFBF690A-D719-48D2-92B8-B5819DB24AC8}" dt="2021-08-08T17:52:57.698" v="1044"/>
          <ac:picMkLst>
            <pc:docMk/>
            <pc:sldMk cId="2140800234" sldId="327"/>
            <ac:picMk id="6" creationId="{35FF09AC-8AE0-4139-BFE7-03A3FF6204A2}"/>
          </ac:picMkLst>
        </pc:picChg>
      </pc:sldChg>
      <pc:sldChg chg="addSp delSp modSp new mod delAnim modAnim">
        <pc:chgData name="Di Mattia Alessandro Edoardo Giorgio David" userId="f8954a66-e5ad-4a1c-9536-1d2117047f5f" providerId="ADAL" clId="{CFBF690A-D719-48D2-92B8-B5819DB24AC8}" dt="2021-08-09T10:35:30.787" v="1123" actId="20577"/>
        <pc:sldMkLst>
          <pc:docMk/>
          <pc:sldMk cId="2741554749" sldId="328"/>
        </pc:sldMkLst>
        <pc:spChg chg="add mod">
          <ac:chgData name="Di Mattia Alessandro Edoardo Giorgio David" userId="f8954a66-e5ad-4a1c-9536-1d2117047f5f" providerId="ADAL" clId="{CFBF690A-D719-48D2-92B8-B5819DB24AC8}" dt="2021-08-09T10:35:30.787" v="1123" actId="20577"/>
          <ac:spMkLst>
            <pc:docMk/>
            <pc:sldMk cId="2741554749" sldId="328"/>
            <ac:spMk id="2" creationId="{56E0AF04-5706-48DE-B45A-8BDA35675443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56:47.837" v="1065"/>
          <ac:spMkLst>
            <pc:docMk/>
            <pc:sldMk cId="2741554749" sldId="328"/>
            <ac:spMk id="3" creationId="{A3C36983-ECB3-4E34-B9A7-5FA335222AAD}"/>
          </ac:spMkLst>
        </pc:spChg>
        <pc:graphicFrameChg chg="add del mod modGraphic">
          <ac:chgData name="Di Mattia Alessandro Edoardo Giorgio David" userId="f8954a66-e5ad-4a1c-9536-1d2117047f5f" providerId="ADAL" clId="{CFBF690A-D719-48D2-92B8-B5819DB24AC8}" dt="2021-08-09T10:28:18.733" v="1086" actId="478"/>
          <ac:graphicFrameMkLst>
            <pc:docMk/>
            <pc:sldMk cId="2741554749" sldId="328"/>
            <ac:graphicFrameMk id="4" creationId="{79FDAE47-7486-4180-94CF-31DE77B6955E}"/>
          </ac:graphicFrameMkLst>
        </pc:graphicFrameChg>
        <pc:graphicFrameChg chg="add del mod modGraphic">
          <ac:chgData name="Di Mattia Alessandro Edoardo Giorgio David" userId="f8954a66-e5ad-4a1c-9536-1d2117047f5f" providerId="ADAL" clId="{CFBF690A-D719-48D2-92B8-B5819DB24AC8}" dt="2021-08-09T10:28:24.956" v="1090" actId="478"/>
          <ac:graphicFrameMkLst>
            <pc:docMk/>
            <pc:sldMk cId="2741554749" sldId="328"/>
            <ac:graphicFrameMk id="6" creationId="{70435F5D-8374-40BE-BB6F-AA2FEE96AD3B}"/>
          </ac:graphicFrameMkLst>
        </pc:graphicFrameChg>
        <pc:graphicFrameChg chg="add mod modGraphic">
          <ac:chgData name="Di Mattia Alessandro Edoardo Giorgio David" userId="f8954a66-e5ad-4a1c-9536-1d2117047f5f" providerId="ADAL" clId="{CFBF690A-D719-48D2-92B8-B5819DB24AC8}" dt="2021-08-09T10:28:51.990" v="1095" actId="1076"/>
          <ac:graphicFrameMkLst>
            <pc:docMk/>
            <pc:sldMk cId="2741554749" sldId="328"/>
            <ac:graphicFrameMk id="7" creationId="{3960835B-A40E-4F95-A75D-58967E7A1CC5}"/>
          </ac:graphicFrameMkLst>
        </pc:graphicFrameChg>
        <pc:picChg chg="add del mod">
          <ac:chgData name="Di Mattia Alessandro Edoardo Giorgio David" userId="f8954a66-e5ad-4a1c-9536-1d2117047f5f" providerId="ADAL" clId="{CFBF690A-D719-48D2-92B8-B5819DB24AC8}" dt="2021-08-09T10:28:20.010" v="1087" actId="478"/>
          <ac:picMkLst>
            <pc:docMk/>
            <pc:sldMk cId="2741554749" sldId="328"/>
            <ac:picMk id="5" creationId="{B3E64F8E-DA85-430C-B345-FA8C8ED7D2E6}"/>
          </ac:picMkLst>
        </pc:picChg>
      </pc:sldChg>
      <pc:sldChg chg="addSp delSp modSp new mod modAnim">
        <pc:chgData name="Di Mattia Alessandro Edoardo Giorgio David" userId="f8954a66-e5ad-4a1c-9536-1d2117047f5f" providerId="ADAL" clId="{CFBF690A-D719-48D2-92B8-B5819DB24AC8}" dt="2021-08-09T15:12:35.814" v="1839" actId="20577"/>
        <pc:sldMkLst>
          <pc:docMk/>
          <pc:sldMk cId="1026349041" sldId="329"/>
        </pc:sldMkLst>
        <pc:spChg chg="add mod">
          <ac:chgData name="Di Mattia Alessandro Edoardo Giorgio David" userId="f8954a66-e5ad-4a1c-9536-1d2117047f5f" providerId="ADAL" clId="{CFBF690A-D719-48D2-92B8-B5819DB24AC8}" dt="2021-08-09T15:12:35.814" v="1839" actId="20577"/>
          <ac:spMkLst>
            <pc:docMk/>
            <pc:sldMk cId="1026349041" sldId="329"/>
            <ac:spMk id="4" creationId="{987EDC07-C130-431E-8952-20B6CF56FEC3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4:15:52.987" v="1303" actId="113"/>
          <ac:spMkLst>
            <pc:docMk/>
            <pc:sldMk cId="1026349041" sldId="329"/>
            <ac:spMk id="5" creationId="{4BA48415-D8CB-43C1-B67C-49183FBD0368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4:16:07.942" v="1316" actId="20577"/>
          <ac:spMkLst>
            <pc:docMk/>
            <pc:sldMk cId="1026349041" sldId="329"/>
            <ac:spMk id="6" creationId="{7633950F-2995-4718-9772-8F6F21C33A2B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0:51:06.588" v="1183" actId="1076"/>
          <ac:spMkLst>
            <pc:docMk/>
            <pc:sldMk cId="1026349041" sldId="329"/>
            <ac:spMk id="7" creationId="{651C318D-C586-4D9D-9D0E-5C0AC43A050B}"/>
          </ac:spMkLst>
        </pc:spChg>
        <pc:picChg chg="add del mod">
          <ac:chgData name="Di Mattia Alessandro Edoardo Giorgio David" userId="f8954a66-e5ad-4a1c-9536-1d2117047f5f" providerId="ADAL" clId="{CFBF690A-D719-48D2-92B8-B5819DB24AC8}" dt="2021-08-09T10:44:42.610" v="1137" actId="478"/>
          <ac:picMkLst>
            <pc:docMk/>
            <pc:sldMk cId="1026349041" sldId="329"/>
            <ac:picMk id="2" creationId="{D0354408-0743-4BA8-B210-509B7E792CAA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0:44:49.207" v="1139" actId="1076"/>
          <ac:picMkLst>
            <pc:docMk/>
            <pc:sldMk cId="1026349041" sldId="329"/>
            <ac:picMk id="3" creationId="{4A0BF7A2-344A-4B0D-BEB9-49E1BBA1FD3F}"/>
          </ac:picMkLst>
        </pc:picChg>
      </pc:sldChg>
      <pc:sldChg chg="addSp delSp modSp new mod modClrScheme modAnim chgLayout">
        <pc:chgData name="Di Mattia Alessandro Edoardo Giorgio David" userId="f8954a66-e5ad-4a1c-9536-1d2117047f5f" providerId="ADAL" clId="{CFBF690A-D719-48D2-92B8-B5819DB24AC8}" dt="2021-08-09T14:26:57.215" v="1340" actId="20577"/>
        <pc:sldMkLst>
          <pc:docMk/>
          <pc:sldMk cId="2892898324" sldId="330"/>
        </pc:sldMkLst>
        <pc:spChg chg="add mod">
          <ac:chgData name="Di Mattia Alessandro Edoardo Giorgio David" userId="f8954a66-e5ad-4a1c-9536-1d2117047f5f" providerId="ADAL" clId="{CFBF690A-D719-48D2-92B8-B5819DB24AC8}" dt="2021-08-09T14:26:57.215" v="1340" actId="20577"/>
          <ac:spMkLst>
            <pc:docMk/>
            <pc:sldMk cId="2892898324" sldId="330"/>
            <ac:spMk id="2" creationId="{376A20E8-0080-4E6F-885C-CB0C938C88E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8" creationId="{A5416496-9236-4DBD-82D1-6A95A319B1CA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9" creationId="{A3AA9FF8-637A-444F-BC41-94A30890340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0" creationId="{59886D3F-95C7-4956-AD17-B6F92892275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1" creationId="{7534BEBF-DD5F-4FFD-A264-16D5029F761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2" creationId="{7D2F5234-C9C6-4013-98C5-159E60B99B3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3" creationId="{8A22D28E-AC6C-41B1-857D-B61324DAB068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4" creationId="{E93EB8F5-768E-46A0-AAC4-9B9F3C1EFC0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5" creationId="{6473ABBE-5B9B-420D-A6A8-78F735B028FF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8" creationId="{DE035E5B-E49A-4E7D-8B8A-21909F524B70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9" creationId="{6B394C40-0C91-4B6C-AB58-7E09A78A3A3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0" creationId="{3B580C25-4815-413D-968D-71996D75836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1" creationId="{9F18590E-ED48-4206-B829-46FB6CB98B8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4" creationId="{0DB23D63-DD70-44FF-A790-2BE198204E3F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5" creationId="{5F015413-6766-4E57-9ADB-27DFAC10D06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7" creationId="{19CC77A6-6E1C-4F8B-89F6-C2F548D3396F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1:14:29.066" v="1302" actId="20577"/>
          <ac:spMkLst>
            <pc:docMk/>
            <pc:sldMk cId="2892898324" sldId="330"/>
            <ac:spMk id="29" creationId="{F03B629E-348D-4450-8ED8-F595BA048C88}"/>
          </ac:spMkLst>
        </pc:spChg>
        <pc:spChg chg="add del mod ord">
          <ac:chgData name="Di Mattia Alessandro Edoardo Giorgio David" userId="f8954a66-e5ad-4a1c-9536-1d2117047f5f" providerId="ADAL" clId="{CFBF690A-D719-48D2-92B8-B5819DB24AC8}" dt="2021-08-09T14:26:22.912" v="1331" actId="700"/>
          <ac:spMkLst>
            <pc:docMk/>
            <pc:sldMk cId="2892898324" sldId="330"/>
            <ac:spMk id="30" creationId="{C05059BB-A12A-483C-B528-649D3F49A36C}"/>
          </ac:spMkLst>
        </pc:spChg>
        <pc:spChg chg="add del mod ord">
          <ac:chgData name="Di Mattia Alessandro Edoardo Giorgio David" userId="f8954a66-e5ad-4a1c-9536-1d2117047f5f" providerId="ADAL" clId="{CFBF690A-D719-48D2-92B8-B5819DB24AC8}" dt="2021-08-09T14:26:22.912" v="1331" actId="700"/>
          <ac:spMkLst>
            <pc:docMk/>
            <pc:sldMk cId="2892898324" sldId="330"/>
            <ac:spMk id="31" creationId="{4DEF32E2-291C-4D35-97F0-AF3334E27C08}"/>
          </ac:spMkLst>
        </pc:spChg>
        <pc:picChg chg="add del">
          <ac:chgData name="Di Mattia Alessandro Edoardo Giorgio David" userId="f8954a66-e5ad-4a1c-9536-1d2117047f5f" providerId="ADAL" clId="{CFBF690A-D719-48D2-92B8-B5819DB24AC8}" dt="2021-08-09T11:04:02.376" v="1188"/>
          <ac:picMkLst>
            <pc:docMk/>
            <pc:sldMk cId="2892898324" sldId="330"/>
            <ac:picMk id="3" creationId="{31BDA1D8-0112-41CA-B0A3-E60A72E41ED3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1:04:30.310" v="1194" actId="1076"/>
          <ac:picMkLst>
            <pc:docMk/>
            <pc:sldMk cId="2892898324" sldId="330"/>
            <ac:picMk id="28" creationId="{72E4D6E6-D737-4175-BAEA-F6B55F2062DE}"/>
          </ac:picMkLst>
        </pc:pic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4" creationId="{03A9EC22-0B42-4BBA-AE61-2871EFD887DE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5" creationId="{9B49AB2B-1C8D-4B58-9499-C51E454B10C4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6" creationId="{EB1973C9-5192-4E82-8DD9-3C75FB77D5D5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7" creationId="{74987818-4BCD-4BF9-9E63-89AC25200BC9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16" creationId="{D653E655-D1FE-4DA9-A1D1-0D3935939F4E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17" creationId="{DF630E6E-1E01-49D6-820D-9AD55D37F952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22" creationId="{DAA2EDCB-CAEB-4470-92E9-44CF17DB2AB1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23" creationId="{26248D7F-5C05-4014-B09B-60D7F69EA140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26" creationId="{3746B332-18D5-4F4E-A0A8-5FD1058D89C2}"/>
          </ac:cxnSpMkLst>
        </pc:cxnChg>
      </pc:sldChg>
      <pc:sldChg chg="addSp delSp modSp new mod modClrScheme modAnim chgLayout">
        <pc:chgData name="Di Mattia Alessandro Edoardo Giorgio David" userId="f8954a66-e5ad-4a1c-9536-1d2117047f5f" providerId="ADAL" clId="{CFBF690A-D719-48D2-92B8-B5819DB24AC8}" dt="2021-08-09T15:08:40.114" v="1827" actId="20577"/>
        <pc:sldMkLst>
          <pc:docMk/>
          <pc:sldMk cId="3188304425" sldId="331"/>
        </pc:sldMkLst>
        <pc:spChg chg="add del mod">
          <ac:chgData name="Di Mattia Alessandro Edoardo Giorgio David" userId="f8954a66-e5ad-4a1c-9536-1d2117047f5f" providerId="ADAL" clId="{CFBF690A-D719-48D2-92B8-B5819DB24AC8}" dt="2021-08-09T14:30:43.977" v="1397" actId="478"/>
          <ac:spMkLst>
            <pc:docMk/>
            <pc:sldMk cId="3188304425" sldId="331"/>
            <ac:spMk id="2" creationId="{CDEFFC8B-D382-4556-8CC2-B7D53C9AA4E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27:39.535" v="1343"/>
          <ac:spMkLst>
            <pc:docMk/>
            <pc:sldMk cId="3188304425" sldId="331"/>
            <ac:spMk id="3" creationId="{92112D97-C846-4A99-8D71-F81FAE59572B}"/>
          </ac:spMkLst>
        </pc:spChg>
        <pc:spChg chg="add mod ord">
          <ac:chgData name="Di Mattia Alessandro Edoardo Giorgio David" userId="f8954a66-e5ad-4a1c-9536-1d2117047f5f" providerId="ADAL" clId="{CFBF690A-D719-48D2-92B8-B5819DB24AC8}" dt="2021-08-09T14:31:01.756" v="1399" actId="1076"/>
          <ac:spMkLst>
            <pc:docMk/>
            <pc:sldMk cId="3188304425" sldId="331"/>
            <ac:spMk id="4" creationId="{F2303436-C45C-4B2E-B14E-30FF81694386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08:40.114" v="1827" actId="20577"/>
          <ac:spMkLst>
            <pc:docMk/>
            <pc:sldMk cId="3188304425" sldId="331"/>
            <ac:spMk id="5" creationId="{03C674BE-6751-4189-8E9B-74929348ABB7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30:57.701" v="1398" actId="700"/>
          <ac:spMkLst>
            <pc:docMk/>
            <pc:sldMk cId="3188304425" sldId="331"/>
            <ac:spMk id="8" creationId="{18D2EAB0-1281-4C92-8167-0873964CB047}"/>
          </ac:spMkLst>
        </pc:spChg>
        <pc:picChg chg="add mod">
          <ac:chgData name="Di Mattia Alessandro Edoardo Giorgio David" userId="f8954a66-e5ad-4a1c-9536-1d2117047f5f" providerId="ADAL" clId="{CFBF690A-D719-48D2-92B8-B5819DB24AC8}" dt="2021-08-09T14:31:05.582" v="1401" actId="14100"/>
          <ac:picMkLst>
            <pc:docMk/>
            <pc:sldMk cId="3188304425" sldId="331"/>
            <ac:picMk id="6" creationId="{B8065D7D-9B8F-4D8E-ACE2-63DB2C740530}"/>
          </ac:picMkLst>
        </pc:picChg>
      </pc:sldChg>
      <pc:sldChg chg="addSp delSp modSp new mod">
        <pc:chgData name="Di Mattia Alessandro Edoardo Giorgio David" userId="f8954a66-e5ad-4a1c-9536-1d2117047f5f" providerId="ADAL" clId="{CFBF690A-D719-48D2-92B8-B5819DB24AC8}" dt="2021-08-09T14:42:50.648" v="1490" actId="1076"/>
        <pc:sldMkLst>
          <pc:docMk/>
          <pc:sldMk cId="3922909339" sldId="332"/>
        </pc:sldMkLst>
        <pc:spChg chg="mod">
          <ac:chgData name="Di Mattia Alessandro Edoardo Giorgio David" userId="f8954a66-e5ad-4a1c-9536-1d2117047f5f" providerId="ADAL" clId="{CFBF690A-D719-48D2-92B8-B5819DB24AC8}" dt="2021-08-09T14:31:17.227" v="1404" actId="20577"/>
          <ac:spMkLst>
            <pc:docMk/>
            <pc:sldMk cId="3922909339" sldId="332"/>
            <ac:spMk id="2" creationId="{C88B502F-7BAF-4520-B5DE-BA944E962A37}"/>
          </ac:spMkLst>
        </pc:spChg>
        <pc:spChg chg="del">
          <ac:chgData name="Di Mattia Alessandro Edoardo Giorgio David" userId="f8954a66-e5ad-4a1c-9536-1d2117047f5f" providerId="ADAL" clId="{CFBF690A-D719-48D2-92B8-B5819DB24AC8}" dt="2021-08-09T14:38:02.899" v="1431"/>
          <ac:spMkLst>
            <pc:docMk/>
            <pc:sldMk cId="3922909339" sldId="332"/>
            <ac:spMk id="3" creationId="{AF2E8C1F-EE6E-4D85-9549-AD3488D74A8E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4:39:19.405" v="1476" actId="20577"/>
          <ac:spMkLst>
            <pc:docMk/>
            <pc:sldMk cId="3922909339" sldId="332"/>
            <ac:spMk id="4" creationId="{06517CCA-98F8-454B-B0DE-A108925C30A1}"/>
          </ac:spMkLst>
        </pc:spChg>
        <pc:picChg chg="add del mod">
          <ac:chgData name="Di Mattia Alessandro Edoardo Giorgio David" userId="f8954a66-e5ad-4a1c-9536-1d2117047f5f" providerId="ADAL" clId="{CFBF690A-D719-48D2-92B8-B5819DB24AC8}" dt="2021-08-09T14:41:36.558" v="1482" actId="21"/>
          <ac:picMkLst>
            <pc:docMk/>
            <pc:sldMk cId="3922909339" sldId="332"/>
            <ac:picMk id="5" creationId="{72C56154-7785-4249-A305-FB450B6A6A22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4:42:50.648" v="1490" actId="1076"/>
          <ac:picMkLst>
            <pc:docMk/>
            <pc:sldMk cId="3922909339" sldId="332"/>
            <ac:picMk id="6" creationId="{DBA80245-BC9D-4BD0-B7C2-DBC234FA13C4}"/>
          </ac:picMkLst>
        </pc:picChg>
      </pc:sldChg>
      <pc:sldChg chg="addSp modSp new mod modClrScheme chgLayout">
        <pc:chgData name="Di Mattia Alessandro Edoardo Giorgio David" userId="f8954a66-e5ad-4a1c-9536-1d2117047f5f" providerId="ADAL" clId="{CFBF690A-D719-48D2-92B8-B5819DB24AC8}" dt="2021-08-09T15:06:58.774" v="1826" actId="20577"/>
        <pc:sldMkLst>
          <pc:docMk/>
          <pc:sldMk cId="1049072842" sldId="333"/>
        </pc:sldMkLst>
        <pc:spChg chg="add mod">
          <ac:chgData name="Di Mattia Alessandro Edoardo Giorgio David" userId="f8954a66-e5ad-4a1c-9536-1d2117047f5f" providerId="ADAL" clId="{CFBF690A-D719-48D2-92B8-B5819DB24AC8}" dt="2021-08-09T14:32:36.658" v="1428" actId="122"/>
          <ac:spMkLst>
            <pc:docMk/>
            <pc:sldMk cId="1049072842" sldId="333"/>
            <ac:spMk id="2" creationId="{61FC6002-6461-40FF-B287-11F3E4FEAADD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06:58.774" v="1826" actId="20577"/>
          <ac:spMkLst>
            <pc:docMk/>
            <pc:sldMk cId="1049072842" sldId="333"/>
            <ac:spMk id="3" creationId="{D17F2EA0-EA8D-4305-8C87-36045BBC7A40}"/>
          </ac:spMkLst>
        </pc:spChg>
      </pc:sldChg>
      <pc:sldChg chg="addSp delSp modSp new mod modClrScheme modAnim chgLayout">
        <pc:chgData name="Di Mattia Alessandro Edoardo Giorgio David" userId="f8954a66-e5ad-4a1c-9536-1d2117047f5f" providerId="ADAL" clId="{CFBF690A-D719-48D2-92B8-B5819DB24AC8}" dt="2021-08-09T15:21:10.123" v="1841" actId="20577"/>
        <pc:sldMkLst>
          <pc:docMk/>
          <pc:sldMk cId="2210811804" sldId="334"/>
        </pc:sldMkLst>
        <pc:spChg chg="del">
          <ac:chgData name="Di Mattia Alessandro Edoardo Giorgio David" userId="f8954a66-e5ad-4a1c-9536-1d2117047f5f" providerId="ADAL" clId="{CFBF690A-D719-48D2-92B8-B5819DB24AC8}" dt="2021-08-09T14:41:42.530" v="1483" actId="700"/>
          <ac:spMkLst>
            <pc:docMk/>
            <pc:sldMk cId="2210811804" sldId="334"/>
            <ac:spMk id="2" creationId="{6FEE1349-2CA4-4854-82C1-44EF09D1E21D}"/>
          </ac:spMkLst>
        </pc:spChg>
        <pc:spChg chg="del">
          <ac:chgData name="Di Mattia Alessandro Edoardo Giorgio David" userId="f8954a66-e5ad-4a1c-9536-1d2117047f5f" providerId="ADAL" clId="{CFBF690A-D719-48D2-92B8-B5819DB24AC8}" dt="2021-08-09T14:41:42.530" v="1483" actId="700"/>
          <ac:spMkLst>
            <pc:docMk/>
            <pc:sldMk cId="2210811804" sldId="334"/>
            <ac:spMk id="3" creationId="{B7DADE0C-CD18-409F-9D36-5DF9FE8C3AFE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21:10.123" v="1841" actId="20577"/>
          <ac:spMkLst>
            <pc:docMk/>
            <pc:sldMk cId="2210811804" sldId="334"/>
            <ac:spMk id="6" creationId="{41EA1939-30E4-4F33-BE35-58FD4DBC9375}"/>
          </ac:spMkLst>
        </pc:spChg>
        <pc:picChg chg="add del mod">
          <ac:chgData name="Di Mattia Alessandro Edoardo Giorgio David" userId="f8954a66-e5ad-4a1c-9536-1d2117047f5f" providerId="ADAL" clId="{CFBF690A-D719-48D2-92B8-B5819DB24AC8}" dt="2021-08-09T14:42:23.100" v="1486" actId="478"/>
          <ac:picMkLst>
            <pc:docMk/>
            <pc:sldMk cId="2210811804" sldId="334"/>
            <ac:picMk id="4" creationId="{24605447-37D4-404E-99ED-902EE2D8B922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4:42:37.777" v="1488" actId="14100"/>
          <ac:picMkLst>
            <pc:docMk/>
            <pc:sldMk cId="2210811804" sldId="334"/>
            <ac:picMk id="5" creationId="{C8173CEE-5733-4F06-8846-1F044EF62DF3}"/>
          </ac:picMkLst>
        </pc:picChg>
      </pc:sldChg>
      <pc:sldChg chg="addSp delSp modSp new mod modClrScheme chgLayout">
        <pc:chgData name="Di Mattia Alessandro Edoardo Giorgio David" userId="f8954a66-e5ad-4a1c-9536-1d2117047f5f" providerId="ADAL" clId="{CFBF690A-D719-48D2-92B8-B5819DB24AC8}" dt="2021-08-09T14:50:54.091" v="1624" actId="1076"/>
        <pc:sldMkLst>
          <pc:docMk/>
          <pc:sldMk cId="2200792181" sldId="335"/>
        </pc:sldMkLst>
        <pc:spChg chg="add mod">
          <ac:chgData name="Di Mattia Alessandro Edoardo Giorgio David" userId="f8954a66-e5ad-4a1c-9536-1d2117047f5f" providerId="ADAL" clId="{CFBF690A-D719-48D2-92B8-B5819DB24AC8}" dt="2021-08-09T14:45:44.476" v="1512" actId="122"/>
          <ac:spMkLst>
            <pc:docMk/>
            <pc:sldMk cId="2200792181" sldId="335"/>
            <ac:spMk id="2" creationId="{FCF4069D-6886-4790-A116-B041AE894394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4:46:39.728" v="1591" actId="122"/>
          <ac:spMkLst>
            <pc:docMk/>
            <pc:sldMk cId="2200792181" sldId="335"/>
            <ac:spMk id="3" creationId="{8E0B66F6-F8B9-4217-BA84-5C4E0E4FE3BC}"/>
          </ac:spMkLst>
        </pc:spChg>
        <pc:graphicFrameChg chg="add del mod">
          <ac:chgData name="Di Mattia Alessandro Edoardo Giorgio David" userId="f8954a66-e5ad-4a1c-9536-1d2117047f5f" providerId="ADAL" clId="{CFBF690A-D719-48D2-92B8-B5819DB24AC8}" dt="2021-08-09T14:50:48.455" v="1622" actId="478"/>
          <ac:graphicFrameMkLst>
            <pc:docMk/>
            <pc:sldMk cId="2200792181" sldId="335"/>
            <ac:graphicFrameMk id="6" creationId="{0AE95D00-6FA0-4537-B372-65E8ED0A9AC1}"/>
          </ac:graphicFrameMkLst>
        </pc:graphicFrameChg>
        <pc:picChg chg="add del mod">
          <ac:chgData name="Di Mattia Alessandro Edoardo Giorgio David" userId="f8954a66-e5ad-4a1c-9536-1d2117047f5f" providerId="ADAL" clId="{CFBF690A-D719-48D2-92B8-B5819DB24AC8}" dt="2021-08-09T14:47:32.848" v="1594" actId="478"/>
          <ac:picMkLst>
            <pc:docMk/>
            <pc:sldMk cId="2200792181" sldId="335"/>
            <ac:picMk id="4" creationId="{53E05C4C-75C2-4F37-AE43-AB70D00D60B9}"/>
          </ac:picMkLst>
        </pc:picChg>
        <pc:picChg chg="add del mod">
          <ac:chgData name="Di Mattia Alessandro Edoardo Giorgio David" userId="f8954a66-e5ad-4a1c-9536-1d2117047f5f" providerId="ADAL" clId="{CFBF690A-D719-48D2-92B8-B5819DB24AC8}" dt="2021-08-09T14:48:12.834" v="1605" actId="478"/>
          <ac:picMkLst>
            <pc:docMk/>
            <pc:sldMk cId="2200792181" sldId="335"/>
            <ac:picMk id="5" creationId="{AAD7F8D2-7C98-4B9F-82C9-F335F2AD6D53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4:50:54.091" v="1624" actId="1076"/>
          <ac:picMkLst>
            <pc:docMk/>
            <pc:sldMk cId="2200792181" sldId="335"/>
            <ac:picMk id="7" creationId="{3189569D-242A-473A-9A94-6E5144F443C6}"/>
          </ac:picMkLst>
        </pc:picChg>
      </pc:sldChg>
      <pc:sldChg chg="addSp delSp modSp new mod modClrScheme modAnim chgLayout">
        <pc:chgData name="Di Mattia Alessandro Edoardo Giorgio David" userId="f8954a66-e5ad-4a1c-9536-1d2117047f5f" providerId="ADAL" clId="{CFBF690A-D719-48D2-92B8-B5819DB24AC8}" dt="2021-08-09T15:14:08.515" v="1840" actId="20577"/>
        <pc:sldMkLst>
          <pc:docMk/>
          <pc:sldMk cId="2223886345" sldId="336"/>
        </pc:sldMkLst>
        <pc:spChg chg="del">
          <ac:chgData name="Di Mattia Alessandro Edoardo Giorgio David" userId="f8954a66-e5ad-4a1c-9536-1d2117047f5f" providerId="ADAL" clId="{CFBF690A-D719-48D2-92B8-B5819DB24AC8}" dt="2021-08-09T14:48:03.037" v="1600" actId="700"/>
          <ac:spMkLst>
            <pc:docMk/>
            <pc:sldMk cId="2223886345" sldId="336"/>
            <ac:spMk id="2" creationId="{8CDA5BD7-348D-4E9A-A336-7B5060530500}"/>
          </ac:spMkLst>
        </pc:spChg>
        <pc:spChg chg="del">
          <ac:chgData name="Di Mattia Alessandro Edoardo Giorgio David" userId="f8954a66-e5ad-4a1c-9536-1d2117047f5f" providerId="ADAL" clId="{CFBF690A-D719-48D2-92B8-B5819DB24AC8}" dt="2021-08-09T14:48:03.037" v="1600" actId="700"/>
          <ac:spMkLst>
            <pc:docMk/>
            <pc:sldMk cId="2223886345" sldId="336"/>
            <ac:spMk id="3" creationId="{94508F87-AA89-40C9-8509-F268A3C82A2C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8" creationId="{5FF703F0-EB1C-4FFD-8951-0113FC7F1B06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9" creationId="{225F9005-786E-4857-9FE1-1FEC06D2D6A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0" creationId="{4B61D133-C592-4931-AC7C-9F2AA338288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1" creationId="{03F80E16-953A-4201-ACAD-C8C26051041F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2" creationId="{FE947521-229B-40D8-9B89-45E443265317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3" creationId="{076256BD-0358-43A2-901D-B155235DCAE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4" creationId="{ACB2BECF-A34B-4987-B049-C2C37FE64F5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5" creationId="{2A1DC70E-79A8-45E9-B2BA-149F605A6007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8" creationId="{15FC0AD6-12AC-4970-9712-4EB6ACFDBFBA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9" creationId="{CDC0AC11-B839-410A-8D79-9F035CA1D23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0" creationId="{196B9437-658A-4659-BBB6-B4A497AA06D5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3" creationId="{A2644825-FA9E-453B-BF19-4B8D07E4534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4" creationId="{6E1FFEE6-0187-41FF-AE34-CEAE210D7F8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5" creationId="{920D2067-A783-4E4E-9FF7-FB271043AC85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7" creationId="{777EF625-B53E-429A-BDA0-7F41661D232F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9" creationId="{6D906C3B-A46F-4500-910A-CD28C96FDC7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31" creationId="{B7CA1F7E-FC41-44A5-90E9-F09EAA9E5A1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36" creationId="{604EFD12-9F33-4BC0-9572-4D50FE266E88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37" creationId="{43CEEA71-91D6-4A9F-96B8-C53D69404D0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38" creationId="{E5B9B17A-167C-4C0B-B85D-4C2BC6408AC8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39" creationId="{49C71CEF-75F6-402F-9D15-671908371808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0" creationId="{9CDC1496-E3A8-43C4-8272-CD52FB4A5FE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1" creationId="{C98B0ABB-4032-4AB0-984A-B125EDE819D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2" creationId="{32C41F58-2E2B-469F-8638-CAAC876B58ED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3" creationId="{291D4AC3-9E9D-4F16-867F-64184D4DE8DA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6" creationId="{453C5643-A61B-4E89-8EF0-BDAF28856B2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7" creationId="{0C7F490F-88DC-44D1-8035-EBD5C2A1E36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8" creationId="{2172E6FD-ADCE-4FF9-AADA-1D1297BCAC7C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1" creationId="{3F18B746-E115-40AA-BA2E-0DDAA61C239C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2" creationId="{FDA1651F-C7C9-40FB-BBE9-98C7D4B605E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3" creationId="{73CB2228-6D00-4D03-9B29-6DC6B7F96F4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5" creationId="{BE1EB5B1-738F-4239-8A84-B9B04394BD8C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7" creationId="{7AED626B-97F1-43E5-A445-59B175E15225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9" creationId="{437CF595-ACF0-4BD2-80B1-8B5855F4A5C7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14:08.515" v="1840" actId="20577"/>
          <ac:spMkLst>
            <pc:docMk/>
            <pc:sldMk cId="2223886345" sldId="336"/>
            <ac:spMk id="61" creationId="{58A6B7EB-1412-40A2-821F-8F47923E2B39}"/>
          </ac:spMkLst>
        </pc:spChg>
        <pc:picChg chg="add mod">
          <ac:chgData name="Di Mattia Alessandro Edoardo Giorgio David" userId="f8954a66-e5ad-4a1c-9536-1d2117047f5f" providerId="ADAL" clId="{CFBF690A-D719-48D2-92B8-B5819DB24AC8}" dt="2021-08-09T14:48:10.430" v="1604" actId="1076"/>
          <ac:picMkLst>
            <pc:docMk/>
            <pc:sldMk cId="2223886345" sldId="336"/>
            <ac:picMk id="60" creationId="{2590DDC6-8B95-4B75-8711-8A2E65160AA8}"/>
          </ac:picMkLst>
        </pc:pic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4" creationId="{BC484C7D-75A2-4ABE-A739-0C23D4AE0491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5" creationId="{6B2E5369-D18A-4DF8-BC51-68923888350B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6" creationId="{05FEBAFD-17DF-4BF3-BD5F-0D83A2A336E6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7" creationId="{376F227D-A81C-4408-BF91-603AD8D90AED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16" creationId="{706D481C-C88C-451F-9603-C6844D644468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17" creationId="{7F085B11-4192-4971-9B4A-1DE921B3EE23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21" creationId="{3C19582E-008F-4868-935A-BA97171821CD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22" creationId="{2433AA6C-8B96-4A69-A243-5D4A48BD138A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26" creationId="{CAEC6E02-BB37-47FE-9A68-08BD2FD0C4D6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28" creationId="{8463F2B2-6C9B-4F68-B982-05D65A088563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30" creationId="{C8154AE7-1365-4E27-94C0-2EC5322E841A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32" creationId="{CA0DAAD7-573C-4B03-BB18-6053A94887EE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33" creationId="{DA32C806-A58C-49A2-971F-32C07B3CA4CF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34" creationId="{C0063E2F-35BA-4031-893B-972A4D555725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35" creationId="{871AD2F4-EA57-4B83-B727-A2D41B5D1728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44" creationId="{31C1F4D0-7EDD-4865-86C7-CA727B567D5F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45" creationId="{C7EBAB87-F838-4CEE-80D1-C10A63F33CB5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49" creationId="{635E5550-4519-4203-AA35-0A850BD524C9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50" creationId="{A095B073-9050-4EB3-A76C-A5F0D6A6CB9B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54" creationId="{BC9A19AE-D379-4AB1-88EF-7CB8197322DC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56" creationId="{817E96AF-6E57-450F-91FD-05ACEEAE37A1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58" creationId="{9796C8FA-4681-4C87-A057-F2A1B61B3DAB}"/>
          </ac:cxnSpMkLst>
        </pc:cxnChg>
      </pc:sldChg>
      <pc:sldChg chg="addSp delSp modSp new mod modClrScheme chgLayout">
        <pc:chgData name="Di Mattia Alessandro Edoardo Giorgio David" userId="f8954a66-e5ad-4a1c-9536-1d2117047f5f" providerId="ADAL" clId="{CFBF690A-D719-48D2-92B8-B5819DB24AC8}" dt="2021-08-09T15:32:30.204" v="1895" actId="20577"/>
        <pc:sldMkLst>
          <pc:docMk/>
          <pc:sldMk cId="2386622032" sldId="337"/>
        </pc:sldMkLst>
        <pc:spChg chg="add mod">
          <ac:chgData name="Di Mattia Alessandro Edoardo Giorgio David" userId="f8954a66-e5ad-4a1c-9536-1d2117047f5f" providerId="ADAL" clId="{CFBF690A-D719-48D2-92B8-B5819DB24AC8}" dt="2021-08-09T15:32:30.204" v="1895" actId="20577"/>
          <ac:spMkLst>
            <pc:docMk/>
            <pc:sldMk cId="2386622032" sldId="337"/>
            <ac:spMk id="2" creationId="{4955EB03-85E3-48BD-8D11-98871C2CDE2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5:27:22.293" v="1853"/>
          <ac:spMkLst>
            <pc:docMk/>
            <pc:sldMk cId="2386622032" sldId="337"/>
            <ac:spMk id="3" creationId="{FE07B3C5-277D-4534-989E-90ED4C47E697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32:20.672" v="1882" actId="20577"/>
          <ac:spMkLst>
            <pc:docMk/>
            <pc:sldMk cId="2386622032" sldId="337"/>
            <ac:spMk id="4" creationId="{5C20FEFB-367B-47CF-9F2F-2780ADC071F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5:27:37.834" v="1857"/>
          <ac:spMkLst>
            <pc:docMk/>
            <pc:sldMk cId="2386622032" sldId="337"/>
            <ac:spMk id="5" creationId="{B684725E-159F-4B29-A899-2F15DEBA6CC5}"/>
          </ac:spMkLst>
        </pc:spChg>
        <pc:picChg chg="add del mod">
          <ac:chgData name="Di Mattia Alessandro Edoardo Giorgio David" userId="f8954a66-e5ad-4a1c-9536-1d2117047f5f" providerId="ADAL" clId="{CFBF690A-D719-48D2-92B8-B5819DB24AC8}" dt="2021-08-09T15:32:02.161" v="1860" actId="478"/>
          <ac:picMkLst>
            <pc:docMk/>
            <pc:sldMk cId="2386622032" sldId="337"/>
            <ac:picMk id="7" creationId="{DD149F64-9B26-400A-8535-BFB846A828F6}"/>
          </ac:picMkLst>
        </pc:picChg>
      </pc:sldChg>
      <pc:sldChg chg="modSp new mod modNotesTx">
        <pc:chgData name="Di Mattia Alessandro Edoardo Giorgio David" userId="f8954a66-e5ad-4a1c-9536-1d2117047f5f" providerId="ADAL" clId="{CFBF690A-D719-48D2-92B8-B5819DB24AC8}" dt="2021-08-09T15:35:06.200" v="1903"/>
        <pc:sldMkLst>
          <pc:docMk/>
          <pc:sldMk cId="863600783" sldId="338"/>
        </pc:sldMkLst>
        <pc:spChg chg="mod">
          <ac:chgData name="Di Mattia Alessandro Edoardo Giorgio David" userId="f8954a66-e5ad-4a1c-9536-1d2117047f5f" providerId="ADAL" clId="{CFBF690A-D719-48D2-92B8-B5819DB24AC8}" dt="2021-08-09T15:34:20.370" v="1901" actId="20577"/>
          <ac:spMkLst>
            <pc:docMk/>
            <pc:sldMk cId="863600783" sldId="338"/>
            <ac:spMk id="2" creationId="{9A7E9ECD-A824-405F-93D7-214E7E8CED7B}"/>
          </ac:spMkLst>
        </pc:spChg>
        <pc:spChg chg="mod">
          <ac:chgData name="Di Mattia Alessandro Edoardo Giorgio David" userId="f8954a66-e5ad-4a1c-9536-1d2117047f5f" providerId="ADAL" clId="{CFBF690A-D719-48D2-92B8-B5819DB24AC8}" dt="2021-08-09T15:34:39.134" v="1902"/>
          <ac:spMkLst>
            <pc:docMk/>
            <pc:sldMk cId="863600783" sldId="338"/>
            <ac:spMk id="3" creationId="{7EEDFC4A-3855-4AB5-8115-C4399C82CF5B}"/>
          </ac:spMkLst>
        </pc:spChg>
      </pc:sldChg>
      <pc:sldChg chg="modSp new mod">
        <pc:chgData name="Di Mattia Alessandro Edoardo Giorgio David" userId="f8954a66-e5ad-4a1c-9536-1d2117047f5f" providerId="ADAL" clId="{CFBF690A-D719-48D2-92B8-B5819DB24AC8}" dt="2021-08-09T15:53:44.291" v="1952" actId="20577"/>
        <pc:sldMkLst>
          <pc:docMk/>
          <pc:sldMk cId="3760396929" sldId="339"/>
        </pc:sldMkLst>
        <pc:spChg chg="mod">
          <ac:chgData name="Di Mattia Alessandro Edoardo Giorgio David" userId="f8954a66-e5ad-4a1c-9536-1d2117047f5f" providerId="ADAL" clId="{CFBF690A-D719-48D2-92B8-B5819DB24AC8}" dt="2021-08-09T15:53:44.291" v="1952" actId="20577"/>
          <ac:spMkLst>
            <pc:docMk/>
            <pc:sldMk cId="3760396929" sldId="339"/>
            <ac:spMk id="2" creationId="{49AEAE09-0BED-4CAC-8212-5B93D7A70FDE}"/>
          </ac:spMkLst>
        </pc:spChg>
        <pc:spChg chg="mod">
          <ac:chgData name="Di Mattia Alessandro Edoardo Giorgio David" userId="f8954a66-e5ad-4a1c-9536-1d2117047f5f" providerId="ADAL" clId="{CFBF690A-D719-48D2-92B8-B5819DB24AC8}" dt="2021-08-09T15:50:25.508" v="1918"/>
          <ac:spMkLst>
            <pc:docMk/>
            <pc:sldMk cId="3760396929" sldId="339"/>
            <ac:spMk id="3" creationId="{1D30359C-CBBF-48E2-90A8-845B2C301D3C}"/>
          </ac:spMkLst>
        </pc:spChg>
      </pc:sldChg>
      <pc:sldChg chg="modSp new mod">
        <pc:chgData name="Di Mattia Alessandro Edoardo Giorgio David" userId="f8954a66-e5ad-4a1c-9536-1d2117047f5f" providerId="ADAL" clId="{CFBF690A-D719-48D2-92B8-B5819DB24AC8}" dt="2021-08-09T15:53:36.979" v="1949" actId="20577"/>
        <pc:sldMkLst>
          <pc:docMk/>
          <pc:sldMk cId="4043709138" sldId="340"/>
        </pc:sldMkLst>
        <pc:spChg chg="mod">
          <ac:chgData name="Di Mattia Alessandro Edoardo Giorgio David" userId="f8954a66-e5ad-4a1c-9536-1d2117047f5f" providerId="ADAL" clId="{CFBF690A-D719-48D2-92B8-B5819DB24AC8}" dt="2021-08-09T15:53:36.979" v="1949" actId="20577"/>
          <ac:spMkLst>
            <pc:docMk/>
            <pc:sldMk cId="4043709138" sldId="340"/>
            <ac:spMk id="2" creationId="{88FDEB9A-7D04-42C6-8A80-9906B92F3B49}"/>
          </ac:spMkLst>
        </pc:spChg>
        <pc:spChg chg="mod">
          <ac:chgData name="Di Mattia Alessandro Edoardo Giorgio David" userId="f8954a66-e5ad-4a1c-9536-1d2117047f5f" providerId="ADAL" clId="{CFBF690A-D719-48D2-92B8-B5819DB24AC8}" dt="2021-08-09T15:53:27.145" v="1938" actId="5793"/>
          <ac:spMkLst>
            <pc:docMk/>
            <pc:sldMk cId="4043709138" sldId="340"/>
            <ac:spMk id="3" creationId="{8DC0EF51-28F2-45F6-BD96-33F38C1708A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>
            <a:extLst>
              <a:ext uri="{FF2B5EF4-FFF2-40B4-BE49-F238E27FC236}">
                <a16:creationId xmlns:a16="http://schemas.microsoft.com/office/drawing/2014/main" id="{AF77F2E4-9D97-4FC3-AFDE-ED3FA11200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0AA25600-84AB-4F94-B5CB-A476CB8FC6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8A781A-1859-4C85-BF75-12C8100C455E}" type="datetimeFigureOut">
              <a:rPr lang="nb-NO" smtClean="0"/>
              <a:t>19.10.2026</a:t>
            </a:fld>
            <a:endParaRPr lang="nb-NO" dirty="0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2FA93902-B21B-4A6E-859D-90790E6FAC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B7800144-E8A4-43A6-AAD7-1921F2CC0D8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E98403-76B7-4BFA-AF44-FE0FA5E8362E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7533853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442447-825E-F44A-AE66-BBD0FC2F1FF6}" type="datetimeFigureOut">
              <a:rPr lang="nb-NO" smtClean="0"/>
              <a:t>19.10.2026</a:t>
            </a:fld>
            <a:endParaRPr lang="nb-NO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E51CF-144B-7241-A1FB-D978B63A9AA3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2097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852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5383"/>
            <a:ext cx="7886700" cy="33307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2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194118"/>
            <a:ext cx="7886700" cy="2377281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593889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7519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25383"/>
            <a:ext cx="3886200" cy="33307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25383"/>
            <a:ext cx="3886200" cy="33307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12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030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371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81001"/>
            <a:ext cx="4629150" cy="4471086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37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0906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81000"/>
            <a:ext cx="4629150" cy="447164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5406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3983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337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5383"/>
            <a:ext cx="7886700" cy="3330732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328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02356"/>
            <a:ext cx="7886700" cy="2377281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602127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rgbClr val="2E538D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82879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25383"/>
            <a:ext cx="3886200" cy="334720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25383"/>
            <a:ext cx="3886200" cy="334720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006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685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0051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81001"/>
            <a:ext cx="4629150" cy="448756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65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46854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81001"/>
            <a:ext cx="4629150" cy="447932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5947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618619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2642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5383"/>
            <a:ext cx="7886700" cy="333073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0126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02356"/>
            <a:ext cx="7886700" cy="2377281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602127"/>
            <a:ext cx="7886700" cy="12501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2E538D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60387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25383"/>
            <a:ext cx="3886200" cy="33472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25383"/>
            <a:ext cx="3886200" cy="33472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6695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6759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7020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81001"/>
            <a:ext cx="4629150" cy="447932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594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52849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81001"/>
            <a:ext cx="4629150" cy="448756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6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09171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6909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5383"/>
            <a:ext cx="7886700" cy="333073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5249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02356"/>
            <a:ext cx="7886700" cy="2377281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602127"/>
            <a:ext cx="7886700" cy="12501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06080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25383"/>
            <a:ext cx="3886200" cy="33472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25383"/>
            <a:ext cx="3886200" cy="33472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349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9543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15269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81001"/>
            <a:ext cx="4629150" cy="447932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594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435072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81001"/>
            <a:ext cx="4629150" cy="448756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6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12858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0FC4F5-E04A-C641-ABCB-7855A6634966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5104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0FC4F5-E04A-C641-ABCB-7855A6634966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D9C70E-8304-E34A-89DB-70A9D8CEAB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28650" y="4977335"/>
            <a:ext cx="2115408" cy="47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6591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CB52D60-7F03-9E4C-B3FD-70C0B65CC0EF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5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208773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CB52D60-7F03-9E4C-B3FD-70C0B65CC0EF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5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3188BB-F162-1949-90AF-2F0207E360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28650" y="4977336"/>
            <a:ext cx="2115408" cy="47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67197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6501E7-0054-2C48-8F85-8EFC5DCC8BE7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44106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6501E7-0054-2C48-8F85-8EFC5DCC8BE7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C5FA70-7C6F-2F49-8925-6BF1B8A79F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28650" y="4977335"/>
            <a:ext cx="2115408" cy="47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907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6501E7-0054-2C48-8F85-8EFC5DCC8BE7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gradFill flip="none" rotWithShape="1">
            <a:gsLst>
              <a:gs pos="0">
                <a:srgbClr val="E9A592"/>
              </a:gs>
              <a:gs pos="100000">
                <a:srgbClr val="E97C67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800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tiff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4.tiff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21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20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28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F6C5B-4AF5-454D-AF1A-B8C3480E7A71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5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6176"/>
            <a:ext cx="7886700" cy="333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270661-5897-294E-8E62-63F1988A13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43424" y="4545000"/>
            <a:ext cx="2100576" cy="1170000"/>
          </a:xfrm>
          <a:prstGeom prst="rect">
            <a:avLst/>
          </a:prstGeom>
        </p:spPr>
      </p:pic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DB8B9B4A-9906-1E43-833B-E0278CEE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E9FD4B4-DFF1-934C-A28A-5210B685895E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628650" y="4977336"/>
            <a:ext cx="2115408" cy="4796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94CB108-4A1C-4218-9FA9-7C3065D8017E}"/>
              </a:ext>
            </a:extLst>
          </p:cNvPr>
          <p:cNvSpPr txBox="1"/>
          <p:nvPr userDrawn="1"/>
        </p:nvSpPr>
        <p:spPr>
          <a:xfrm>
            <a:off x="4572000" y="5168900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8C48452-7A9B-4D5F-88FD-7FB0AA86F4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235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90" r:id="rId5"/>
    <p:sldLayoutId id="2147483691" r:id="rId6"/>
    <p:sldLayoutId id="2147483692" r:id="rId7"/>
    <p:sldLayoutId id="2147483693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F6C5B-4AF5-454D-AF1A-B8C3480E7A71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6176"/>
            <a:ext cx="7886700" cy="333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DB8B9B4A-9906-1E43-833B-E0278CEE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nb-NO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839661-8C50-454D-B833-FE346B672CFE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628650" y="4977335"/>
            <a:ext cx="2115408" cy="4796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F53048-47FA-4243-88AA-13DAFFB349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0972" y="4741664"/>
            <a:ext cx="2183027" cy="97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224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rgbClr val="2E538D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F6C5B-4AF5-454D-AF1A-B8C3480E7A71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b="0" i="0" dirty="0">
              <a:ln>
                <a:noFill/>
              </a:ln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4963A4-30EA-BA44-A3C1-3E0310FE12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66919" y="4509170"/>
            <a:ext cx="1977081" cy="1205829"/>
          </a:xfrm>
          <a:prstGeom prst="rect">
            <a:avLst/>
          </a:prstGeom>
        </p:spPr>
      </p:pic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DB8B9B4A-9906-1E43-833B-E0278CEE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nb-NO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0D1645-1E9C-5B4B-9DFE-AB79493B122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628650" y="4977335"/>
            <a:ext cx="2115408" cy="479695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56ED686-BC76-AF49-B1B1-A237E9A16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426176"/>
            <a:ext cx="7886700" cy="333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244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rgbClr val="2E538D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4C622C5-82B1-4746-AD46-30041CB9FD80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gradFill flip="none" rotWithShape="1">
            <a:gsLst>
              <a:gs pos="0">
                <a:srgbClr val="E9A592"/>
              </a:gs>
              <a:gs pos="100000">
                <a:srgbClr val="E97C67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DB8B9B4A-9906-1E43-833B-E0278CEE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nb-NO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56ED686-BC76-AF49-B1B1-A237E9A16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426176"/>
            <a:ext cx="7886700" cy="333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EF0A790-7D3B-5240-8FBF-57EBDBFE5BA2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628650" y="4977336"/>
            <a:ext cx="2115408" cy="47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917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F6C5B-4AF5-454D-AF1A-B8C3480E7A71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b="0" i="0" dirty="0">
              <a:ln>
                <a:noFill/>
              </a:ln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809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29" r:id="rId2"/>
    <p:sldLayoutId id="2147483715" r:id="rId3"/>
    <p:sldLayoutId id="2147483727" r:id="rId4"/>
    <p:sldLayoutId id="2147483714" r:id="rId5"/>
    <p:sldLayoutId id="2147483728" r:id="rId6"/>
    <p:sldLayoutId id="2147483716" r:id="rId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rgbClr val="2E538D"/>
          </a:solidFill>
          <a:latin typeface="TT Commons" panose="02000506040000020004" pitchFamily="2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LEeoONs0OJQ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eepblue.lib.umich.edu/bitstreams/51708521-c052-4685-8118-04a932d050ee/download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apers.ssrn.com/sol3/papers.cfm?abstract_id=2982972" TargetMode="External"/><Relationship Id="rId2" Type="http://schemas.openxmlformats.org/officeDocument/2006/relationships/hyperlink" Target="https://pure-oai.bham.ac.uk/ws/files/235170465/1-s2.0-S1057521924000206-main.pdf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uefa.com/news-media/news/0274-14da0ce4535d-fa5b130ae9b6-1000--explainer-uefa-s-new-financial-sustainability-regulations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agomsportscompliance.com/insights-events/uefa-financial-sustainability-enforcement-june-2026-english-clubs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onlinelibrary.wiley.com/doi/abs/10.1111/j.1467-9485.1971.tb00979.x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83FD103-5EF1-48AB-8EC6-4C1921FB11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2793" y="470143"/>
            <a:ext cx="6858000" cy="1483627"/>
          </a:xfrm>
        </p:spPr>
        <p:txBody>
          <a:bodyPr>
            <a:normAutofit/>
          </a:bodyPr>
          <a:lstStyle/>
          <a:p>
            <a:pPr algn="ctr"/>
            <a:r>
              <a:t>Lecture #11</a:t>
            </a:r>
            <a:endParaRPr lang="en-US" dirty="0"/>
          </a:p>
          <a:p>
            <a:r>
              <a:t>Financial Fair Play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B36D34FB-1F7C-40AB-BF82-E481F6CD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52445" y="2050574"/>
            <a:ext cx="2212383" cy="345936"/>
          </a:xfrm>
        </p:spPr>
        <p:txBody>
          <a:bodyPr/>
          <a:lstStyle/>
          <a:p>
            <a:r>
              <a:rPr lang="nb-NO" dirty="0"/>
              <a:t>Alessandro Di Mattia</a:t>
            </a:r>
          </a:p>
          <a:p>
            <a:endParaRPr lang="nb-N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EF24E2-7FCE-4595-9068-53A69F6EE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7384" y="2761276"/>
            <a:ext cx="1042506" cy="124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607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— Why FFP Exists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/>
              <a:t>From Lecture 8: Sloane (1971) argued football clubs are utility-maximizers, not profit-maximizers</a:t>
            </a:r>
            <a:r>
              <a:rPr lang="it-IT" dirty="0"/>
              <a:t>, </a:t>
            </a:r>
            <a:r>
              <a:rPr dirty="0"/>
              <a:t>they chase sporting success subject only to a break-even constraint</a:t>
            </a:r>
          </a:p>
          <a:p>
            <a:r>
              <a:rPr dirty="0"/>
              <a:t>When a club overspends and fails financially, it enters administration rather than fully repaying debts or going extinct</a:t>
            </a:r>
          </a:p>
          <a:p>
            <a:r>
              <a:rPr dirty="0"/>
              <a:t>Two pressure points made this worse over time:</a:t>
            </a:r>
          </a:p>
          <a:p>
            <a:pPr lvl="1"/>
            <a:r>
              <a:rPr dirty="0"/>
              <a:t>Rising Pay-Per-View / broadcast revenue (more money, less discipline)</a:t>
            </a:r>
          </a:p>
          <a:p>
            <a:pPr lvl="1"/>
            <a:r>
              <a:rPr dirty="0"/>
              <a:t>The Bosman ruling (Lecture 10) — free agency pushed wages up and gave agents new leverage</a:t>
            </a:r>
          </a:p>
          <a:p>
            <a:r>
              <a:rPr dirty="0"/>
              <a:t>Today: how UEFA actually built a rule to enforce that break-even constraint</a:t>
            </a:r>
            <a:r>
              <a:rPr lang="it-IT" dirty="0"/>
              <a:t>,</a:t>
            </a:r>
            <a:r>
              <a:rPr dirty="0"/>
              <a:t> and whether it worked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UEFA FFP — The Break-Even Rule (2011)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Introduced 2011, effective from the 2013/14 season</a:t>
            </a:r>
          </a:p>
          <a:p>
            <a:r>
              <a:t>Core requirement: a club’s “football-relevant” revenue must roughly balance its “football-relevant” costs over a rolling monitoring period (assessed across multiple seasons, not just one)</a:t>
            </a:r>
          </a:p>
          <a:p>
            <a:r>
              <a:t>Allowed deviation (loss) if covered by owner/related-party equity:</a:t>
            </a:r>
          </a:p>
          <a:p>
            <a:pPr lvl="1"/>
            <a:r>
              <a:t>€45m over 2013/14–2014/15 (≈ €22.5m/year)</a:t>
            </a:r>
          </a:p>
          <a:p>
            <a:pPr lvl="1"/>
            <a:r>
              <a:t>Reduced to €30m over any 3-year period from 2015/16 (≈ €10m/year)</a:t>
            </a:r>
          </a:p>
          <a:p>
            <a:r>
              <a:t>Without owner equity funding: only €5m allowed over 3 years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Counts and What Doesn’t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/>
              <a:t>Counted (“relevant income/expenses”): gate receipts, broadcasting, sponsorship, commercial revenue, prize money, transfer fees, wages, agents’ fees</a:t>
            </a:r>
          </a:p>
          <a:p>
            <a:r>
              <a:rPr dirty="0"/>
              <a:t>Deliberately EXCLUDED from the break-even calculation:</a:t>
            </a:r>
          </a:p>
          <a:p>
            <a:pPr lvl="1"/>
            <a:r>
              <a:rPr dirty="0"/>
              <a:t>Youth academy development</a:t>
            </a:r>
          </a:p>
          <a:p>
            <a:pPr lvl="1"/>
            <a:r>
              <a:rPr dirty="0"/>
              <a:t>Women’s football</a:t>
            </a:r>
          </a:p>
          <a:p>
            <a:pPr lvl="1"/>
            <a:r>
              <a:rPr dirty="0"/>
              <a:t>Community development programs</a:t>
            </a:r>
          </a:p>
          <a:p>
            <a:pPr lvl="1"/>
            <a:r>
              <a:rPr dirty="0"/>
              <a:t>Infrastructure investment (stadium, training ground)</a:t>
            </a:r>
          </a:p>
          <a:p>
            <a:r>
              <a:rPr dirty="0"/>
              <a:t>Why exclude these? To avoid discouraging the kind of long-term investment that’s good for the club and the game</a:t>
            </a:r>
            <a:r>
              <a:rPr lang="it-IT" dirty="0"/>
              <a:t>,</a:t>
            </a:r>
            <a:r>
              <a:rPr dirty="0"/>
              <a:t> only op-ex-style overspending on wages/transfers is constrained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Enforcement</a:t>
            </a:r>
            <a:r>
              <a:rPr lang="it-IT" dirty="0"/>
              <a:t>:</a:t>
            </a:r>
            <a:r>
              <a:rPr dirty="0"/>
              <a:t> the Club Financial Control Body (CFCB)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Two chambers: an Investigatory Chamber and an Adjudicatory (Appeals) Chamber</a:t>
            </a:r>
          </a:p>
          <a:p>
            <a:r>
              <a:t>Full range of possible sanctions:</a:t>
            </a:r>
          </a:p>
          <a:p>
            <a:pPr lvl="1"/>
            <a:r>
              <a:t>Warning or reprimand</a:t>
            </a:r>
          </a:p>
          <a:p>
            <a:pPr lvl="1"/>
            <a:r>
              <a:t>Fine</a:t>
            </a:r>
          </a:p>
          <a:p>
            <a:pPr lvl="1"/>
            <a:r>
              <a:t>Deduction of points</a:t>
            </a:r>
          </a:p>
          <a:p>
            <a:pPr lvl="1"/>
            <a:r>
              <a:t>Withholding of prize money from a UEFA competition</a:t>
            </a:r>
          </a:p>
          <a:p>
            <a:pPr lvl="1"/>
            <a:r>
              <a:t>Restriction on registering new players, or a cap on total squad cost</a:t>
            </a:r>
          </a:p>
          <a:p>
            <a:pPr lvl="1"/>
            <a:r>
              <a:t>Disqualification from a competition in progress, or exclusion from future competitions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Real Case</a:t>
            </a:r>
            <a:r>
              <a:rPr lang="it-IT" dirty="0"/>
              <a:t>:</a:t>
            </a:r>
            <a:r>
              <a:rPr dirty="0"/>
              <a:t> Manchester City &amp; PSG (2014)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/>
              <a:t>First major test of FFP enforcement</a:t>
            </a:r>
          </a:p>
          <a:p>
            <a:r>
              <a:rPr dirty="0"/>
              <a:t>Both clubs fined €60m, with €20m suspended</a:t>
            </a:r>
            <a:r>
              <a:rPr lang="it-IT" dirty="0"/>
              <a:t>,</a:t>
            </a:r>
            <a:r>
              <a:rPr dirty="0"/>
              <a:t> effectively ≈€40m payable, partly refundable if the clubs stayed compliant for two seasons</a:t>
            </a:r>
          </a:p>
          <a:p>
            <a:r>
              <a:rPr dirty="0"/>
              <a:t>Both capped at a 21-player Champions League squad (instead of the normal 25) for 2014/15</a:t>
            </a:r>
          </a:p>
          <a:p>
            <a:r>
              <a:rPr dirty="0"/>
              <a:t>Both agreed to limit transfer spending and freeze wage bills at prior-season levels for two seasons</a:t>
            </a:r>
          </a:p>
          <a:p>
            <a:r>
              <a:rPr dirty="0"/>
              <a:t>UEFA also reserved the right to withhold prize money from European competition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Real Case</a:t>
            </a:r>
            <a:r>
              <a:rPr lang="it-IT" dirty="0"/>
              <a:t>:</a:t>
            </a:r>
            <a:r>
              <a:rPr dirty="0"/>
              <a:t> Manchester City’s 2020 CAS Appeal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/>
              <a:t>Feb 2020: UEFA’s CFCB Adjudicatory Chamber banned City from UEFA competitions for 2 seasons + a €30m fine, for allegedly overstating sponsorship revenue and misleading investigators (2012–2016)</a:t>
            </a:r>
          </a:p>
          <a:p>
            <a:r>
              <a:rPr dirty="0"/>
              <a:t>City appealed to the Court of Arbitration for Sport (CAS)</a:t>
            </a:r>
          </a:p>
          <a:p>
            <a:r>
              <a:rPr dirty="0"/>
              <a:t>July 2020: CAS partially upheld the appeal</a:t>
            </a:r>
            <a:r>
              <a:rPr lang="it-IT" dirty="0"/>
              <a:t>,</a:t>
            </a:r>
            <a:r>
              <a:rPr dirty="0"/>
              <a:t> the ban was lifted entirely; the fine was reduced from €30m to €10m</a:t>
            </a:r>
          </a:p>
          <a:p>
            <a:r>
              <a:rPr dirty="0"/>
              <a:t>CAS found most alleged breaches were either not established or </a:t>
            </a:r>
            <a:r>
              <a:rPr lang="it-IT" dirty="0"/>
              <a:t>too old</a:t>
            </a:r>
            <a:r>
              <a:rPr dirty="0"/>
              <a:t>, but that City had failed to cooperate with investigators</a:t>
            </a:r>
            <a:r>
              <a:rPr lang="it-IT" dirty="0"/>
              <a:t>,</a:t>
            </a:r>
            <a:r>
              <a:rPr dirty="0"/>
              <a:t> the basis for the reduced (not eliminated) fine</a:t>
            </a:r>
          </a:p>
          <a:p>
            <a:r>
              <a:rPr dirty="0"/>
              <a:t>Shows a real limit on FFP enforcement: rules are only as strong as what can be proven, within a statute of limitations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Case: Manchester City’s 115 Charges (Premier League)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Feb 2023: the Premier League charged City with 115 breaches of its financial rules (2009/10–2017/18), after a 4-year investigation</a:t>
            </a:r>
          </a:p>
          <a:p>
            <a:r>
              <a:rPr dirty="0"/>
              <a:t>Allegations: </a:t>
            </a:r>
            <a:r>
              <a:rPr lang="it-IT" dirty="0"/>
              <a:t>false</a:t>
            </a:r>
            <a:r>
              <a:rPr dirty="0"/>
              <a:t> sponsorship deals (Etihad, Aabar, Abu Dhabi Tourism Authority) secretly funded by owner Sheikh Mansour, used to inflate revenue and mask true losses</a:t>
            </a:r>
          </a:p>
          <a:p>
            <a:r>
              <a:rPr dirty="0"/>
              <a:t>Also alleged: image-rights payments used to understate the wage bill, and hidden payments to former manager Roberto Mancini via an Abu Dhabi “consultancy” role</a:t>
            </a:r>
          </a:p>
          <a:p>
            <a:r>
              <a:rPr dirty="0"/>
              <a:t>City denies all charges and says it welcomes independent review of what it calls irrefutable evidence in its favor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Manchester City’s 115 Charges — The Verdict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2025: an independent commission found City guilty on all 115 charges, ruling the club used sham contracts/agreements to inflate revenue and reduce costs</a:t>
            </a:r>
          </a:p>
          <a:p>
            <a:r>
              <a:t>Some club witnesses were found to have given false or dishonest evidence</a:t>
            </a:r>
          </a:p>
          <a:p>
            <a:r>
              <a:t>City is appealing; sanctions are still undecided, ranging from a fine to a points deduction, or in the extreme case, expulsion</a:t>
            </a:r>
          </a:p>
          <a:p>
            <a:r>
              <a:t>A domestic Premier League case, separate from the UEFA/CAS case on the earlier slide, but drawing on the same CFCB-style sanctions menu from slide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Real Case: Burnley v Everton (2026)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GB" dirty="0"/>
              <a:t>Everton breached the Premier League’s PSR loss limit (£105m over 3 years) by £19.5m (2019/20–2021/22) and were deducted 6 points</a:t>
            </a:r>
          </a:p>
          <a:p>
            <a:r>
              <a:rPr lang="en-GB" dirty="0"/>
              <a:t>2021/22: Everton finished 16th (39 pts), Burnley 18th (35 pts) and were relegated</a:t>
            </a:r>
          </a:p>
          <a:p>
            <a:r>
              <a:rPr lang="en-GB" dirty="0"/>
              <a:t>Burnley sued under Rule W, which lets a club claim damages for another club’s PSR breach</a:t>
            </a:r>
          </a:p>
          <a:p>
            <a:pPr lvl="1"/>
            <a:r>
              <a:rPr lang="en-GB" dirty="0"/>
              <a:t>Argument: without the overspend, Everton would have gone down instead of Burnley</a:t>
            </a:r>
          </a:p>
          <a:p>
            <a:r>
              <a:rPr lang="en-GB" dirty="0"/>
              <a:t>June 2026: the commission accepted Burnley’s experts: a 51–70% chance Everton would have gone down instead → “more likely than not” → full damages</a:t>
            </a:r>
          </a:p>
          <a:p>
            <a:pPr lvl="1"/>
            <a:r>
              <a:rPr lang="en-GB" dirty="0"/>
              <a:t>£26m lost profit + £9.1m interest ≈ £35m (Everton have appealed)</a:t>
            </a:r>
          </a:p>
          <a:p>
            <a:r>
              <a:rPr lang="en-GB" dirty="0"/>
              <a:t>Something new: FFP-type rules now create claims between clubs, not just sanctions from the league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Much Harm Did Everton Really Cause?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GB" dirty="0"/>
              <a:t>Szymanski, Reade, Peeters &amp; Singleton (</a:t>
            </a:r>
            <a:r>
              <a:rPr lang="en-GB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ROSES seminar, 2026</a:t>
            </a:r>
            <a:r>
              <a:rPr lang="en-GB" dirty="0"/>
              <a:t>) simulated the 2021/22 season 100,000 times, with and without the £19.5m overspend</a:t>
            </a:r>
          </a:p>
          <a:p>
            <a:pPr lvl="1"/>
            <a:r>
              <a:rPr lang="en-GB" dirty="0"/>
              <a:t>Everton lose ≈2.5 points without it, not enough to close the 4-point gap</a:t>
            </a:r>
          </a:p>
          <a:p>
            <a:pPr lvl="1"/>
            <a:r>
              <a:rPr lang="en-GB" dirty="0"/>
              <a:t>Burnley’s relegation probability: 21.9% → 21.4%</a:t>
            </a:r>
          </a:p>
          <a:p>
            <a:r>
              <a:rPr lang="en-GB" dirty="0"/>
              <a:t>English law is all-or-nothing: if harm is “more likely than not”, the claimant gets 100%</a:t>
            </a:r>
          </a:p>
          <a:p>
            <a:r>
              <a:rPr lang="en-GB" dirty="0"/>
              <a:t>Their proposal, “loss of chance”: damages = change in probability × loss</a:t>
            </a:r>
          </a:p>
          <a:p>
            <a:pPr lvl="1"/>
            <a:r>
              <a:rPr lang="en-GB" dirty="0"/>
              <a:t>0.5 pp × £35m ≈ £175,000, not £35m</a:t>
            </a:r>
          </a:p>
          <a:p>
            <a:r>
              <a:rPr lang="en-GB" dirty="0"/>
              <a:t>Punishment (points deductions) deters clubs; damages should only compensate the actual harm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Criticism #1</a:t>
            </a:r>
            <a:r>
              <a:rPr lang="it-IT" dirty="0"/>
              <a:t>: </a:t>
            </a:r>
            <a:r>
              <a:rPr dirty="0"/>
              <a:t>Does FFP Entrench the Incumbents?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/>
              <a:t>A break-even rule caps how much a club can spend RELATIVE TO its own revenue</a:t>
            </a:r>
          </a:p>
          <a:p>
            <a:r>
              <a:rPr dirty="0"/>
              <a:t>But clubs don’t start with equal revenue</a:t>
            </a:r>
            <a:r>
              <a:rPr lang="it-IT" dirty="0"/>
              <a:t>,</a:t>
            </a:r>
            <a:r>
              <a:rPr dirty="0"/>
              <a:t> the biggest clubs already earn the most from broadcasting, sponsorship and prize money</a:t>
            </a:r>
          </a:p>
          <a:p>
            <a:r>
              <a:rPr dirty="0"/>
              <a:t>Result: rich clubs can spend more and still comply; ambitious smaller clubs are constrained exactly when they’d need to spend heavily to break into the elite</a:t>
            </a:r>
          </a:p>
          <a:p>
            <a:r>
              <a:rPr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Peeters &amp; Szymanski</a:t>
            </a:r>
            <a:r>
              <a:rPr dirty="0"/>
              <a:t>: FFP raises club profitability mainly by suppressing wage spending, but cements the competitive advantage of incumbent top clubs</a:t>
            </a:r>
          </a:p>
          <a:p>
            <a:r>
              <a:rPr dirty="0"/>
              <a:t>Empirical studies (Spain, Germany, France) report fewer distinct league-title winners after FFP’s introduction</a:t>
            </a:r>
            <a:r>
              <a:rPr lang="it-IT" dirty="0"/>
              <a:t>: </a:t>
            </a:r>
            <a:r>
              <a:rPr dirty="0"/>
              <a:t>the opposite of a competitive-balance goal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Criticism #2</a:t>
            </a:r>
            <a:r>
              <a:rPr lang="it-IT" dirty="0"/>
              <a:t>: </a:t>
            </a:r>
            <a:r>
              <a:rPr dirty="0"/>
              <a:t>Limiting an Owner’s Own Money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/>
              <a:t>In an ordinary business, an owner can inject as much of their own capital as they like</a:t>
            </a:r>
            <a:r>
              <a:rPr lang="it-IT" dirty="0"/>
              <a:t>,</a:t>
            </a:r>
            <a:r>
              <a:rPr dirty="0"/>
              <a:t> no regulator stops a founder from funding losses out of pocket</a:t>
            </a:r>
          </a:p>
          <a:p>
            <a:r>
              <a:rPr dirty="0"/>
              <a:t>FFP caps this directly: owner equity injections beyond the allowed deviation (€30m/3 years, or €5m without owner funding) don’t exempt a club from breach</a:t>
            </a:r>
          </a:p>
          <a:p>
            <a:r>
              <a:rPr dirty="0"/>
              <a:t>The justification: unlimited owner subsidy would let a wealthy benefactor simply buy sporting success regardless of the club’s own economics</a:t>
            </a:r>
            <a:r>
              <a:rPr lang="it-IT" dirty="0"/>
              <a:t>, </a:t>
            </a:r>
            <a:r>
              <a:rPr dirty="0"/>
              <a:t>undermining both solvency discipline and competitive balance</a:t>
            </a:r>
          </a:p>
          <a:p>
            <a:r>
              <a:rPr dirty="0"/>
              <a:t>The tension: is it fair to restrict what an owner does with their own money, in a way no other industry faces?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Does the Evidence Actually Show?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Alabi &amp; Urquhart (2024)</a:t>
            </a:r>
            <a:r>
              <a:rPr dirty="0"/>
              <a:t>: a study of the English Premier League (2011–2019) found FFP improved measured profitability</a:t>
            </a:r>
            <a:r>
              <a:rPr lang="it-IT" dirty="0"/>
              <a:t>, </a:t>
            </a:r>
            <a:r>
              <a:rPr dirty="0"/>
              <a:t>clubs managed income and expenses more carefully</a:t>
            </a:r>
          </a:p>
          <a:p>
            <a:r>
              <a:rPr dirty="0"/>
              <a:t>But it did NOT clearly improve underlying financial sustainability</a:t>
            </a:r>
          </a:p>
          <a:p>
            <a:pPr lvl="1"/>
            <a:r>
              <a:rPr dirty="0"/>
              <a:t>Clubs instead became more interconnected through installment-payment debt owed to each other (e.g. transfer fees paid in installments)</a:t>
            </a:r>
            <a:r>
              <a:rPr lang="it-IT" dirty="0"/>
              <a:t>, </a:t>
            </a:r>
            <a:r>
              <a:rPr dirty="0"/>
              <a:t> a new kind of interdependency risk, not necessarily less risk overall</a:t>
            </a:r>
          </a:p>
          <a:p>
            <a:r>
              <a:rPr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Gallagher &amp; Quinn</a:t>
            </a:r>
            <a:r>
              <a:rPr dirty="0"/>
              <a:t>: the break-even rule reduced average club efficiency and shifted club priorities toward financial targets over sporting ones</a:t>
            </a:r>
          </a:p>
          <a:p>
            <a:r>
              <a:rPr dirty="0"/>
              <a:t>Takeaway: FFP achieved some of its accounting goals, but the deeper claims (financial safety, competitive balance) are much less clearly supported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FFP 2.0</a:t>
            </a:r>
            <a:r>
              <a:rPr lang="it-IT" dirty="0"/>
              <a:t>:</a:t>
            </a:r>
            <a:r>
              <a:rPr dirty="0"/>
              <a:t> The Financial Sustainability Regulations (2022+)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/>
              <a:t>Approved April 2022, phased in from the 2022/23 season, replacing the old break-even-only approach (</a:t>
            </a:r>
            <a:r>
              <a:rPr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UEFA explainer</a:t>
            </a:r>
            <a:r>
              <a:rPr dirty="0"/>
              <a:t>)</a:t>
            </a:r>
          </a:p>
          <a:p>
            <a:r>
              <a:rPr dirty="0"/>
              <a:t>Three pillars: solvency, stability, and a new Squad Cost Ratio (SCR)</a:t>
            </a:r>
          </a:p>
          <a:p>
            <a:pPr lvl="1"/>
            <a:r>
              <a:rPr dirty="0"/>
              <a:t>SCR caps spending on player/coach wages, transfer amortization, and agent fees as a percentage of club revenue</a:t>
            </a:r>
          </a:p>
          <a:p>
            <a:r>
              <a:rPr dirty="0"/>
              <a:t>A breach triggers predefined fines plus possible sporting sanctions</a:t>
            </a:r>
            <a:r>
              <a:rPr lang="it-IT" dirty="0"/>
              <a:t>,</a:t>
            </a:r>
            <a:r>
              <a:rPr dirty="0"/>
              <a:t> more automatic and less case-by-case than the old CFCB process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Squad Cost Ratio, Phased In</a:t>
            </a:r>
          </a:p>
        </p:txBody>
      </p:sp>
      <p:pic>
        <p:nvPicPr>
          <p:cNvPr id="3" name="Picture 2" descr="sc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000" y="1150000"/>
            <a:ext cx="3550000" cy="25905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3800540"/>
            <a:ext cx="8144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i="1" dirty="0"/>
              <a:t>2025/26 monitoring already shows </a:t>
            </a:r>
            <a:r>
              <a:rPr sz="1050" i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breaches by Aston Villa, Chelsea, Newcastle and Nottingham Forest</a:t>
            </a:r>
            <a:r>
              <a:rPr sz="1050" i="1" dirty="0"/>
              <a:t> — this is a very recent, still-evolving rule,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Different Fixes for the Same Problem — FFP vs. the NBA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r>
              <a:rPr dirty="0"/>
              <a:t>From Lecture 8: the NBA controls cost with a salary cap + luxury tax</a:t>
            </a:r>
            <a:r>
              <a:rPr lang="it-IT" dirty="0"/>
              <a:t>, </a:t>
            </a:r>
            <a:r>
              <a:rPr dirty="0"/>
              <a:t>a price-based tool, with the tax revenue redistributed to compliant teams</a:t>
            </a:r>
          </a:p>
          <a:p>
            <a:r>
              <a:rPr dirty="0"/>
              <a:t>UEFA’s FFP/SCR controls cost with a break-even / spend-ratio rule</a:t>
            </a:r>
            <a:r>
              <a:rPr lang="it-IT" dirty="0"/>
              <a:t>, </a:t>
            </a:r>
            <a:r>
              <a:rPr dirty="0"/>
              <a:t>tied to each club’s OWN revenue, not a league-wide fixed number</a:t>
            </a:r>
          </a:p>
          <a:p>
            <a:r>
              <a:rPr dirty="0"/>
              <a:t>Consequence: the NBA’s cap applies (roughly) equally to all 30 teams; UEFA’s SCR lets big-revenue clubs spend far more in absolute terms and still comply</a:t>
            </a:r>
          </a:p>
          <a:p>
            <a:r>
              <a:rPr dirty="0"/>
              <a:t>The NBA’s tax money is redistributed to smaller-market teams (Lecture 8); FFP’s fines mostly just go to UEFA</a:t>
            </a:r>
            <a:r>
              <a:rPr lang="it-IT" dirty="0"/>
              <a:t>, </a:t>
            </a:r>
            <a:r>
              <a:rPr dirty="0"/>
              <a:t> no redistribution mechanism to help smaller clubs catch up</a:t>
            </a:r>
          </a:p>
          <a:p>
            <a:r>
              <a:rPr dirty="0"/>
              <a:t>Open question for discussion: could European football adopt something closer to a league-wide cap, given its open promotion/relegation structure (Sloane, Lecture 8) makes a closed-league-style cap harder to design?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/>
              <a:t>FFP’s break-even rule was built to stop clubs from spending beyond their means</a:t>
            </a:r>
            <a:r>
              <a:rPr lang="it-IT" dirty="0"/>
              <a:t>, </a:t>
            </a:r>
            <a:r>
              <a:rPr dirty="0"/>
              <a:t>directly targeting the utility-maximization problem from </a:t>
            </a:r>
            <a:r>
              <a:rPr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Sloane (1971)</a:t>
            </a:r>
          </a:p>
          <a:p>
            <a:r>
              <a:rPr dirty="0"/>
              <a:t>Enforcement is real but imperfect: City and PSG were sanctioned in 2014, but City’s 2020 ban was overturned on procedural grounds by CAS</a:t>
            </a:r>
          </a:p>
          <a:p>
            <a:r>
              <a:rPr dirty="0"/>
              <a:t>The evidence is mixed: FFP improved measured profitability, but the deeper goals</a:t>
            </a:r>
            <a:r>
              <a:rPr lang="it-IT" dirty="0"/>
              <a:t> (</a:t>
            </a:r>
            <a:r>
              <a:rPr dirty="0"/>
              <a:t>financial safety and competitive balance</a:t>
            </a:r>
            <a:r>
              <a:rPr lang="it-IT" dirty="0"/>
              <a:t>)</a:t>
            </a:r>
            <a:r>
              <a:rPr dirty="0"/>
              <a:t> are much less clearly achieved, and some studies find balance got WORSE</a:t>
            </a:r>
          </a:p>
          <a:p>
            <a:r>
              <a:rPr dirty="0"/>
              <a:t>A revenue-tied rule like FFP/SCR structurally favors clubs that already earn the most</a:t>
            </a:r>
            <a:r>
              <a:rPr lang="it-IT" dirty="0"/>
              <a:t>, </a:t>
            </a:r>
            <a:r>
              <a:rPr dirty="0"/>
              <a:t>a very different design choice from the NBA’s flatter salary cap</a:t>
            </a:r>
          </a:p>
          <a:p>
            <a:r>
              <a:rPr dirty="0"/>
              <a:t>The newer Financial Sustainability Regulations (2022+) are still being tested in real time</a:t>
            </a:r>
            <a:r>
              <a:rPr lang="it-IT"/>
              <a:t>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Mørkblå-bakgrun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8848261F-96B4-4A1E-AFBA-10763A3AA5ED}"/>
    </a:ext>
  </a:extLst>
</a:theme>
</file>

<file path=ppt/theme/theme2.xml><?xml version="1.0" encoding="utf-8"?>
<a:theme xmlns:a="http://schemas.openxmlformats.org/drawingml/2006/main" name="2_Lysblå-bakgrun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CCABFE4B-7D70-46E5-9E7F-52BCF378F20D}"/>
    </a:ext>
  </a:extLst>
</a:theme>
</file>

<file path=ppt/theme/theme3.xml><?xml version="1.0" encoding="utf-8"?>
<a:theme xmlns:a="http://schemas.openxmlformats.org/drawingml/2006/main" name="3_Hvit-bakgrun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gendefinert 2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3C5EFE4C-45C1-4EF4-AC98-B948AE8648C2}"/>
    </a:ext>
  </a:extLst>
</a:theme>
</file>

<file path=ppt/theme/theme4.xml><?xml version="1.0" encoding="utf-8"?>
<a:theme xmlns:a="http://schemas.openxmlformats.org/drawingml/2006/main" name="4_Si ifra!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15A5869B-4A0C-4888-B30C-D7769D56BDCD}"/>
    </a:ext>
  </a:extLst>
</a:theme>
</file>

<file path=ppt/theme/theme5.xml><?xml version="1.0" encoding="utf-8"?>
<a:theme xmlns:a="http://schemas.openxmlformats.org/drawingml/2006/main" name="4_Blanko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56C785A7-A997-4AA5-9FD3-E663D0D495D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86B82B2E673BB48BBFD907EF88B1F72" ma:contentTypeVersion="0" ma:contentTypeDescription="Opprett et nytt dokument." ma:contentTypeScope="" ma:versionID="0653049da3c7d6103ba0b9e54f21c3f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e2500873ed525c1cf306a41cba81ed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299F0B8-F1FA-4547-8345-D1C345C8ADD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7479CE2-CFF2-495B-B6E0-2F66375CDB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AC7484-FE6E-40E6-83CA-83D55D847BA8}">
  <ds:schemaRefs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HiMolde presentation template</Template>
  <TotalTime>5232</TotalTime>
  <Words>1854</Words>
  <Application>Microsoft Office PowerPoint</Application>
  <PresentationFormat>On-screen Show (16:10)</PresentationFormat>
  <Paragraphs>108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Calibri Light</vt:lpstr>
      <vt:lpstr>TT Commons</vt:lpstr>
      <vt:lpstr>1_Mørkblå-bakgrunn</vt:lpstr>
      <vt:lpstr>2_Lysblå-bakgrunn</vt:lpstr>
      <vt:lpstr>3_Hvit-bakgrunn</vt:lpstr>
      <vt:lpstr>4_Si ifra!</vt:lpstr>
      <vt:lpstr>4_Blanko</vt:lpstr>
      <vt:lpstr>Lecture #11 Financial Fair Play</vt:lpstr>
      <vt:lpstr>Recap — Why FFP Exists</vt:lpstr>
      <vt:lpstr>UEFA FFP — The Break-Even Rule (2011)</vt:lpstr>
      <vt:lpstr>What Counts and What Doesn’t</vt:lpstr>
      <vt:lpstr>Enforcement: the Club Financial Control Body (CFCB)</vt:lpstr>
      <vt:lpstr>Real Case: Manchester City &amp; PSG (2014)</vt:lpstr>
      <vt:lpstr>Real Case: Manchester City’s 2020 CAS Appeal</vt:lpstr>
      <vt:lpstr>Real Case: Manchester City’s 115 Charges (Premier League)</vt:lpstr>
      <vt:lpstr>Manchester City’s 115 Charges — The Verdict</vt:lpstr>
      <vt:lpstr>Real Case: Burnley v Everton (2026)</vt:lpstr>
      <vt:lpstr>How Much Harm Did Everton Really Cause?</vt:lpstr>
      <vt:lpstr>Criticism #1: Does FFP Entrench the Incumbents?</vt:lpstr>
      <vt:lpstr>Criticism #2: Limiting an Owner’s Own Money</vt:lpstr>
      <vt:lpstr>What Does the Evidence Actually Show?</vt:lpstr>
      <vt:lpstr>FFP 2.0: The Financial Sustainability Regulations (2022+)</vt:lpstr>
      <vt:lpstr>The Squad Cost Ratio, Phased In</vt:lpstr>
      <vt:lpstr>Two Different Fixes for the Same Problem — FFP vs. the NBA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Economics for Sport Management   </dc:title>
  <dc:creator>Alessandro Di Mattia</dc:creator>
  <cp:lastModifiedBy>Alessandro Edoardo Giorgio David Di Mattia</cp:lastModifiedBy>
  <cp:revision>74</cp:revision>
  <dcterms:created xsi:type="dcterms:W3CDTF">2021-07-15T16:00:15Z</dcterms:created>
  <dcterms:modified xsi:type="dcterms:W3CDTF">2026-10-19T08:17:11Z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0x010100086B82B2E673BB48BBFD907EF88B1F72</vt:lpwstr>
  </property>
  <property fmtid="{D5CDD505-2E9C-101B-9397-08002B2CF9AE}" pid="3" name="MSIP_Label_ee59125d-3421-490c-8c49-713131ff88a1_Enabled">
    <vt:lpwstr>true</vt:lpwstr>
  </property>
  <property fmtid="{D5CDD505-2E9C-101B-9397-08002B2CF9AE}" pid="4" name="MSIP_Label_ee59125d-3421-490c-8c49-713131ff88a1_SetDate">
    <vt:lpwstr>2026-09-13T15:12:49Z</vt:lpwstr>
  </property>
  <property fmtid="{D5CDD505-2E9C-101B-9397-08002B2CF9AE}" pid="5" name="MSIP_Label_ee59125d-3421-490c-8c49-713131ff88a1_Method">
    <vt:lpwstr>Standard</vt:lpwstr>
  </property>
  <property fmtid="{D5CDD505-2E9C-101B-9397-08002B2CF9AE}" pid="6" name="MSIP_Label_ee59125d-3421-490c-8c49-713131ff88a1_Name">
    <vt:lpwstr>Yellow</vt:lpwstr>
  </property>
  <property fmtid="{D5CDD505-2E9C-101B-9397-08002B2CF9AE}" pid="7" name="MSIP_Label_ee59125d-3421-490c-8c49-713131ff88a1_SiteId">
    <vt:lpwstr>938c1eb0-9d08-484b-92b9-53f583bd08fb</vt:lpwstr>
  </property>
  <property fmtid="{D5CDD505-2E9C-101B-9397-08002B2CF9AE}" pid="8" name="MSIP_Label_ee59125d-3421-490c-8c49-713131ff88a1_ActionId">
    <vt:lpwstr>c1545199-be0f-4e32-b1db-dbe319b24d86</vt:lpwstr>
  </property>
  <property fmtid="{D5CDD505-2E9C-101B-9397-08002B2CF9AE}" pid="9" name="MSIP_Label_ee59125d-3421-490c-8c49-713131ff88a1_ContentBits">
    <vt:lpwstr>0</vt:lpwstr>
  </property>
  <property fmtid="{D5CDD505-2E9C-101B-9397-08002B2CF9AE}" pid="10" name="MSIP_Label_ee59125d-3421-490c-8c49-713131ff88a1_Tag">
    <vt:lpwstr>10, 3, 0, 1</vt:lpwstr>
  </property>
</Properties>
</file>