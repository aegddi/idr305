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22"/>
  </p:notesMasterIdLst>
  <p:handoutMasterIdLst>
    <p:handoutMasterId r:id="rId23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E618D5-598A-44D7-AFFB-B09F4A597D4A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6FC"/>
    <a:srgbClr val="E9A592"/>
    <a:srgbClr val="0000FF"/>
    <a:srgbClr val="E97C67"/>
    <a:srgbClr val="005CA3"/>
    <a:srgbClr val="2E5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3B68B-007D-4829-90AF-85492EEC2BC0}" v="642" dt="2021-11-01T10:53:30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79604" autoAdjust="0"/>
  </p:normalViewPr>
  <p:slideViewPr>
    <p:cSldViewPr snapToGrid="0" snapToObjects="1">
      <p:cViewPr>
        <p:scale>
          <a:sx n="75" d="100"/>
          <a:sy n="75" d="100"/>
        </p:scale>
        <p:origin x="1160" y="-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Alessandro Edoardo Giorgio David" userId="f8954a66-e5ad-4a1c-9536-1d2117047f5f" providerId="ADAL" clId="{5FDFF4E9-53C5-47C3-A5F0-F9BF9C8F5EB8}"/>
    <pc:docChg chg="undo redo custSel addSld delSld modSld sldOrd">
      <pc:chgData name="Alessandro Edoardo Giorgio David" userId="f8954a66-e5ad-4a1c-9536-1d2117047f5f" providerId="ADAL" clId="{5FDFF4E9-53C5-47C3-A5F0-F9BF9C8F5EB8}" dt="2021-10-27T05:34:18.057" v="13700" actId="20577"/>
      <pc:docMkLst>
        <pc:docMk/>
      </pc:docMkLst>
      <pc:sldChg chg="modSp mod">
        <pc:chgData name="Alessandro Edoardo Giorgio David" userId="f8954a66-e5ad-4a1c-9536-1d2117047f5f" providerId="ADAL" clId="{5FDFF4E9-53C5-47C3-A5F0-F9BF9C8F5EB8}" dt="2021-10-14T08:31:21.016" v="4218" actId="20577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5FDFF4E9-53C5-47C3-A5F0-F9BF9C8F5EB8}" dt="2021-10-14T08:31:21.016" v="4218" actId="20577"/>
          <ac:spMkLst>
            <pc:docMk/>
            <pc:sldMk cId="3153607966" sldId="280"/>
            <ac:spMk id="2" creationId="{683FD103-5EF1-48AB-8EC6-4C1921FB118B}"/>
          </ac:spMkLst>
        </pc:spChg>
      </pc:sldChg>
      <pc:sldChg chg="del ord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291511216" sldId="281"/>
        </pc:sldMkLst>
      </pc:sldChg>
      <pc:sldChg chg="modSp new mod">
        <pc:chgData name="Alessandro Edoardo Giorgio David" userId="f8954a66-e5ad-4a1c-9536-1d2117047f5f" providerId="ADAL" clId="{5FDFF4E9-53C5-47C3-A5F0-F9BF9C8F5EB8}" dt="2021-10-03T05:27:25.413" v="427" actId="20577"/>
        <pc:sldMkLst>
          <pc:docMk/>
          <pc:sldMk cId="3234740405" sldId="281"/>
        </pc:sldMkLst>
        <pc:spChg chg="mod">
          <ac:chgData name="Alessandro Edoardo Giorgio David" userId="f8954a66-e5ad-4a1c-9536-1d2117047f5f" providerId="ADAL" clId="{5FDFF4E9-53C5-47C3-A5F0-F9BF9C8F5EB8}" dt="2021-10-03T05:11:43.393" v="80" actId="122"/>
          <ac:spMkLst>
            <pc:docMk/>
            <pc:sldMk cId="3234740405" sldId="281"/>
            <ac:spMk id="2" creationId="{139D6354-5F16-4AE8-BCB6-3474B1E142FF}"/>
          </ac:spMkLst>
        </pc:spChg>
        <pc:spChg chg="mod">
          <ac:chgData name="Alessandro Edoardo Giorgio David" userId="f8954a66-e5ad-4a1c-9536-1d2117047f5f" providerId="ADAL" clId="{5FDFF4E9-53C5-47C3-A5F0-F9BF9C8F5EB8}" dt="2021-10-03T05:27:25.413" v="427" actId="20577"/>
          <ac:spMkLst>
            <pc:docMk/>
            <pc:sldMk cId="3234740405" sldId="281"/>
            <ac:spMk id="3" creationId="{94604D02-EE47-4B89-8310-258B4ADFA787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03T06:15:56.227" v="997"/>
        <pc:sldMkLst>
          <pc:docMk/>
          <pc:sldMk cId="502066698" sldId="282"/>
        </pc:sldMkLst>
        <pc:spChg chg="del">
          <ac:chgData name="Alessandro Edoardo Giorgio David" userId="f8954a66-e5ad-4a1c-9536-1d2117047f5f" providerId="ADAL" clId="{5FDFF4E9-53C5-47C3-A5F0-F9BF9C8F5EB8}" dt="2021-10-03T05:32:26.259" v="429" actId="700"/>
          <ac:spMkLst>
            <pc:docMk/>
            <pc:sldMk cId="502066698" sldId="282"/>
            <ac:spMk id="2" creationId="{CE9DC261-BF40-4992-A3E6-64B1C486ED6C}"/>
          </ac:spMkLst>
        </pc:spChg>
        <pc:spChg chg="del">
          <ac:chgData name="Alessandro Edoardo Giorgio David" userId="f8954a66-e5ad-4a1c-9536-1d2117047f5f" providerId="ADAL" clId="{5FDFF4E9-53C5-47C3-A5F0-F9BF9C8F5EB8}" dt="2021-10-03T05:32:26.259" v="429" actId="700"/>
          <ac:spMkLst>
            <pc:docMk/>
            <pc:sldMk cId="502066698" sldId="282"/>
            <ac:spMk id="3" creationId="{E237BA34-0ACF-4FF8-931B-2912115EE9B3}"/>
          </ac:spMkLst>
        </pc:spChg>
        <pc:spChg chg="add mod">
          <ac:chgData name="Alessandro Edoardo Giorgio David" userId="f8954a66-e5ad-4a1c-9536-1d2117047f5f" providerId="ADAL" clId="{5FDFF4E9-53C5-47C3-A5F0-F9BF9C8F5EB8}" dt="2021-10-03T05:38:21.405" v="483" actId="1076"/>
          <ac:spMkLst>
            <pc:docMk/>
            <pc:sldMk cId="502066698" sldId="282"/>
            <ac:spMk id="12" creationId="{5BEF0805-008E-4FD1-9208-6A7E51C5FB68}"/>
          </ac:spMkLst>
        </pc:spChg>
        <pc:spChg chg="add mod">
          <ac:chgData name="Alessandro Edoardo Giorgio David" userId="f8954a66-e5ad-4a1c-9536-1d2117047f5f" providerId="ADAL" clId="{5FDFF4E9-53C5-47C3-A5F0-F9BF9C8F5EB8}" dt="2021-10-03T05:44:27.667" v="533" actId="1076"/>
          <ac:spMkLst>
            <pc:docMk/>
            <pc:sldMk cId="502066698" sldId="282"/>
            <ac:spMk id="13" creationId="{84379331-7D4A-496D-8AA5-1ECBB9666C58}"/>
          </ac:spMkLst>
        </pc:spChg>
        <pc:spChg chg="add mod">
          <ac:chgData name="Alessandro Edoardo Giorgio David" userId="f8954a66-e5ad-4a1c-9536-1d2117047f5f" providerId="ADAL" clId="{5FDFF4E9-53C5-47C3-A5F0-F9BF9C8F5EB8}" dt="2021-10-03T05:44:24.246" v="532" actId="1076"/>
          <ac:spMkLst>
            <pc:docMk/>
            <pc:sldMk cId="502066698" sldId="282"/>
            <ac:spMk id="14" creationId="{E737200B-BC63-4D83-ADDD-D8568A6C0868}"/>
          </ac:spMkLst>
        </pc:spChg>
        <pc:spChg chg="add mod">
          <ac:chgData name="Alessandro Edoardo Giorgio David" userId="f8954a66-e5ad-4a1c-9536-1d2117047f5f" providerId="ADAL" clId="{5FDFF4E9-53C5-47C3-A5F0-F9BF9C8F5EB8}" dt="2021-10-03T06:14:38.504" v="993" actId="1076"/>
          <ac:spMkLst>
            <pc:docMk/>
            <pc:sldMk cId="502066698" sldId="282"/>
            <ac:spMk id="15" creationId="{26FD728B-8177-4FFF-862F-90EDF9CAF7AE}"/>
          </ac:spMkLst>
        </pc:spChg>
        <pc:spChg chg="add mod">
          <ac:chgData name="Alessandro Edoardo Giorgio David" userId="f8954a66-e5ad-4a1c-9536-1d2117047f5f" providerId="ADAL" clId="{5FDFF4E9-53C5-47C3-A5F0-F9BF9C8F5EB8}" dt="2021-10-03T05:41:10.712" v="511" actId="20577"/>
          <ac:spMkLst>
            <pc:docMk/>
            <pc:sldMk cId="502066698" sldId="282"/>
            <ac:spMk id="16" creationId="{BF6E96CD-B349-41BE-95DC-AD95805515EC}"/>
          </ac:spMkLst>
        </pc:spChg>
        <pc:spChg chg="add mod">
          <ac:chgData name="Alessandro Edoardo Giorgio David" userId="f8954a66-e5ad-4a1c-9536-1d2117047f5f" providerId="ADAL" clId="{5FDFF4E9-53C5-47C3-A5F0-F9BF9C8F5EB8}" dt="2021-10-03T05:44:17.649" v="531" actId="14100"/>
          <ac:spMkLst>
            <pc:docMk/>
            <pc:sldMk cId="502066698" sldId="282"/>
            <ac:spMk id="21" creationId="{170ECC23-5880-42C7-9384-1712F96CF8AB}"/>
          </ac:spMkLst>
        </pc:spChg>
        <pc:spChg chg="add mod">
          <ac:chgData name="Alessandro Edoardo Giorgio David" userId="f8954a66-e5ad-4a1c-9536-1d2117047f5f" providerId="ADAL" clId="{5FDFF4E9-53C5-47C3-A5F0-F9BF9C8F5EB8}" dt="2021-10-03T05:44:49.994" v="540" actId="1076"/>
          <ac:spMkLst>
            <pc:docMk/>
            <pc:sldMk cId="502066698" sldId="282"/>
            <ac:spMk id="22" creationId="{798C3F94-0F2B-4B7F-A997-4917AD06329D}"/>
          </ac:spMkLst>
        </pc:spChg>
        <pc:spChg chg="add del mod">
          <ac:chgData name="Alessandro Edoardo Giorgio David" userId="f8954a66-e5ad-4a1c-9536-1d2117047f5f" providerId="ADAL" clId="{5FDFF4E9-53C5-47C3-A5F0-F9BF9C8F5EB8}" dt="2021-10-03T05:47:06.639" v="544" actId="478"/>
          <ac:spMkLst>
            <pc:docMk/>
            <pc:sldMk cId="502066698" sldId="282"/>
            <ac:spMk id="23" creationId="{7AA10204-8969-45F3-AB10-CCE27C5E9B2F}"/>
          </ac:spMkLst>
        </pc:spChg>
        <pc:spChg chg="add del">
          <ac:chgData name="Alessandro Edoardo Giorgio David" userId="f8954a66-e5ad-4a1c-9536-1d2117047f5f" providerId="ADAL" clId="{5FDFF4E9-53C5-47C3-A5F0-F9BF9C8F5EB8}" dt="2021-10-03T05:47:18.328" v="546" actId="11529"/>
          <ac:spMkLst>
            <pc:docMk/>
            <pc:sldMk cId="502066698" sldId="282"/>
            <ac:spMk id="24" creationId="{186422BB-D56A-4C49-AF44-D1ECED2184B1}"/>
          </ac:spMkLst>
        </pc:spChg>
        <pc:spChg chg="add del">
          <ac:chgData name="Alessandro Edoardo Giorgio David" userId="f8954a66-e5ad-4a1c-9536-1d2117047f5f" providerId="ADAL" clId="{5FDFF4E9-53C5-47C3-A5F0-F9BF9C8F5EB8}" dt="2021-10-03T05:48:08.410" v="548" actId="478"/>
          <ac:spMkLst>
            <pc:docMk/>
            <pc:sldMk cId="502066698" sldId="282"/>
            <ac:spMk id="25" creationId="{D2A8DEFD-173A-4A15-8BD7-F00462BE0D06}"/>
          </ac:spMkLst>
        </pc:spChg>
        <pc:spChg chg="add mod">
          <ac:chgData name="Alessandro Edoardo Giorgio David" userId="f8954a66-e5ad-4a1c-9536-1d2117047f5f" providerId="ADAL" clId="{5FDFF4E9-53C5-47C3-A5F0-F9BF9C8F5EB8}" dt="2021-10-03T06:14:56.218" v="994" actId="14100"/>
          <ac:spMkLst>
            <pc:docMk/>
            <pc:sldMk cId="502066698" sldId="282"/>
            <ac:spMk id="26" creationId="{4BA57186-E462-4166-9142-5B4DD27AD9B1}"/>
          </ac:spMkLst>
        </pc:spChg>
        <pc:spChg chg="add del mod">
          <ac:chgData name="Alessandro Edoardo Giorgio David" userId="f8954a66-e5ad-4a1c-9536-1d2117047f5f" providerId="ADAL" clId="{5FDFF4E9-53C5-47C3-A5F0-F9BF9C8F5EB8}" dt="2021-10-03T06:15:56.227" v="997"/>
          <ac:spMkLst>
            <pc:docMk/>
            <pc:sldMk cId="502066698" sldId="282"/>
            <ac:spMk id="40" creationId="{BD650DD4-D0A3-4CEF-85D3-80B9B3693F6C}"/>
          </ac:spMkLst>
        </pc:spChg>
        <pc:cxnChg chg="add mod">
          <ac:chgData name="Alessandro Edoardo Giorgio David" userId="f8954a66-e5ad-4a1c-9536-1d2117047f5f" providerId="ADAL" clId="{5FDFF4E9-53C5-47C3-A5F0-F9BF9C8F5EB8}" dt="2021-10-03T05:32:39.865" v="431" actId="13822"/>
          <ac:cxnSpMkLst>
            <pc:docMk/>
            <pc:sldMk cId="502066698" sldId="282"/>
            <ac:cxnSpMk id="5" creationId="{15302573-09C8-4F89-ADF8-FF37B58BB199}"/>
          </ac:cxnSpMkLst>
        </pc:cxnChg>
        <pc:cxnChg chg="add mod">
          <ac:chgData name="Alessandro Edoardo Giorgio David" userId="f8954a66-e5ad-4a1c-9536-1d2117047f5f" providerId="ADAL" clId="{5FDFF4E9-53C5-47C3-A5F0-F9BF9C8F5EB8}" dt="2021-10-03T05:33:46.079" v="433" actId="13822"/>
          <ac:cxnSpMkLst>
            <pc:docMk/>
            <pc:sldMk cId="502066698" sldId="282"/>
            <ac:cxnSpMk id="7" creationId="{D0EA1EDD-676A-4B78-B101-A5B80CD86B15}"/>
          </ac:cxnSpMkLst>
        </pc:cxnChg>
        <pc:cxnChg chg="add mod">
          <ac:chgData name="Alessandro Edoardo Giorgio David" userId="f8954a66-e5ad-4a1c-9536-1d2117047f5f" providerId="ADAL" clId="{5FDFF4E9-53C5-47C3-A5F0-F9BF9C8F5EB8}" dt="2021-10-03T05:35:35.228" v="443" actId="1582"/>
          <ac:cxnSpMkLst>
            <pc:docMk/>
            <pc:sldMk cId="502066698" sldId="282"/>
            <ac:cxnSpMk id="9" creationId="{DDEA6F26-2BF8-447E-BA3A-7195260E7DBA}"/>
          </ac:cxnSpMkLst>
        </pc:cxnChg>
        <pc:cxnChg chg="add del mod">
          <ac:chgData name="Alessandro Edoardo Giorgio David" userId="f8954a66-e5ad-4a1c-9536-1d2117047f5f" providerId="ADAL" clId="{5FDFF4E9-53C5-47C3-A5F0-F9BF9C8F5EB8}" dt="2021-10-03T06:13:45.307" v="982" actId="478"/>
          <ac:cxnSpMkLst>
            <pc:docMk/>
            <pc:sldMk cId="502066698" sldId="282"/>
            <ac:cxnSpMk id="11" creationId="{85703E5C-06A8-4BA2-A2F9-472C0356CAE6}"/>
          </ac:cxnSpMkLst>
        </pc:cxnChg>
        <pc:cxnChg chg="add mod">
          <ac:chgData name="Alessandro Edoardo Giorgio David" userId="f8954a66-e5ad-4a1c-9536-1d2117047f5f" providerId="ADAL" clId="{5FDFF4E9-53C5-47C3-A5F0-F9BF9C8F5EB8}" dt="2021-10-03T06:12:03.374" v="965" actId="692"/>
          <ac:cxnSpMkLst>
            <pc:docMk/>
            <pc:sldMk cId="502066698" sldId="282"/>
            <ac:cxnSpMk id="18" creationId="{0808D1F7-A65B-40CA-A36F-D1B01730DAEC}"/>
          </ac:cxnSpMkLst>
        </pc:cxnChg>
        <pc:cxnChg chg="add mod">
          <ac:chgData name="Alessandro Edoardo Giorgio David" userId="f8954a66-e5ad-4a1c-9536-1d2117047f5f" providerId="ADAL" clId="{5FDFF4E9-53C5-47C3-A5F0-F9BF9C8F5EB8}" dt="2021-10-03T06:11:28.795" v="958" actId="692"/>
          <ac:cxnSpMkLst>
            <pc:docMk/>
            <pc:sldMk cId="502066698" sldId="282"/>
            <ac:cxnSpMk id="20" creationId="{5CCDDF5F-50A1-44B7-A905-685D4AB6B442}"/>
          </ac:cxnSpMkLst>
        </pc:cxnChg>
        <pc:cxnChg chg="add del mod">
          <ac:chgData name="Alessandro Edoardo Giorgio David" userId="f8954a66-e5ad-4a1c-9536-1d2117047f5f" providerId="ADAL" clId="{5FDFF4E9-53C5-47C3-A5F0-F9BF9C8F5EB8}" dt="2021-10-03T06:13:59.204" v="984" actId="11529"/>
          <ac:cxnSpMkLst>
            <pc:docMk/>
            <pc:sldMk cId="502066698" sldId="282"/>
            <ac:cxnSpMk id="36" creationId="{FA482DBF-BF27-41CC-9463-4E7588D7FA24}"/>
          </ac:cxnSpMkLst>
        </pc:cxnChg>
        <pc:cxnChg chg="add mod">
          <ac:chgData name="Alessandro Edoardo Giorgio David" userId="f8954a66-e5ad-4a1c-9536-1d2117047f5f" providerId="ADAL" clId="{5FDFF4E9-53C5-47C3-A5F0-F9BF9C8F5EB8}" dt="2021-10-03T06:14:56.218" v="994" actId="14100"/>
          <ac:cxnSpMkLst>
            <pc:docMk/>
            <pc:sldMk cId="502066698" sldId="282"/>
            <ac:cxnSpMk id="38" creationId="{6D568BBF-03DE-47C0-8E46-7E136797BD88}"/>
          </ac:cxnSpMkLst>
        </pc:cxn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3550936586" sldId="282"/>
        </pc:sldMkLst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1274739233" sldId="283"/>
        </pc:sldMkLst>
      </pc:sldChg>
      <pc:sldChg chg="addSp delSp modSp new mod modClrScheme chgLayout">
        <pc:chgData name="Alessandro Edoardo Giorgio David" userId="f8954a66-e5ad-4a1c-9536-1d2117047f5f" providerId="ADAL" clId="{5FDFF4E9-53C5-47C3-A5F0-F9BF9C8F5EB8}" dt="2021-10-14T09:14:23.706" v="5536" actId="790"/>
        <pc:sldMkLst>
          <pc:docMk/>
          <pc:sldMk cId="4243808713" sldId="283"/>
        </pc:sldMkLst>
        <pc:spChg chg="add mod ord">
          <ac:chgData name="Alessandro Edoardo Giorgio David" userId="f8954a66-e5ad-4a1c-9536-1d2117047f5f" providerId="ADAL" clId="{5FDFF4E9-53C5-47C3-A5F0-F9BF9C8F5EB8}" dt="2021-10-03T06:24:08.902" v="1089" actId="700"/>
          <ac:spMkLst>
            <pc:docMk/>
            <pc:sldMk cId="4243808713" sldId="283"/>
            <ac:spMk id="2" creationId="{3918A853-BE4E-4F82-840C-554FBED64CF4}"/>
          </ac:spMkLst>
        </pc:spChg>
        <pc:spChg chg="add del mod">
          <ac:chgData name="Alessandro Edoardo Giorgio David" userId="f8954a66-e5ad-4a1c-9536-1d2117047f5f" providerId="ADAL" clId="{5FDFF4E9-53C5-47C3-A5F0-F9BF9C8F5EB8}" dt="2021-10-03T06:24:08.902" v="1089" actId="700"/>
          <ac:spMkLst>
            <pc:docMk/>
            <pc:sldMk cId="4243808713" sldId="283"/>
            <ac:spMk id="3" creationId="{3D028CD4-67C3-47C8-A69F-8B39A9A1395C}"/>
          </ac:spMkLst>
        </pc:spChg>
        <pc:spChg chg="add del mod">
          <ac:chgData name="Alessandro Edoardo Giorgio David" userId="f8954a66-e5ad-4a1c-9536-1d2117047f5f" providerId="ADAL" clId="{5FDFF4E9-53C5-47C3-A5F0-F9BF9C8F5EB8}" dt="2021-10-03T06:24:08.910" v="1091"/>
          <ac:spMkLst>
            <pc:docMk/>
            <pc:sldMk cId="4243808713" sldId="283"/>
            <ac:spMk id="22" creationId="{3EFF0A96-0242-4744-B36D-1B5AC45CB796}"/>
          </ac:spMkLst>
        </pc:spChg>
        <pc:spChg chg="add mod">
          <ac:chgData name="Alessandro Edoardo Giorgio David" userId="f8954a66-e5ad-4a1c-9536-1d2117047f5f" providerId="ADAL" clId="{5FDFF4E9-53C5-47C3-A5F0-F9BF9C8F5EB8}" dt="2021-10-03T06:25:00.426" v="1100" actId="122"/>
          <ac:spMkLst>
            <pc:docMk/>
            <pc:sldMk cId="4243808713" sldId="283"/>
            <ac:spMk id="23" creationId="{D4DFB165-6A92-4FEA-A313-FE242264EC70}"/>
          </ac:spMkLst>
        </pc:spChg>
        <pc:spChg chg="add mod">
          <ac:chgData name="Alessandro Edoardo Giorgio David" userId="f8954a66-e5ad-4a1c-9536-1d2117047f5f" providerId="ADAL" clId="{5FDFF4E9-53C5-47C3-A5F0-F9BF9C8F5EB8}" dt="2021-10-03T06:24:58.099" v="1099" actId="122"/>
          <ac:spMkLst>
            <pc:docMk/>
            <pc:sldMk cId="4243808713" sldId="283"/>
            <ac:spMk id="24" creationId="{CCE9B802-9D62-4B55-A7F3-1665E56FF953}"/>
          </ac:spMkLst>
        </pc:spChg>
        <pc:spChg chg="add mod">
          <ac:chgData name="Alessandro Edoardo Giorgio David" userId="f8954a66-e5ad-4a1c-9536-1d2117047f5f" providerId="ADAL" clId="{5FDFF4E9-53C5-47C3-A5F0-F9BF9C8F5EB8}" dt="2021-10-03T06:26:31.941" v="1167" actId="790"/>
          <ac:spMkLst>
            <pc:docMk/>
            <pc:sldMk cId="4243808713" sldId="283"/>
            <ac:spMk id="25" creationId="{C6442EEB-7F09-4FDE-BC29-65D119E0C998}"/>
          </ac:spMkLst>
        </pc:spChg>
        <pc:spChg chg="add mod">
          <ac:chgData name="Alessandro Edoardo Giorgio David" userId="f8954a66-e5ad-4a1c-9536-1d2117047f5f" providerId="ADAL" clId="{5FDFF4E9-53C5-47C3-A5F0-F9BF9C8F5EB8}" dt="2021-10-03T06:27:02.273" v="1183" actId="1076"/>
          <ac:spMkLst>
            <pc:docMk/>
            <pc:sldMk cId="4243808713" sldId="283"/>
            <ac:spMk id="26" creationId="{16B80A28-E2F0-4B5A-BDC9-341161BAF327}"/>
          </ac:spMkLst>
        </pc:spChg>
        <pc:spChg chg="add mod">
          <ac:chgData name="Alessandro Edoardo Giorgio David" userId="f8954a66-e5ad-4a1c-9536-1d2117047f5f" providerId="ADAL" clId="{5FDFF4E9-53C5-47C3-A5F0-F9BF9C8F5EB8}" dt="2021-10-14T09:14:23.706" v="5536" actId="790"/>
          <ac:spMkLst>
            <pc:docMk/>
            <pc:sldMk cId="4243808713" sldId="283"/>
            <ac:spMk id="27" creationId="{80BB4134-1E06-4F5E-94DC-8BF2FA04ECB9}"/>
          </ac:spMkLst>
        </pc:spChg>
        <pc:spChg chg="add mod">
          <ac:chgData name="Alessandro Edoardo Giorgio David" userId="f8954a66-e5ad-4a1c-9536-1d2117047f5f" providerId="ADAL" clId="{5FDFF4E9-53C5-47C3-A5F0-F9BF9C8F5EB8}" dt="2021-10-03T06:27:20.551" v="1192" actId="1076"/>
          <ac:spMkLst>
            <pc:docMk/>
            <pc:sldMk cId="4243808713" sldId="283"/>
            <ac:spMk id="28" creationId="{EBACA12B-B70D-4A2E-A624-4FF593A90665}"/>
          </ac:spMkLst>
        </pc:spChg>
        <pc:spChg chg="add del mod">
          <ac:chgData name="Alessandro Edoardo Giorgio David" userId="f8954a66-e5ad-4a1c-9536-1d2117047f5f" providerId="ADAL" clId="{5FDFF4E9-53C5-47C3-A5F0-F9BF9C8F5EB8}" dt="2021-10-03T06:28:38.459" v="1217" actId="478"/>
          <ac:spMkLst>
            <pc:docMk/>
            <pc:sldMk cId="4243808713" sldId="283"/>
            <ac:spMk id="30" creationId="{7024853A-5ABC-43F7-9B43-0CD699F1E701}"/>
          </ac:spMkLst>
        </pc:spChg>
        <pc:spChg chg="add del">
          <ac:chgData name="Alessandro Edoardo Giorgio David" userId="f8954a66-e5ad-4a1c-9536-1d2117047f5f" providerId="ADAL" clId="{5FDFF4E9-53C5-47C3-A5F0-F9BF9C8F5EB8}" dt="2021-10-03T06:29:03.601" v="1219" actId="11529"/>
          <ac:spMkLst>
            <pc:docMk/>
            <pc:sldMk cId="4243808713" sldId="283"/>
            <ac:spMk id="31" creationId="{ECB97481-3984-4997-B5AC-F72B0AFF597B}"/>
          </ac:spMkLst>
        </pc:spChg>
        <pc:spChg chg="add mod">
          <ac:chgData name="Alessandro Edoardo Giorgio David" userId="f8954a66-e5ad-4a1c-9536-1d2117047f5f" providerId="ADAL" clId="{5FDFF4E9-53C5-47C3-A5F0-F9BF9C8F5EB8}" dt="2021-10-03T06:31:45.557" v="1266" actId="206"/>
          <ac:spMkLst>
            <pc:docMk/>
            <pc:sldMk cId="4243808713" sldId="283"/>
            <ac:spMk id="32" creationId="{36B33FC6-A934-4A86-8680-389522FF5337}"/>
          </ac:spMkLst>
        </pc:spChg>
        <pc:spChg chg="add mod">
          <ac:chgData name="Alessandro Edoardo Giorgio David" userId="f8954a66-e5ad-4a1c-9536-1d2117047f5f" providerId="ADAL" clId="{5FDFF4E9-53C5-47C3-A5F0-F9BF9C8F5EB8}" dt="2021-10-03T06:33:19.492" v="1314" actId="2085"/>
          <ac:spMkLst>
            <pc:docMk/>
            <pc:sldMk cId="4243808713" sldId="283"/>
            <ac:spMk id="33" creationId="{49C5AD79-A660-4E87-8C8E-D24C6076D588}"/>
          </ac:spMkLst>
        </pc:spChg>
        <pc:spChg chg="add mod">
          <ac:chgData name="Alessandro Edoardo Giorgio David" userId="f8954a66-e5ad-4a1c-9536-1d2117047f5f" providerId="ADAL" clId="{5FDFF4E9-53C5-47C3-A5F0-F9BF9C8F5EB8}" dt="2021-10-03T06:34:19.840" v="1338" actId="122"/>
          <ac:spMkLst>
            <pc:docMk/>
            <pc:sldMk cId="4243808713" sldId="283"/>
            <ac:spMk id="34" creationId="{78F2582A-0A90-42C2-ABA1-BF1564A44E11}"/>
          </ac:spMkLst>
        </pc:spChg>
        <pc:spChg chg="add mod">
          <ac:chgData name="Alessandro Edoardo Giorgio David" userId="f8954a66-e5ad-4a1c-9536-1d2117047f5f" providerId="ADAL" clId="{5FDFF4E9-53C5-47C3-A5F0-F9BF9C8F5EB8}" dt="2021-10-03T06:35:01.096" v="1370" actId="1076"/>
          <ac:spMkLst>
            <pc:docMk/>
            <pc:sldMk cId="4243808713" sldId="283"/>
            <ac:spMk id="35" creationId="{70FC84E1-B006-4854-A6A0-5498D10BFC7F}"/>
          </ac:spMkLst>
        </pc:spChg>
        <pc:cxnChg chg="add mod">
          <ac:chgData name="Alessandro Edoardo Giorgio David" userId="f8954a66-e5ad-4a1c-9536-1d2117047f5f" providerId="ADAL" clId="{5FDFF4E9-53C5-47C3-A5F0-F9BF9C8F5EB8}" dt="2021-10-03T06:20:16.755" v="1035" actId="13822"/>
          <ac:cxnSpMkLst>
            <pc:docMk/>
            <pc:sldMk cId="4243808713" sldId="283"/>
            <ac:cxnSpMk id="5" creationId="{C10E2D5B-3A8D-4926-A0E8-ADCDA6229757}"/>
          </ac:cxnSpMkLst>
        </pc:cxnChg>
        <pc:cxnChg chg="add mod">
          <ac:chgData name="Alessandro Edoardo Giorgio David" userId="f8954a66-e5ad-4a1c-9536-1d2117047f5f" providerId="ADAL" clId="{5FDFF4E9-53C5-47C3-A5F0-F9BF9C8F5EB8}" dt="2021-10-03T06:22:08.150" v="1058" actId="14100"/>
          <ac:cxnSpMkLst>
            <pc:docMk/>
            <pc:sldMk cId="4243808713" sldId="283"/>
            <ac:cxnSpMk id="7" creationId="{58EAAACD-5B47-437D-96AA-C7EFB46CA80D}"/>
          </ac:cxnSpMkLst>
        </pc:cxnChg>
        <pc:cxnChg chg="add mod">
          <ac:chgData name="Alessandro Edoardo Giorgio David" userId="f8954a66-e5ad-4a1c-9536-1d2117047f5f" providerId="ADAL" clId="{5FDFF4E9-53C5-47C3-A5F0-F9BF9C8F5EB8}" dt="2021-10-03T06:22:24.926" v="1062" actId="14100"/>
          <ac:cxnSpMkLst>
            <pc:docMk/>
            <pc:sldMk cId="4243808713" sldId="283"/>
            <ac:cxnSpMk id="9" creationId="{31C8B805-28C4-4261-B58C-97B515551F77}"/>
          </ac:cxnSpMkLst>
        </pc:cxnChg>
        <pc:cxnChg chg="add del">
          <ac:chgData name="Alessandro Edoardo Giorgio David" userId="f8954a66-e5ad-4a1c-9536-1d2117047f5f" providerId="ADAL" clId="{5FDFF4E9-53C5-47C3-A5F0-F9BF9C8F5EB8}" dt="2021-10-03T06:21:08.228" v="1042" actId="11529"/>
          <ac:cxnSpMkLst>
            <pc:docMk/>
            <pc:sldMk cId="4243808713" sldId="283"/>
            <ac:cxnSpMk id="12" creationId="{73E5FC76-80CF-42C7-A8CA-7C2529CD10F1}"/>
          </ac:cxnSpMkLst>
        </pc:cxnChg>
        <pc:cxnChg chg="add mod">
          <ac:chgData name="Alessandro Edoardo Giorgio David" userId="f8954a66-e5ad-4a1c-9536-1d2117047f5f" providerId="ADAL" clId="{5FDFF4E9-53C5-47C3-A5F0-F9BF9C8F5EB8}" dt="2021-10-03T06:27:33.726" v="1194" actId="14100"/>
          <ac:cxnSpMkLst>
            <pc:docMk/>
            <pc:sldMk cId="4243808713" sldId="283"/>
            <ac:cxnSpMk id="14" creationId="{F3867F79-E053-4A76-ADB5-17AB64D56617}"/>
          </ac:cxnSpMkLst>
        </pc:cxnChg>
        <pc:cxnChg chg="add mod">
          <ac:chgData name="Alessandro Edoardo Giorgio David" userId="f8954a66-e5ad-4a1c-9536-1d2117047f5f" providerId="ADAL" clId="{5FDFF4E9-53C5-47C3-A5F0-F9BF9C8F5EB8}" dt="2021-10-03T06:23:15.697" v="1073" actId="692"/>
          <ac:cxnSpMkLst>
            <pc:docMk/>
            <pc:sldMk cId="4243808713" sldId="283"/>
            <ac:cxnSpMk id="19" creationId="{D8A4B986-8C43-4D9A-B055-28E73F236E76}"/>
          </ac:cxnSpMkLst>
        </pc:cxnChg>
        <pc:cxnChg chg="add mod">
          <ac:chgData name="Alessandro Edoardo Giorgio David" userId="f8954a66-e5ad-4a1c-9536-1d2117047f5f" providerId="ADAL" clId="{5FDFF4E9-53C5-47C3-A5F0-F9BF9C8F5EB8}" dt="2021-10-03T06:23:52.300" v="1086" actId="692"/>
          <ac:cxnSpMkLst>
            <pc:docMk/>
            <pc:sldMk cId="4243808713" sldId="283"/>
            <ac:cxnSpMk id="21" creationId="{10922633-D38E-47F6-AE7A-9801C7E8BCBA}"/>
          </ac:cxnSpMkLst>
        </pc:cxnChg>
      </pc:sldChg>
      <pc:sldChg chg="addSp modSp new mod modClrScheme chgLayout">
        <pc:chgData name="Alessandro Edoardo Giorgio David" userId="f8954a66-e5ad-4a1c-9536-1d2117047f5f" providerId="ADAL" clId="{5FDFF4E9-53C5-47C3-A5F0-F9BF9C8F5EB8}" dt="2021-10-14T08:44:12.547" v="4711" actId="790"/>
        <pc:sldMkLst>
          <pc:docMk/>
          <pc:sldMk cId="635141253" sldId="284"/>
        </pc:sldMkLst>
        <pc:spChg chg="mod ord">
          <ac:chgData name="Alessandro Edoardo Giorgio David" userId="f8954a66-e5ad-4a1c-9536-1d2117047f5f" providerId="ADAL" clId="{5FDFF4E9-53C5-47C3-A5F0-F9BF9C8F5EB8}" dt="2021-10-03T07:15:56.044" v="1392" actId="700"/>
          <ac:spMkLst>
            <pc:docMk/>
            <pc:sldMk cId="635141253" sldId="284"/>
            <ac:spMk id="2" creationId="{BD78A895-6F4B-4F58-99A9-FCBD424BE747}"/>
          </ac:spMkLst>
        </pc:spChg>
        <pc:spChg chg="add mod ord">
          <ac:chgData name="Alessandro Edoardo Giorgio David" userId="f8954a66-e5ad-4a1c-9536-1d2117047f5f" providerId="ADAL" clId="{5FDFF4E9-53C5-47C3-A5F0-F9BF9C8F5EB8}" dt="2021-10-14T08:44:12.547" v="4711" actId="790"/>
          <ac:spMkLst>
            <pc:docMk/>
            <pc:sldMk cId="635141253" sldId="284"/>
            <ac:spMk id="3" creationId="{81DE557F-5669-4BE0-BA1C-1E081EF9102D}"/>
          </ac:spMkLst>
        </pc:sp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3662731702" sldId="284"/>
        </pc:sldMkLst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1481967728" sldId="285"/>
        </pc:sldMkLst>
      </pc:sldChg>
      <pc:sldChg chg="modSp new mod">
        <pc:chgData name="Alessandro Edoardo Giorgio David" userId="f8954a66-e5ad-4a1c-9536-1d2117047f5f" providerId="ADAL" clId="{5FDFF4E9-53C5-47C3-A5F0-F9BF9C8F5EB8}" dt="2021-10-14T09:42:35.414" v="6379" actId="20577"/>
        <pc:sldMkLst>
          <pc:docMk/>
          <pc:sldMk cId="3133904207" sldId="285"/>
        </pc:sldMkLst>
        <pc:spChg chg="mod">
          <ac:chgData name="Alessandro Edoardo Giorgio David" userId="f8954a66-e5ad-4a1c-9536-1d2117047f5f" providerId="ADAL" clId="{5FDFF4E9-53C5-47C3-A5F0-F9BF9C8F5EB8}" dt="2021-10-03T07:20:36.103" v="1688" actId="122"/>
          <ac:spMkLst>
            <pc:docMk/>
            <pc:sldMk cId="3133904207" sldId="285"/>
            <ac:spMk id="2" creationId="{FC2F0574-29FB-4827-B6B9-73D98E82C48A}"/>
          </ac:spMkLst>
        </pc:spChg>
        <pc:spChg chg="mod">
          <ac:chgData name="Alessandro Edoardo Giorgio David" userId="f8954a66-e5ad-4a1c-9536-1d2117047f5f" providerId="ADAL" clId="{5FDFF4E9-53C5-47C3-A5F0-F9BF9C8F5EB8}" dt="2021-10-14T09:42:35.414" v="6379" actId="20577"/>
          <ac:spMkLst>
            <pc:docMk/>
            <pc:sldMk cId="3133904207" sldId="285"/>
            <ac:spMk id="3" creationId="{A5FE827F-BAEE-4509-A4EC-8280F7A60EAA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09:42:47.060" v="6380" actId="790"/>
        <pc:sldMkLst>
          <pc:docMk/>
          <pc:sldMk cId="900959649" sldId="286"/>
        </pc:sldMkLst>
        <pc:spChg chg="mod">
          <ac:chgData name="Alessandro Edoardo Giorgio David" userId="f8954a66-e5ad-4a1c-9536-1d2117047f5f" providerId="ADAL" clId="{5FDFF4E9-53C5-47C3-A5F0-F9BF9C8F5EB8}" dt="2021-10-14T09:42:47.060" v="6380" actId="790"/>
          <ac:spMkLst>
            <pc:docMk/>
            <pc:sldMk cId="900959649" sldId="286"/>
            <ac:spMk id="2" creationId="{25169F87-58DF-4424-A81E-CF7819CDDC4A}"/>
          </ac:spMkLst>
        </pc:spChg>
        <pc:spChg chg="mod">
          <ac:chgData name="Alessandro Edoardo Giorgio David" userId="f8954a66-e5ad-4a1c-9536-1d2117047f5f" providerId="ADAL" clId="{5FDFF4E9-53C5-47C3-A5F0-F9BF9C8F5EB8}" dt="2021-10-03T07:47:09.451" v="2678" actId="20577"/>
          <ac:spMkLst>
            <pc:docMk/>
            <pc:sldMk cId="900959649" sldId="286"/>
            <ac:spMk id="3" creationId="{DB89AAD1-9FE7-485D-A542-2CF2BD6F387F}"/>
          </ac:spMkLst>
        </pc:sp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2371319785" sldId="286"/>
        </pc:sldMkLst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0:05:39.190" v="6824" actId="20577"/>
        <pc:sldMkLst>
          <pc:docMk/>
          <pc:sldMk cId="1321102560" sldId="287"/>
        </pc:sldMkLst>
        <pc:spChg chg="del">
          <ac:chgData name="Alessandro Edoardo Giorgio David" userId="f8954a66-e5ad-4a1c-9536-1d2117047f5f" providerId="ADAL" clId="{5FDFF4E9-53C5-47C3-A5F0-F9BF9C8F5EB8}" dt="2021-10-03T07:31:26.359" v="2206" actId="700"/>
          <ac:spMkLst>
            <pc:docMk/>
            <pc:sldMk cId="1321102560" sldId="287"/>
            <ac:spMk id="2" creationId="{ED106F9F-6307-47E1-9AAD-437B25D85781}"/>
          </ac:spMkLst>
        </pc:spChg>
        <pc:spChg chg="del">
          <ac:chgData name="Alessandro Edoardo Giorgio David" userId="f8954a66-e5ad-4a1c-9536-1d2117047f5f" providerId="ADAL" clId="{5FDFF4E9-53C5-47C3-A5F0-F9BF9C8F5EB8}" dt="2021-10-03T07:31:26.359" v="2206" actId="700"/>
          <ac:spMkLst>
            <pc:docMk/>
            <pc:sldMk cId="1321102560" sldId="287"/>
            <ac:spMk id="3" creationId="{303FEE30-3D09-4CC5-A183-4D71B4DC2493}"/>
          </ac:spMkLst>
        </pc:spChg>
        <pc:spChg chg="add mod">
          <ac:chgData name="Alessandro Edoardo Giorgio David" userId="f8954a66-e5ad-4a1c-9536-1d2117047f5f" providerId="ADAL" clId="{5FDFF4E9-53C5-47C3-A5F0-F9BF9C8F5EB8}" dt="2021-10-14T10:05:39.190" v="6824" actId="20577"/>
          <ac:spMkLst>
            <pc:docMk/>
            <pc:sldMk cId="1321102560" sldId="287"/>
            <ac:spMk id="5" creationId="{C07F5C47-E20F-4431-8A20-4308EC6FF147}"/>
          </ac:spMkLst>
        </pc:spChg>
        <pc:picChg chg="add mod">
          <ac:chgData name="Alessandro Edoardo Giorgio David" userId="f8954a66-e5ad-4a1c-9536-1d2117047f5f" providerId="ADAL" clId="{5FDFF4E9-53C5-47C3-A5F0-F9BF9C8F5EB8}" dt="2021-10-03T07:44:58.388" v="2536" actId="12788"/>
          <ac:picMkLst>
            <pc:docMk/>
            <pc:sldMk cId="1321102560" sldId="287"/>
            <ac:picMk id="4" creationId="{42D4B6A6-D82A-4433-81B8-FCE3917563FD}"/>
          </ac:picMkLst>
        </pc:pic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2969909809" sldId="287"/>
        </pc:sldMkLst>
      </pc:sldChg>
      <pc:sldChg chg="addSp modSp new mod modClrScheme chgLayout">
        <pc:chgData name="Alessandro Edoardo Giorgio David" userId="f8954a66-e5ad-4a1c-9536-1d2117047f5f" providerId="ADAL" clId="{5FDFF4E9-53C5-47C3-A5F0-F9BF9C8F5EB8}" dt="2021-10-03T07:45:29.478" v="2539" actId="790"/>
        <pc:sldMkLst>
          <pc:docMk/>
          <pc:sldMk cId="2151033556" sldId="288"/>
        </pc:sldMkLst>
        <pc:spChg chg="add mod">
          <ac:chgData name="Alessandro Edoardo Giorgio David" userId="f8954a66-e5ad-4a1c-9536-1d2117047f5f" providerId="ADAL" clId="{5FDFF4E9-53C5-47C3-A5F0-F9BF9C8F5EB8}" dt="2021-10-03T07:45:29.478" v="2539" actId="790"/>
          <ac:spMkLst>
            <pc:docMk/>
            <pc:sldMk cId="2151033556" sldId="288"/>
            <ac:spMk id="2" creationId="{1E932992-84A9-4732-91A4-007D26BF4846}"/>
          </ac:spMkLst>
        </pc:spChg>
        <pc:spChg chg="add mod">
          <ac:chgData name="Alessandro Edoardo Giorgio David" userId="f8954a66-e5ad-4a1c-9536-1d2117047f5f" providerId="ADAL" clId="{5FDFF4E9-53C5-47C3-A5F0-F9BF9C8F5EB8}" dt="2021-10-03T07:42:28.833" v="2462" actId="5793"/>
          <ac:spMkLst>
            <pc:docMk/>
            <pc:sldMk cId="2151033556" sldId="288"/>
            <ac:spMk id="3" creationId="{DBCD111C-FA32-40F2-A207-9F6122AC31BB}"/>
          </ac:spMkLst>
        </pc:spChg>
      </pc:sldChg>
      <pc:sldChg chg="addSp modSp new mod modClrScheme chgLayout">
        <pc:chgData name="Alessandro Edoardo Giorgio David" userId="f8954a66-e5ad-4a1c-9536-1d2117047f5f" providerId="ADAL" clId="{5FDFF4E9-53C5-47C3-A5F0-F9BF9C8F5EB8}" dt="2021-10-15T11:03:27.305" v="13399" actId="20577"/>
        <pc:sldMkLst>
          <pc:docMk/>
          <pc:sldMk cId="3538181029" sldId="289"/>
        </pc:sldMkLst>
        <pc:spChg chg="add mod">
          <ac:chgData name="Alessandro Edoardo Giorgio David" userId="f8954a66-e5ad-4a1c-9536-1d2117047f5f" providerId="ADAL" clId="{5FDFF4E9-53C5-47C3-A5F0-F9BF9C8F5EB8}" dt="2021-10-03T07:47:55.297" v="2711" actId="122"/>
          <ac:spMkLst>
            <pc:docMk/>
            <pc:sldMk cId="3538181029" sldId="289"/>
            <ac:spMk id="2" creationId="{3A3D1CAE-62FC-47DC-8D82-F5A4BBB0089B}"/>
          </ac:spMkLst>
        </pc:spChg>
        <pc:spChg chg="add mod">
          <ac:chgData name="Alessandro Edoardo Giorgio David" userId="f8954a66-e5ad-4a1c-9536-1d2117047f5f" providerId="ADAL" clId="{5FDFF4E9-53C5-47C3-A5F0-F9BF9C8F5EB8}" dt="2021-10-15T11:03:27.305" v="13399" actId="20577"/>
          <ac:spMkLst>
            <pc:docMk/>
            <pc:sldMk cId="3538181029" sldId="289"/>
            <ac:spMk id="3" creationId="{D05D61AD-DFF9-42FC-8B7A-7395DC9AA61D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08:48:51.376" v="4768" actId="20577"/>
        <pc:sldMkLst>
          <pc:docMk/>
          <pc:sldMk cId="4047195485" sldId="290"/>
        </pc:sldMkLst>
        <pc:spChg chg="mod">
          <ac:chgData name="Alessandro Edoardo Giorgio David" userId="f8954a66-e5ad-4a1c-9536-1d2117047f5f" providerId="ADAL" clId="{5FDFF4E9-53C5-47C3-A5F0-F9BF9C8F5EB8}" dt="2021-10-03T07:57:50.738" v="2808" actId="122"/>
          <ac:spMkLst>
            <pc:docMk/>
            <pc:sldMk cId="4047195485" sldId="290"/>
            <ac:spMk id="2" creationId="{F7092D7F-8191-4795-B5B8-17970E69F4EF}"/>
          </ac:spMkLst>
        </pc:spChg>
        <pc:spChg chg="mod">
          <ac:chgData name="Alessandro Edoardo Giorgio David" userId="f8954a66-e5ad-4a1c-9536-1d2117047f5f" providerId="ADAL" clId="{5FDFF4E9-53C5-47C3-A5F0-F9BF9C8F5EB8}" dt="2021-10-14T08:48:51.376" v="4768" actId="20577"/>
          <ac:spMkLst>
            <pc:docMk/>
            <pc:sldMk cId="4047195485" sldId="290"/>
            <ac:spMk id="3" creationId="{CBF0FE1D-E497-4D04-AB9B-10BD1EFF6027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03T13:00:40.433" v="3728" actId="12788"/>
        <pc:sldMkLst>
          <pc:docMk/>
          <pc:sldMk cId="3527628105" sldId="291"/>
        </pc:sldMkLst>
        <pc:spChg chg="mod ord">
          <ac:chgData name="Alessandro Edoardo Giorgio David" userId="f8954a66-e5ad-4a1c-9536-1d2117047f5f" providerId="ADAL" clId="{5FDFF4E9-53C5-47C3-A5F0-F9BF9C8F5EB8}" dt="2021-10-03T12:59:25.197" v="3720" actId="962"/>
          <ac:spMkLst>
            <pc:docMk/>
            <pc:sldMk cId="3527628105" sldId="291"/>
            <ac:spMk id="2" creationId="{532053BD-39A1-4E7F-BE5D-51D1CE8C517E}"/>
          </ac:spMkLst>
        </pc:spChg>
        <pc:spChg chg="del">
          <ac:chgData name="Alessandro Edoardo Giorgio David" userId="f8954a66-e5ad-4a1c-9536-1d2117047f5f" providerId="ADAL" clId="{5FDFF4E9-53C5-47C3-A5F0-F9BF9C8F5EB8}" dt="2021-10-03T12:39:25.678" v="3540" actId="700"/>
          <ac:spMkLst>
            <pc:docMk/>
            <pc:sldMk cId="3527628105" sldId="291"/>
            <ac:spMk id="3" creationId="{FE5C9DE2-5905-4A58-9C6F-6197AC79EC95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18" creationId="{39A46F78-F5EE-4679-9886-B9A09D204B1D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19" creationId="{63963638-9ECC-4843-A5FC-1F8455EBAD79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0" creationId="{5EAC39BB-CA14-49E9-80A0-9C84503B6BC5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1" creationId="{D0CC5C92-FC92-49FD-96A5-CF9D65203321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2" creationId="{FD917E23-B6D3-4ECC-A7C4-1243625CD6CF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3" creationId="{D439191C-3F3B-49C3-8AAD-09F6D81BD16B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9" creationId="{81692629-1036-4343-B27E-5AD9DAD1630D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0" creationId="{603F507D-77DC-48DC-A0BB-6E181E02595D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1" creationId="{6A3A1A08-56DD-452D-8BA1-B3521859B64C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2" creationId="{C04E0310-0630-433E-A9EF-87C567D0E64A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3" creationId="{45DB913F-2935-4487-8A29-25825CF071C6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4" creationId="{362F505A-9183-419B-8E82-BF1ECAD6265C}"/>
          </ac:spMkLst>
        </pc:spChg>
        <pc:picChg chg="add mod">
          <ac:chgData name="Alessandro Edoardo Giorgio David" userId="f8954a66-e5ad-4a1c-9536-1d2117047f5f" providerId="ADAL" clId="{5FDFF4E9-53C5-47C3-A5F0-F9BF9C8F5EB8}" dt="2021-10-03T13:00:40.433" v="3728" actId="12788"/>
          <ac:picMkLst>
            <pc:docMk/>
            <pc:sldMk cId="3527628105" sldId="291"/>
            <ac:picMk id="38" creationId="{50D31379-CDF9-4606-8E3E-8A55287B225F}"/>
          </ac:picMkLst>
        </pc:picChg>
        <pc:cxnChg chg="add del">
          <ac:chgData name="Alessandro Edoardo Giorgio David" userId="f8954a66-e5ad-4a1c-9536-1d2117047f5f" providerId="ADAL" clId="{5FDFF4E9-53C5-47C3-A5F0-F9BF9C8F5EB8}" dt="2021-10-03T12:39:48.912" v="3542" actId="11529"/>
          <ac:cxnSpMkLst>
            <pc:docMk/>
            <pc:sldMk cId="3527628105" sldId="291"/>
            <ac:cxnSpMk id="5" creationId="{52B45F57-7B61-4764-B9E1-5D7D3C468D04}"/>
          </ac:cxnSpMkLst>
        </pc:cxnChg>
        <pc:cxnChg chg="add del">
          <ac:chgData name="Alessandro Edoardo Giorgio David" userId="f8954a66-e5ad-4a1c-9536-1d2117047f5f" providerId="ADAL" clId="{5FDFF4E9-53C5-47C3-A5F0-F9BF9C8F5EB8}" dt="2021-10-03T12:40:50.321" v="3544" actId="21"/>
          <ac:cxnSpMkLst>
            <pc:docMk/>
            <pc:sldMk cId="3527628105" sldId="291"/>
            <ac:cxnSpMk id="7" creationId="{876C5801-C1DD-44F1-82CF-16AD8CCB534E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9" creationId="{45799F6F-1014-4C5E-87DF-5B4AC7114884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1" creationId="{7E2FC5B9-ACEF-4959-8CDD-DA13BD5516E2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3" creationId="{67EFA83B-4164-4917-BEAE-354083716100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5" creationId="{EFE0A2C2-AFFF-4208-B33C-3BEA2CBF9287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7" creationId="{3C0D17E1-A2CC-43B7-AD12-53084BEE2050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4" creationId="{58C59EA2-6C12-47AE-840F-81957EEBD9A9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5" creationId="{76BB2930-F258-483E-8C5C-BFC56BE67BDC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6" creationId="{7057C2C7-E2F0-4D64-B7F3-43A8C5A5587E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7" creationId="{D5E3FA2B-5332-4780-8BB4-5FE3CFBAF1E4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8" creationId="{5BAD85B0-55C4-4172-A5E7-1493B0B57B6D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36" creationId="{533A33A0-61D8-4B80-8674-95757D5FD459}"/>
          </ac:cxnSpMkLst>
        </pc:cxnChg>
      </pc:sldChg>
      <pc:sldChg chg="addSp delSp modSp new mod modClrScheme chgLayout">
        <pc:chgData name="Alessandro Edoardo Giorgio David" userId="f8954a66-e5ad-4a1c-9536-1d2117047f5f" providerId="ADAL" clId="{5FDFF4E9-53C5-47C3-A5F0-F9BF9C8F5EB8}" dt="2021-10-03T13:22:11.043" v="4216" actId="20577"/>
        <pc:sldMkLst>
          <pc:docMk/>
          <pc:sldMk cId="78677205" sldId="292"/>
        </pc:sldMkLst>
        <pc:spChg chg="del mod ord">
          <ac:chgData name="Alessandro Edoardo Giorgio David" userId="f8954a66-e5ad-4a1c-9536-1d2117047f5f" providerId="ADAL" clId="{5FDFF4E9-53C5-47C3-A5F0-F9BF9C8F5EB8}" dt="2021-10-03T13:01:08.681" v="3730" actId="700"/>
          <ac:spMkLst>
            <pc:docMk/>
            <pc:sldMk cId="78677205" sldId="292"/>
            <ac:spMk id="2" creationId="{7655245F-3F20-4BC2-8A59-44C965C05D4C}"/>
          </ac:spMkLst>
        </pc:spChg>
        <pc:spChg chg="add mod ord">
          <ac:chgData name="Alessandro Edoardo Giorgio David" userId="f8954a66-e5ad-4a1c-9536-1d2117047f5f" providerId="ADAL" clId="{5FDFF4E9-53C5-47C3-A5F0-F9BF9C8F5EB8}" dt="2021-10-03T13:01:22.657" v="3734" actId="122"/>
          <ac:spMkLst>
            <pc:docMk/>
            <pc:sldMk cId="78677205" sldId="292"/>
            <ac:spMk id="3" creationId="{5E228ED5-007F-42D9-BD30-4C1C72525E16}"/>
          </ac:spMkLst>
        </pc:spChg>
        <pc:spChg chg="add mod ord">
          <ac:chgData name="Alessandro Edoardo Giorgio David" userId="f8954a66-e5ad-4a1c-9536-1d2117047f5f" providerId="ADAL" clId="{5FDFF4E9-53C5-47C3-A5F0-F9BF9C8F5EB8}" dt="2021-10-03T13:22:11.043" v="4216" actId="20577"/>
          <ac:spMkLst>
            <pc:docMk/>
            <pc:sldMk cId="78677205" sldId="292"/>
            <ac:spMk id="4" creationId="{575C9774-517C-463E-8FE3-BA19EC3D810D}"/>
          </ac:spMkLst>
        </pc:spChg>
      </pc:sldChg>
      <pc:sldChg chg="modSp mod">
        <pc:chgData name="Alessandro Edoardo Giorgio David" userId="f8954a66-e5ad-4a1c-9536-1d2117047f5f" providerId="ADAL" clId="{5FDFF4E9-53C5-47C3-A5F0-F9BF9C8F5EB8}" dt="2021-10-14T08:41:58.806" v="4710" actId="20577"/>
        <pc:sldMkLst>
          <pc:docMk/>
          <pc:sldMk cId="1981222871" sldId="297"/>
        </pc:sldMkLst>
        <pc:spChg chg="mod">
          <ac:chgData name="Alessandro Edoardo Giorgio David" userId="f8954a66-e5ad-4a1c-9536-1d2117047f5f" providerId="ADAL" clId="{5FDFF4E9-53C5-47C3-A5F0-F9BF9C8F5EB8}" dt="2021-10-14T08:41:58.806" v="4710" actId="20577"/>
          <ac:spMkLst>
            <pc:docMk/>
            <pc:sldMk cId="1981222871" sldId="297"/>
            <ac:spMk id="3" creationId="{AE4B30A5-ABDC-4804-B7BC-2B832A4E39F9}"/>
          </ac:spMkLst>
        </pc:spChg>
      </pc:sldChg>
      <pc:sldChg chg="addSp delSp modSp add mod ord">
        <pc:chgData name="Alessandro Edoardo Giorgio David" userId="f8954a66-e5ad-4a1c-9536-1d2117047f5f" providerId="ADAL" clId="{5FDFF4E9-53C5-47C3-A5F0-F9BF9C8F5EB8}" dt="2021-10-14T08:46:44.792" v="4724" actId="12788"/>
        <pc:sldMkLst>
          <pc:docMk/>
          <pc:sldMk cId="2671126931" sldId="298"/>
        </pc:sldMkLst>
        <pc:spChg chg="mod">
          <ac:chgData name="Alessandro Edoardo Giorgio David" userId="f8954a66-e5ad-4a1c-9536-1d2117047f5f" providerId="ADAL" clId="{5FDFF4E9-53C5-47C3-A5F0-F9BF9C8F5EB8}" dt="2021-10-14T08:46:09.698" v="4720" actId="20577"/>
          <ac:spMkLst>
            <pc:docMk/>
            <pc:sldMk cId="2671126931" sldId="298"/>
            <ac:spMk id="2" creationId="{532053BD-39A1-4E7F-BE5D-51D1CE8C517E}"/>
          </ac:spMkLst>
        </pc:spChg>
        <pc:picChg chg="add mod">
          <ac:chgData name="Alessandro Edoardo Giorgio David" userId="f8954a66-e5ad-4a1c-9536-1d2117047f5f" providerId="ADAL" clId="{5FDFF4E9-53C5-47C3-A5F0-F9BF9C8F5EB8}" dt="2021-10-14T08:46:44.792" v="4724" actId="12788"/>
          <ac:picMkLst>
            <pc:docMk/>
            <pc:sldMk cId="2671126931" sldId="298"/>
            <ac:picMk id="4" creationId="{679E0838-24A0-40ED-9C01-1791737B7ED0}"/>
          </ac:picMkLst>
        </pc:picChg>
        <pc:picChg chg="del">
          <ac:chgData name="Alessandro Edoardo Giorgio David" userId="f8954a66-e5ad-4a1c-9536-1d2117047f5f" providerId="ADAL" clId="{5FDFF4E9-53C5-47C3-A5F0-F9BF9C8F5EB8}" dt="2021-10-14T08:46:29.743" v="4721" actId="478"/>
          <ac:picMkLst>
            <pc:docMk/>
            <pc:sldMk cId="2671126931" sldId="298"/>
            <ac:picMk id="38" creationId="{50D31379-CDF9-4606-8E3E-8A55287B225F}"/>
          </ac:picMkLst>
        </pc:picChg>
      </pc:sldChg>
      <pc:sldChg chg="addSp modSp new mod modClrScheme chgLayout">
        <pc:chgData name="Alessandro Edoardo Giorgio David" userId="f8954a66-e5ad-4a1c-9536-1d2117047f5f" providerId="ADAL" clId="{5FDFF4E9-53C5-47C3-A5F0-F9BF9C8F5EB8}" dt="2021-10-14T08:56:53.828" v="4979" actId="20577"/>
        <pc:sldMkLst>
          <pc:docMk/>
          <pc:sldMk cId="78863668" sldId="299"/>
        </pc:sldMkLst>
        <pc:spChg chg="mod ord">
          <ac:chgData name="Alessandro Edoardo Giorgio David" userId="f8954a66-e5ad-4a1c-9536-1d2117047f5f" providerId="ADAL" clId="{5FDFF4E9-53C5-47C3-A5F0-F9BF9C8F5EB8}" dt="2021-10-14T08:50:26.543" v="4808" actId="700"/>
          <ac:spMkLst>
            <pc:docMk/>
            <pc:sldMk cId="78863668" sldId="299"/>
            <ac:spMk id="2" creationId="{3DF172C8-9446-4F6B-9EA3-49C9E629D1E9}"/>
          </ac:spMkLst>
        </pc:spChg>
        <pc:spChg chg="add mod ord">
          <ac:chgData name="Alessandro Edoardo Giorgio David" userId="f8954a66-e5ad-4a1c-9536-1d2117047f5f" providerId="ADAL" clId="{5FDFF4E9-53C5-47C3-A5F0-F9BF9C8F5EB8}" dt="2021-10-14T08:56:53.828" v="4979" actId="20577"/>
          <ac:spMkLst>
            <pc:docMk/>
            <pc:sldMk cId="78863668" sldId="299"/>
            <ac:spMk id="3" creationId="{8D382115-20B8-489F-8316-7B8DB06B5FA0}"/>
          </ac:spMkLst>
        </pc:spChg>
        <pc:picChg chg="add mod">
          <ac:chgData name="Alessandro Edoardo Giorgio David" userId="f8954a66-e5ad-4a1c-9536-1d2117047f5f" providerId="ADAL" clId="{5FDFF4E9-53C5-47C3-A5F0-F9BF9C8F5EB8}" dt="2021-10-14T08:53:00.167" v="4927" actId="14100"/>
          <ac:picMkLst>
            <pc:docMk/>
            <pc:sldMk cId="78863668" sldId="299"/>
            <ac:picMk id="5" creationId="{104E750C-05D0-4F84-8DE9-D9A9BC02D734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4T09:00:51.833" v="5319" actId="20577"/>
        <pc:sldMkLst>
          <pc:docMk/>
          <pc:sldMk cId="2186609173" sldId="300"/>
        </pc:sldMkLst>
        <pc:spChg chg="mod">
          <ac:chgData name="Alessandro Edoardo Giorgio David" userId="f8954a66-e5ad-4a1c-9536-1d2117047f5f" providerId="ADAL" clId="{5FDFF4E9-53C5-47C3-A5F0-F9BF9C8F5EB8}" dt="2021-10-14T08:58:05.661" v="4982" actId="122"/>
          <ac:spMkLst>
            <pc:docMk/>
            <pc:sldMk cId="2186609173" sldId="300"/>
            <ac:spMk id="2" creationId="{C0BEE215-7AD2-49D8-ADF8-9A3F4529AB73}"/>
          </ac:spMkLst>
        </pc:spChg>
        <pc:spChg chg="mod">
          <ac:chgData name="Alessandro Edoardo Giorgio David" userId="f8954a66-e5ad-4a1c-9536-1d2117047f5f" providerId="ADAL" clId="{5FDFF4E9-53C5-47C3-A5F0-F9BF9C8F5EB8}" dt="2021-10-14T09:00:51.833" v="5319" actId="20577"/>
          <ac:spMkLst>
            <pc:docMk/>
            <pc:sldMk cId="2186609173" sldId="300"/>
            <ac:spMk id="3" creationId="{B5D701F4-31CA-4D20-B98F-BA0FA472F1B7}"/>
          </ac:spMkLst>
        </pc:spChg>
      </pc:sldChg>
      <pc:sldChg chg="modSp add mod ord">
        <pc:chgData name="Alessandro Edoardo Giorgio David" userId="f8954a66-e5ad-4a1c-9536-1d2117047f5f" providerId="ADAL" clId="{5FDFF4E9-53C5-47C3-A5F0-F9BF9C8F5EB8}" dt="2021-10-14T09:26:37.144" v="5790" actId="21"/>
        <pc:sldMkLst>
          <pc:docMk/>
          <pc:sldMk cId="97904441" sldId="301"/>
        </pc:sldMkLst>
        <pc:spChg chg="mod">
          <ac:chgData name="Alessandro Edoardo Giorgio David" userId="f8954a66-e5ad-4a1c-9536-1d2117047f5f" providerId="ADAL" clId="{5FDFF4E9-53C5-47C3-A5F0-F9BF9C8F5EB8}" dt="2021-10-14T09:01:25.537" v="5327" actId="20577"/>
          <ac:spMkLst>
            <pc:docMk/>
            <pc:sldMk cId="97904441" sldId="301"/>
            <ac:spMk id="3" creationId="{5E228ED5-007F-42D9-BD30-4C1C72525E16}"/>
          </ac:spMkLst>
        </pc:spChg>
        <pc:spChg chg="mod">
          <ac:chgData name="Alessandro Edoardo Giorgio David" userId="f8954a66-e5ad-4a1c-9536-1d2117047f5f" providerId="ADAL" clId="{5FDFF4E9-53C5-47C3-A5F0-F9BF9C8F5EB8}" dt="2021-10-14T09:26:37.144" v="5790" actId="21"/>
          <ac:spMkLst>
            <pc:docMk/>
            <pc:sldMk cId="97904441" sldId="301"/>
            <ac:spMk id="4" creationId="{575C9774-517C-463E-8FE3-BA19EC3D810D}"/>
          </ac:spMkLst>
        </pc:spChg>
      </pc:sldChg>
      <pc:sldChg chg="addSp modSp new del mod">
        <pc:chgData name="Alessandro Edoardo Giorgio David" userId="f8954a66-e5ad-4a1c-9536-1d2117047f5f" providerId="ADAL" clId="{5FDFF4E9-53C5-47C3-A5F0-F9BF9C8F5EB8}" dt="2021-10-14T09:21:56.693" v="5664" actId="2696"/>
        <pc:sldMkLst>
          <pc:docMk/>
          <pc:sldMk cId="218272537" sldId="302"/>
        </pc:sldMkLst>
        <pc:spChg chg="mod">
          <ac:chgData name="Alessandro Edoardo Giorgio David" userId="f8954a66-e5ad-4a1c-9536-1d2117047f5f" providerId="ADAL" clId="{5FDFF4E9-53C5-47C3-A5F0-F9BF9C8F5EB8}" dt="2021-10-14T09:20:17.809" v="5652" actId="122"/>
          <ac:spMkLst>
            <pc:docMk/>
            <pc:sldMk cId="218272537" sldId="302"/>
            <ac:spMk id="2" creationId="{71F720A0-B4A0-4491-A7AE-C2FA15549BE6}"/>
          </ac:spMkLst>
        </pc:spChg>
        <pc:spChg chg="add mod">
          <ac:chgData name="Alessandro Edoardo Giorgio David" userId="f8954a66-e5ad-4a1c-9536-1d2117047f5f" providerId="ADAL" clId="{5FDFF4E9-53C5-47C3-A5F0-F9BF9C8F5EB8}" dt="2021-10-14T09:19:41.283" v="5617" actId="14100"/>
          <ac:spMkLst>
            <pc:docMk/>
            <pc:sldMk cId="218272537" sldId="302"/>
            <ac:spMk id="14" creationId="{A2161BEA-F911-4EB1-8FE1-02BDA33D0042}"/>
          </ac:spMkLst>
        </pc:spChg>
        <pc:cxnChg chg="add mod">
          <ac:chgData name="Alessandro Edoardo Giorgio David" userId="f8954a66-e5ad-4a1c-9536-1d2117047f5f" providerId="ADAL" clId="{5FDFF4E9-53C5-47C3-A5F0-F9BF9C8F5EB8}" dt="2021-10-14T09:17:26.782" v="5572" actId="1076"/>
          <ac:cxnSpMkLst>
            <pc:docMk/>
            <pc:sldMk cId="218272537" sldId="302"/>
            <ac:cxnSpMk id="4" creationId="{4AD71B6B-A5EA-436D-946D-AC7965842EBE}"/>
          </ac:cxnSpMkLst>
        </pc:cxnChg>
        <pc:cxnChg chg="add mod">
          <ac:chgData name="Alessandro Edoardo Giorgio David" userId="f8954a66-e5ad-4a1c-9536-1d2117047f5f" providerId="ADAL" clId="{5FDFF4E9-53C5-47C3-A5F0-F9BF9C8F5EB8}" dt="2021-10-14T09:16:02.283" v="5560" actId="692"/>
          <ac:cxnSpMkLst>
            <pc:docMk/>
            <pc:sldMk cId="218272537" sldId="302"/>
            <ac:cxnSpMk id="6" creationId="{74D78FA8-E37D-4FF6-A28F-BEEF11F902A4}"/>
          </ac:cxnSpMkLst>
        </pc:cxnChg>
        <pc:cxnChg chg="add mod">
          <ac:chgData name="Alessandro Edoardo Giorgio David" userId="f8954a66-e5ad-4a1c-9536-1d2117047f5f" providerId="ADAL" clId="{5FDFF4E9-53C5-47C3-A5F0-F9BF9C8F5EB8}" dt="2021-10-14T09:17:04.575" v="5570" actId="692"/>
          <ac:cxnSpMkLst>
            <pc:docMk/>
            <pc:sldMk cId="218272537" sldId="302"/>
            <ac:cxnSpMk id="8" creationId="{8D1BBEAF-9872-49B1-BC1D-ACB4D6CCEA0A}"/>
          </ac:cxnSpMkLst>
        </pc:cxnChg>
        <pc:cxnChg chg="add mod">
          <ac:chgData name="Alessandro Edoardo Giorgio David" userId="f8954a66-e5ad-4a1c-9536-1d2117047f5f" providerId="ADAL" clId="{5FDFF4E9-53C5-47C3-A5F0-F9BF9C8F5EB8}" dt="2021-10-14T09:17:50.223" v="5582" actId="692"/>
          <ac:cxnSpMkLst>
            <pc:docMk/>
            <pc:sldMk cId="218272537" sldId="302"/>
            <ac:cxnSpMk id="11" creationId="{9D4EEB14-2537-4D36-9520-37EB3FB5671B}"/>
          </ac:cxnSpMkLst>
        </pc:cxnChg>
        <pc:cxnChg chg="add mod">
          <ac:chgData name="Alessandro Edoardo Giorgio David" userId="f8954a66-e5ad-4a1c-9536-1d2117047f5f" providerId="ADAL" clId="{5FDFF4E9-53C5-47C3-A5F0-F9BF9C8F5EB8}" dt="2021-10-14T09:19:05.675" v="5602" actId="692"/>
          <ac:cxnSpMkLst>
            <pc:docMk/>
            <pc:sldMk cId="218272537" sldId="302"/>
            <ac:cxnSpMk id="13" creationId="{F27A83BB-8C41-4D1F-942E-78E4D58BFDA1}"/>
          </ac:cxnSpMkLst>
        </pc:cxnChg>
        <pc:cxnChg chg="add mod">
          <ac:chgData name="Alessandro Edoardo Giorgio David" userId="f8954a66-e5ad-4a1c-9536-1d2117047f5f" providerId="ADAL" clId="{5FDFF4E9-53C5-47C3-A5F0-F9BF9C8F5EB8}" dt="2021-10-14T09:21:04.636" v="5663" actId="692"/>
          <ac:cxnSpMkLst>
            <pc:docMk/>
            <pc:sldMk cId="218272537" sldId="302"/>
            <ac:cxnSpMk id="16" creationId="{E85E98BB-ADB4-438A-BE22-56C2A143F7E5}"/>
          </ac:cxnSpMkLst>
        </pc:cxnChg>
      </pc:sldChg>
      <pc:sldChg chg="addSp modSp new mod">
        <pc:chgData name="Alessandro Edoardo Giorgio David" userId="f8954a66-e5ad-4a1c-9536-1d2117047f5f" providerId="ADAL" clId="{5FDFF4E9-53C5-47C3-A5F0-F9BF9C8F5EB8}" dt="2021-10-14T09:31:38.920" v="5936" actId="1076"/>
        <pc:sldMkLst>
          <pc:docMk/>
          <pc:sldMk cId="3534976779" sldId="302"/>
        </pc:sldMkLst>
        <pc:spChg chg="mod">
          <ac:chgData name="Alessandro Edoardo Giorgio David" userId="f8954a66-e5ad-4a1c-9536-1d2117047f5f" providerId="ADAL" clId="{5FDFF4E9-53C5-47C3-A5F0-F9BF9C8F5EB8}" dt="2021-10-14T09:24:32.453" v="5729" actId="122"/>
          <ac:spMkLst>
            <pc:docMk/>
            <pc:sldMk cId="3534976779" sldId="302"/>
            <ac:spMk id="2" creationId="{C834021D-6929-413C-B2A8-E62A9B4684FC}"/>
          </ac:spMkLst>
        </pc:spChg>
        <pc:spChg chg="mod">
          <ac:chgData name="Alessandro Edoardo Giorgio David" userId="f8954a66-e5ad-4a1c-9536-1d2117047f5f" providerId="ADAL" clId="{5FDFF4E9-53C5-47C3-A5F0-F9BF9C8F5EB8}" dt="2021-10-14T09:30:26.271" v="5930" actId="20577"/>
          <ac:spMkLst>
            <pc:docMk/>
            <pc:sldMk cId="3534976779" sldId="302"/>
            <ac:spMk id="3" creationId="{8829FE4E-042C-4F37-B68E-09D849952BE8}"/>
          </ac:spMkLst>
        </pc:spChg>
        <pc:picChg chg="add mod">
          <ac:chgData name="Alessandro Edoardo Giorgio David" userId="f8954a66-e5ad-4a1c-9536-1d2117047f5f" providerId="ADAL" clId="{5FDFF4E9-53C5-47C3-A5F0-F9BF9C8F5EB8}" dt="2021-10-14T09:31:38.920" v="5936" actId="1076"/>
          <ac:picMkLst>
            <pc:docMk/>
            <pc:sldMk cId="3534976779" sldId="302"/>
            <ac:picMk id="4" creationId="{25095EF2-097E-4B9A-92DC-6F54224FD30A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4T10:32:13.374" v="7387" actId="20577"/>
        <pc:sldMkLst>
          <pc:docMk/>
          <pc:sldMk cId="1912926955" sldId="303"/>
        </pc:sldMkLst>
        <pc:spChg chg="mod">
          <ac:chgData name="Alessandro Edoardo Giorgio David" userId="f8954a66-e5ad-4a1c-9536-1d2117047f5f" providerId="ADAL" clId="{5FDFF4E9-53C5-47C3-A5F0-F9BF9C8F5EB8}" dt="2021-10-14T10:32:13.374" v="7387" actId="20577"/>
          <ac:spMkLst>
            <pc:docMk/>
            <pc:sldMk cId="1912926955" sldId="303"/>
            <ac:spMk id="2" creationId="{E69931B7-892D-4776-928C-DBE20A52E189}"/>
          </ac:spMkLst>
        </pc:spChg>
        <pc:spChg chg="mod">
          <ac:chgData name="Alessandro Edoardo Giorgio David" userId="f8954a66-e5ad-4a1c-9536-1d2117047f5f" providerId="ADAL" clId="{5FDFF4E9-53C5-47C3-A5F0-F9BF9C8F5EB8}" dt="2021-10-14T09:40:58.038" v="6356" actId="20577"/>
          <ac:spMkLst>
            <pc:docMk/>
            <pc:sldMk cId="1912926955" sldId="303"/>
            <ac:spMk id="3" creationId="{2784D985-9431-492E-8498-B80DD5D9CAA3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03:34.829" v="6655" actId="20577"/>
        <pc:sldMkLst>
          <pc:docMk/>
          <pc:sldMk cId="2901415077" sldId="304"/>
        </pc:sldMkLst>
        <pc:spChg chg="mod">
          <ac:chgData name="Alessandro Edoardo Giorgio David" userId="f8954a66-e5ad-4a1c-9536-1d2117047f5f" providerId="ADAL" clId="{5FDFF4E9-53C5-47C3-A5F0-F9BF9C8F5EB8}" dt="2021-10-14T09:42:04.942" v="6377" actId="122"/>
          <ac:spMkLst>
            <pc:docMk/>
            <pc:sldMk cId="2901415077" sldId="304"/>
            <ac:spMk id="2" creationId="{4F23C1EA-CE02-413D-8C2A-DC6271C75724}"/>
          </ac:spMkLst>
        </pc:spChg>
        <pc:spChg chg="mod">
          <ac:chgData name="Alessandro Edoardo Giorgio David" userId="f8954a66-e5ad-4a1c-9536-1d2117047f5f" providerId="ADAL" clId="{5FDFF4E9-53C5-47C3-A5F0-F9BF9C8F5EB8}" dt="2021-10-14T10:03:34.829" v="6655" actId="20577"/>
          <ac:spMkLst>
            <pc:docMk/>
            <pc:sldMk cId="2901415077" sldId="304"/>
            <ac:spMk id="3" creationId="{B73DEFB8-DD02-4497-BB1A-F813247BBC16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08:40.585" v="7048" actId="20577"/>
        <pc:sldMkLst>
          <pc:docMk/>
          <pc:sldMk cId="3263308340" sldId="305"/>
        </pc:sldMkLst>
        <pc:spChg chg="mod">
          <ac:chgData name="Alessandro Edoardo Giorgio David" userId="f8954a66-e5ad-4a1c-9536-1d2117047f5f" providerId="ADAL" clId="{5FDFF4E9-53C5-47C3-A5F0-F9BF9C8F5EB8}" dt="2021-10-14T10:04:09.802" v="6667" actId="20577"/>
          <ac:spMkLst>
            <pc:docMk/>
            <pc:sldMk cId="3263308340" sldId="305"/>
            <ac:spMk id="2" creationId="{86F3C447-762E-418E-A93F-FEB56D34A53C}"/>
          </ac:spMkLst>
        </pc:spChg>
        <pc:spChg chg="mod">
          <ac:chgData name="Alessandro Edoardo Giorgio David" userId="f8954a66-e5ad-4a1c-9536-1d2117047f5f" providerId="ADAL" clId="{5FDFF4E9-53C5-47C3-A5F0-F9BF9C8F5EB8}" dt="2021-10-14T10:08:40.585" v="7048" actId="20577"/>
          <ac:spMkLst>
            <pc:docMk/>
            <pc:sldMk cId="3263308340" sldId="305"/>
            <ac:spMk id="3" creationId="{B3C330ED-FBC9-468A-994D-2ACE2267DF33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0:09:37.574" v="7057" actId="12789"/>
        <pc:sldMkLst>
          <pc:docMk/>
          <pc:sldMk cId="4168440809" sldId="306"/>
        </pc:sldMkLst>
        <pc:spChg chg="del">
          <ac:chgData name="Alessandro Edoardo Giorgio David" userId="f8954a66-e5ad-4a1c-9536-1d2117047f5f" providerId="ADAL" clId="{5FDFF4E9-53C5-47C3-A5F0-F9BF9C8F5EB8}" dt="2021-10-14T10:09:15.478" v="7051" actId="700"/>
          <ac:spMkLst>
            <pc:docMk/>
            <pc:sldMk cId="4168440809" sldId="306"/>
            <ac:spMk id="2" creationId="{16BB6EA8-BDF5-4800-A803-1E4E96554D52}"/>
          </ac:spMkLst>
        </pc:spChg>
        <pc:spChg chg="del">
          <ac:chgData name="Alessandro Edoardo Giorgio David" userId="f8954a66-e5ad-4a1c-9536-1d2117047f5f" providerId="ADAL" clId="{5FDFF4E9-53C5-47C3-A5F0-F9BF9C8F5EB8}" dt="2021-10-14T10:09:08.508" v="7050"/>
          <ac:spMkLst>
            <pc:docMk/>
            <pc:sldMk cId="4168440809" sldId="306"/>
            <ac:spMk id="3" creationId="{3ABFA1B8-4F07-4015-91A3-736D1DB3F142}"/>
          </ac:spMkLst>
        </pc:spChg>
        <pc:picChg chg="add mod ord">
          <ac:chgData name="Alessandro Edoardo Giorgio David" userId="f8954a66-e5ad-4a1c-9536-1d2117047f5f" providerId="ADAL" clId="{5FDFF4E9-53C5-47C3-A5F0-F9BF9C8F5EB8}" dt="2021-10-14T10:09:37.574" v="7057" actId="12789"/>
          <ac:picMkLst>
            <pc:docMk/>
            <pc:sldMk cId="4168440809" sldId="306"/>
            <ac:picMk id="4" creationId="{74657B9E-160E-4500-B2B4-7D97358A0488}"/>
          </ac:picMkLst>
        </pc:picChg>
      </pc:sldChg>
      <pc:sldChg chg="addSp modSp new mod">
        <pc:chgData name="Alessandro Edoardo Giorgio David" userId="f8954a66-e5ad-4a1c-9536-1d2117047f5f" providerId="ADAL" clId="{5FDFF4E9-53C5-47C3-A5F0-F9BF9C8F5EB8}" dt="2021-10-14T10:10:14.985" v="7063" actId="12788"/>
        <pc:sldMkLst>
          <pc:docMk/>
          <pc:sldMk cId="1498928346" sldId="307"/>
        </pc:sldMkLst>
        <pc:picChg chg="add mod">
          <ac:chgData name="Alessandro Edoardo Giorgio David" userId="f8954a66-e5ad-4a1c-9536-1d2117047f5f" providerId="ADAL" clId="{5FDFF4E9-53C5-47C3-A5F0-F9BF9C8F5EB8}" dt="2021-10-14T10:10:14.985" v="7063" actId="12788"/>
          <ac:picMkLst>
            <pc:docMk/>
            <pc:sldMk cId="1498928346" sldId="307"/>
            <ac:picMk id="2" creationId="{64DA4F0E-C31C-4978-96CA-AF4AC193E6C7}"/>
          </ac:picMkLst>
        </pc:picChg>
      </pc:sldChg>
      <pc:sldChg chg="addSp modSp new mod modClrScheme chgLayout">
        <pc:chgData name="Alessandro Edoardo Giorgio David" userId="f8954a66-e5ad-4a1c-9536-1d2117047f5f" providerId="ADAL" clId="{5FDFF4E9-53C5-47C3-A5F0-F9BF9C8F5EB8}" dt="2021-10-14T10:14:57.446" v="7241" actId="20577"/>
        <pc:sldMkLst>
          <pc:docMk/>
          <pc:sldMk cId="2102317271" sldId="308"/>
        </pc:sldMkLst>
        <pc:spChg chg="add mod">
          <ac:chgData name="Alessandro Edoardo Giorgio David" userId="f8954a66-e5ad-4a1c-9536-1d2117047f5f" providerId="ADAL" clId="{5FDFF4E9-53C5-47C3-A5F0-F9BF9C8F5EB8}" dt="2021-10-14T10:12:24.605" v="7087" actId="122"/>
          <ac:spMkLst>
            <pc:docMk/>
            <pc:sldMk cId="2102317271" sldId="308"/>
            <ac:spMk id="2" creationId="{769A5369-E1DA-4E1C-9155-14EB0377FBFB}"/>
          </ac:spMkLst>
        </pc:spChg>
        <pc:spChg chg="add mod">
          <ac:chgData name="Alessandro Edoardo Giorgio David" userId="f8954a66-e5ad-4a1c-9536-1d2117047f5f" providerId="ADAL" clId="{5FDFF4E9-53C5-47C3-A5F0-F9BF9C8F5EB8}" dt="2021-10-14T10:14:57.446" v="7241" actId="20577"/>
          <ac:spMkLst>
            <pc:docMk/>
            <pc:sldMk cId="2102317271" sldId="308"/>
            <ac:spMk id="3" creationId="{F028F276-7089-4658-BDA2-574C33FAFCC4}"/>
          </ac:spMkLst>
        </pc:spChg>
      </pc:sldChg>
      <pc:sldChg chg="modSp add mod ord">
        <pc:chgData name="Alessandro Edoardo Giorgio David" userId="f8954a66-e5ad-4a1c-9536-1d2117047f5f" providerId="ADAL" clId="{5FDFF4E9-53C5-47C3-A5F0-F9BF9C8F5EB8}" dt="2021-10-14T10:31:44.078" v="7364" actId="20577"/>
        <pc:sldMkLst>
          <pc:docMk/>
          <pc:sldMk cId="3617070951" sldId="309"/>
        </pc:sldMkLst>
        <pc:spChg chg="mod">
          <ac:chgData name="Alessandro Edoardo Giorgio David" userId="f8954a66-e5ad-4a1c-9536-1d2117047f5f" providerId="ADAL" clId="{5FDFF4E9-53C5-47C3-A5F0-F9BF9C8F5EB8}" dt="2021-10-14T10:17:04.498" v="7249" actId="20577"/>
          <ac:spMkLst>
            <pc:docMk/>
            <pc:sldMk cId="3617070951" sldId="309"/>
            <ac:spMk id="3" creationId="{5E228ED5-007F-42D9-BD30-4C1C72525E16}"/>
          </ac:spMkLst>
        </pc:spChg>
        <pc:spChg chg="mod">
          <ac:chgData name="Alessandro Edoardo Giorgio David" userId="f8954a66-e5ad-4a1c-9536-1d2117047f5f" providerId="ADAL" clId="{5FDFF4E9-53C5-47C3-A5F0-F9BF9C8F5EB8}" dt="2021-10-14T10:31:44.078" v="7364" actId="20577"/>
          <ac:spMkLst>
            <pc:docMk/>
            <pc:sldMk cId="3617070951" sldId="309"/>
            <ac:spMk id="4" creationId="{575C9774-517C-463E-8FE3-BA19EC3D810D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34:41.103" v="7714" actId="20577"/>
        <pc:sldMkLst>
          <pc:docMk/>
          <pc:sldMk cId="3291647177" sldId="310"/>
        </pc:sldMkLst>
        <pc:spChg chg="mod">
          <ac:chgData name="Alessandro Edoardo Giorgio David" userId="f8954a66-e5ad-4a1c-9536-1d2117047f5f" providerId="ADAL" clId="{5FDFF4E9-53C5-47C3-A5F0-F9BF9C8F5EB8}" dt="2021-10-14T10:32:28.770" v="7418" actId="122"/>
          <ac:spMkLst>
            <pc:docMk/>
            <pc:sldMk cId="3291647177" sldId="310"/>
            <ac:spMk id="2" creationId="{5BAFD2A4-77A3-4EB7-B2A6-8C47AEECC479}"/>
          </ac:spMkLst>
        </pc:spChg>
        <pc:spChg chg="mod">
          <ac:chgData name="Alessandro Edoardo Giorgio David" userId="f8954a66-e5ad-4a1c-9536-1d2117047f5f" providerId="ADAL" clId="{5FDFF4E9-53C5-47C3-A5F0-F9BF9C8F5EB8}" dt="2021-10-14T10:34:41.103" v="7714" actId="20577"/>
          <ac:spMkLst>
            <pc:docMk/>
            <pc:sldMk cId="3291647177" sldId="310"/>
            <ac:spMk id="3" creationId="{E77B486E-3DC9-41E4-8161-B93BFB94B8CF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45:28.362" v="8060" actId="20577"/>
        <pc:sldMkLst>
          <pc:docMk/>
          <pc:sldMk cId="1197056652" sldId="311"/>
        </pc:sldMkLst>
        <pc:spChg chg="mod">
          <ac:chgData name="Alessandro Edoardo Giorgio David" userId="f8954a66-e5ad-4a1c-9536-1d2117047f5f" providerId="ADAL" clId="{5FDFF4E9-53C5-47C3-A5F0-F9BF9C8F5EB8}" dt="2021-10-14T10:35:23.218" v="7739" actId="20577"/>
          <ac:spMkLst>
            <pc:docMk/>
            <pc:sldMk cId="1197056652" sldId="311"/>
            <ac:spMk id="2" creationId="{DF83825C-F4EE-45AF-B17F-DF5486721DCB}"/>
          </ac:spMkLst>
        </pc:spChg>
        <pc:spChg chg="mod">
          <ac:chgData name="Alessandro Edoardo Giorgio David" userId="f8954a66-e5ad-4a1c-9536-1d2117047f5f" providerId="ADAL" clId="{5FDFF4E9-53C5-47C3-A5F0-F9BF9C8F5EB8}" dt="2021-10-14T10:45:28.362" v="8060" actId="20577"/>
          <ac:spMkLst>
            <pc:docMk/>
            <pc:sldMk cId="1197056652" sldId="311"/>
            <ac:spMk id="3" creationId="{5364C70C-97E8-485E-AA55-6EB787DF4B81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1:11:44.708" v="8679" actId="20577"/>
        <pc:sldMkLst>
          <pc:docMk/>
          <pc:sldMk cId="3166498235" sldId="312"/>
        </pc:sldMkLst>
        <pc:spChg chg="mod">
          <ac:chgData name="Alessandro Edoardo Giorgio David" userId="f8954a66-e5ad-4a1c-9536-1d2117047f5f" providerId="ADAL" clId="{5FDFF4E9-53C5-47C3-A5F0-F9BF9C8F5EB8}" dt="2021-10-14T11:06:21.167" v="8445" actId="20577"/>
          <ac:spMkLst>
            <pc:docMk/>
            <pc:sldMk cId="3166498235" sldId="312"/>
            <ac:spMk id="2" creationId="{80F6F5D3-5034-4CC2-AEE4-6C7B7DC3A68C}"/>
          </ac:spMkLst>
        </pc:spChg>
        <pc:spChg chg="mod">
          <ac:chgData name="Alessandro Edoardo Giorgio David" userId="f8954a66-e5ad-4a1c-9536-1d2117047f5f" providerId="ADAL" clId="{5FDFF4E9-53C5-47C3-A5F0-F9BF9C8F5EB8}" dt="2021-10-14T11:11:44.708" v="8679" actId="20577"/>
          <ac:spMkLst>
            <pc:docMk/>
            <pc:sldMk cId="3166498235" sldId="312"/>
            <ac:spMk id="3" creationId="{54EB1E72-91C3-40C5-8BA2-D414EB60F6B7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1:07:43.175" v="8487" actId="1076"/>
        <pc:sldMkLst>
          <pc:docMk/>
          <pc:sldMk cId="439927486" sldId="313"/>
        </pc:sldMkLst>
        <pc:spChg chg="del mod ord">
          <ac:chgData name="Alessandro Edoardo Giorgio David" userId="f8954a66-e5ad-4a1c-9536-1d2117047f5f" providerId="ADAL" clId="{5FDFF4E9-53C5-47C3-A5F0-F9BF9C8F5EB8}" dt="2021-10-14T11:03:41.980" v="8339" actId="700"/>
          <ac:spMkLst>
            <pc:docMk/>
            <pc:sldMk cId="439927486" sldId="313"/>
            <ac:spMk id="2" creationId="{E9B5E413-3966-4C4C-9955-C7E44D1831FF}"/>
          </ac:spMkLst>
        </pc:spChg>
        <pc:spChg chg="del">
          <ac:chgData name="Alessandro Edoardo Giorgio David" userId="f8954a66-e5ad-4a1c-9536-1d2117047f5f" providerId="ADAL" clId="{5FDFF4E9-53C5-47C3-A5F0-F9BF9C8F5EB8}" dt="2021-10-14T11:03:41.980" v="8339" actId="700"/>
          <ac:spMkLst>
            <pc:docMk/>
            <pc:sldMk cId="439927486" sldId="313"/>
            <ac:spMk id="3" creationId="{436437BF-BA5C-444C-85D6-606C6A0C2B12}"/>
          </ac:spMkLst>
        </pc:spChg>
        <pc:spChg chg="add mod ord">
          <ac:chgData name="Alessandro Edoardo Giorgio David" userId="f8954a66-e5ad-4a1c-9536-1d2117047f5f" providerId="ADAL" clId="{5FDFF4E9-53C5-47C3-A5F0-F9BF9C8F5EB8}" dt="2021-10-14T11:04:20.586" v="8368" actId="700"/>
          <ac:spMkLst>
            <pc:docMk/>
            <pc:sldMk cId="439927486" sldId="313"/>
            <ac:spMk id="4" creationId="{76BB9B99-2C17-40EB-ACA5-8F2A6C20D897}"/>
          </ac:spMkLst>
        </pc:spChg>
        <pc:spChg chg="add del mod ord">
          <ac:chgData name="Alessandro Edoardo Giorgio David" userId="f8954a66-e5ad-4a1c-9536-1d2117047f5f" providerId="ADAL" clId="{5FDFF4E9-53C5-47C3-A5F0-F9BF9C8F5EB8}" dt="2021-10-14T11:04:22.444" v="8369"/>
          <ac:spMkLst>
            <pc:docMk/>
            <pc:sldMk cId="439927486" sldId="313"/>
            <ac:spMk id="6" creationId="{EC4F78BF-686A-4F60-9B20-F55005D24AA4}"/>
          </ac:spMkLst>
        </pc:spChg>
        <pc:picChg chg="add del">
          <ac:chgData name="Alessandro Edoardo Giorgio David" userId="f8954a66-e5ad-4a1c-9536-1d2117047f5f" providerId="ADAL" clId="{5FDFF4E9-53C5-47C3-A5F0-F9BF9C8F5EB8}" dt="2021-10-14T11:04:17.186" v="8367"/>
          <ac:picMkLst>
            <pc:docMk/>
            <pc:sldMk cId="439927486" sldId="313"/>
            <ac:picMk id="5" creationId="{F9B3A952-B29A-48A6-8A96-E02BE608DFD5}"/>
          </ac:picMkLst>
        </pc:picChg>
        <pc:picChg chg="add mod">
          <ac:chgData name="Alessandro Edoardo Giorgio David" userId="f8954a66-e5ad-4a1c-9536-1d2117047f5f" providerId="ADAL" clId="{5FDFF4E9-53C5-47C3-A5F0-F9BF9C8F5EB8}" dt="2021-10-14T11:07:43.175" v="8487" actId="1076"/>
          <ac:picMkLst>
            <pc:docMk/>
            <pc:sldMk cId="439927486" sldId="313"/>
            <ac:picMk id="7" creationId="{4A5B524C-28A4-4A02-8C72-452390A725E1}"/>
          </ac:picMkLst>
        </pc:picChg>
        <pc:picChg chg="add mod">
          <ac:chgData name="Alessandro Edoardo Giorgio David" userId="f8954a66-e5ad-4a1c-9536-1d2117047f5f" providerId="ADAL" clId="{5FDFF4E9-53C5-47C3-A5F0-F9BF9C8F5EB8}" dt="2021-10-14T11:07:35.635" v="8484" actId="1076"/>
          <ac:picMkLst>
            <pc:docMk/>
            <pc:sldMk cId="439927486" sldId="313"/>
            <ac:picMk id="8" creationId="{9ED0C024-74CA-4A9E-AE22-038E5D071A03}"/>
          </ac:picMkLst>
        </pc:pic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1:13:05.059" v="8688" actId="12788"/>
        <pc:sldMkLst>
          <pc:docMk/>
          <pc:sldMk cId="4281669870" sldId="314"/>
        </pc:sldMkLst>
        <pc:spChg chg="del">
          <ac:chgData name="Alessandro Edoardo Giorgio David" userId="f8954a66-e5ad-4a1c-9536-1d2117047f5f" providerId="ADAL" clId="{5FDFF4E9-53C5-47C3-A5F0-F9BF9C8F5EB8}" dt="2021-10-14T11:12:45.737" v="8682" actId="700"/>
          <ac:spMkLst>
            <pc:docMk/>
            <pc:sldMk cId="4281669870" sldId="314"/>
            <ac:spMk id="2" creationId="{AFC65C94-FD53-43B2-9C08-F1CC31E78B59}"/>
          </ac:spMkLst>
        </pc:spChg>
        <pc:spChg chg="del">
          <ac:chgData name="Alessandro Edoardo Giorgio David" userId="f8954a66-e5ad-4a1c-9536-1d2117047f5f" providerId="ADAL" clId="{5FDFF4E9-53C5-47C3-A5F0-F9BF9C8F5EB8}" dt="2021-10-14T11:12:40.199" v="8681"/>
          <ac:spMkLst>
            <pc:docMk/>
            <pc:sldMk cId="4281669870" sldId="314"/>
            <ac:spMk id="3" creationId="{ED36B5F1-C355-4FB1-A28D-800BC561689D}"/>
          </ac:spMkLst>
        </pc:spChg>
        <pc:picChg chg="add mod ord">
          <ac:chgData name="Alessandro Edoardo Giorgio David" userId="f8954a66-e5ad-4a1c-9536-1d2117047f5f" providerId="ADAL" clId="{5FDFF4E9-53C5-47C3-A5F0-F9BF9C8F5EB8}" dt="2021-10-14T11:13:05.059" v="8688" actId="12788"/>
          <ac:picMkLst>
            <pc:docMk/>
            <pc:sldMk cId="4281669870" sldId="314"/>
            <ac:picMk id="4" creationId="{F5CA7FA2-BBB8-4EC2-AB15-5D1A17BF74DA}"/>
          </ac:picMkLst>
        </pc:picChg>
      </pc:sldChg>
      <pc:sldChg chg="modSp add mod ord">
        <pc:chgData name="Alessandro Edoardo Giorgio David" userId="f8954a66-e5ad-4a1c-9536-1d2117047f5f" providerId="ADAL" clId="{5FDFF4E9-53C5-47C3-A5F0-F9BF9C8F5EB8}" dt="2021-10-15T08:46:53.931" v="9369" actId="20577"/>
        <pc:sldMkLst>
          <pc:docMk/>
          <pc:sldMk cId="1569596813" sldId="315"/>
        </pc:sldMkLst>
        <pc:spChg chg="mod">
          <ac:chgData name="Alessandro Edoardo Giorgio David" userId="f8954a66-e5ad-4a1c-9536-1d2117047f5f" providerId="ADAL" clId="{5FDFF4E9-53C5-47C3-A5F0-F9BF9C8F5EB8}" dt="2021-10-15T08:19:39.734" v="8694" actId="20577"/>
          <ac:spMkLst>
            <pc:docMk/>
            <pc:sldMk cId="1569596813" sldId="315"/>
            <ac:spMk id="3" creationId="{5E228ED5-007F-42D9-BD30-4C1C72525E16}"/>
          </ac:spMkLst>
        </pc:spChg>
        <pc:spChg chg="mod">
          <ac:chgData name="Alessandro Edoardo Giorgio David" userId="f8954a66-e5ad-4a1c-9536-1d2117047f5f" providerId="ADAL" clId="{5FDFF4E9-53C5-47C3-A5F0-F9BF9C8F5EB8}" dt="2021-10-15T08:46:53.931" v="9369" actId="20577"/>
          <ac:spMkLst>
            <pc:docMk/>
            <pc:sldMk cId="1569596813" sldId="315"/>
            <ac:spMk id="4" creationId="{575C9774-517C-463E-8FE3-BA19EC3D810D}"/>
          </ac:spMkLst>
        </pc:spChg>
      </pc:sldChg>
      <pc:sldChg chg="addSp delSp modSp new mod">
        <pc:chgData name="Alessandro Edoardo Giorgio David" userId="f8954a66-e5ad-4a1c-9536-1d2117047f5f" providerId="ADAL" clId="{5FDFF4E9-53C5-47C3-A5F0-F9BF9C8F5EB8}" dt="2021-10-15T08:40:53.379" v="9198"/>
        <pc:sldMkLst>
          <pc:docMk/>
          <pc:sldMk cId="3952759020" sldId="316"/>
        </pc:sldMkLst>
        <pc:spChg chg="mod">
          <ac:chgData name="Alessandro Edoardo Giorgio David" userId="f8954a66-e5ad-4a1c-9536-1d2117047f5f" providerId="ADAL" clId="{5FDFF4E9-53C5-47C3-A5F0-F9BF9C8F5EB8}" dt="2021-10-15T08:25:32.531" v="8804" actId="122"/>
          <ac:spMkLst>
            <pc:docMk/>
            <pc:sldMk cId="3952759020" sldId="316"/>
            <ac:spMk id="2" creationId="{E2F8E124-52E9-427F-9899-AEE28F7B3480}"/>
          </ac:spMkLst>
        </pc:spChg>
        <pc:spChg chg="add mod">
          <ac:chgData name="Alessandro Edoardo Giorgio David" userId="f8954a66-e5ad-4a1c-9536-1d2117047f5f" providerId="ADAL" clId="{5FDFF4E9-53C5-47C3-A5F0-F9BF9C8F5EB8}" dt="2021-10-15T08:32:34.610" v="8876" actId="1076"/>
          <ac:spMkLst>
            <pc:docMk/>
            <pc:sldMk cId="3952759020" sldId="316"/>
            <ac:spMk id="21" creationId="{F37F0922-6089-432A-8BD5-CA41DA473F03}"/>
          </ac:spMkLst>
        </pc:spChg>
        <pc:spChg chg="add del mod">
          <ac:chgData name="Alessandro Edoardo Giorgio David" userId="f8954a66-e5ad-4a1c-9536-1d2117047f5f" providerId="ADAL" clId="{5FDFF4E9-53C5-47C3-A5F0-F9BF9C8F5EB8}" dt="2021-10-15T08:40:53.379" v="9198"/>
          <ac:spMkLst>
            <pc:docMk/>
            <pc:sldMk cId="3952759020" sldId="316"/>
            <ac:spMk id="22" creationId="{B0C31138-69D4-4EAF-A52B-32196023F77E}"/>
          </ac:spMkLst>
        </pc:spChg>
        <pc:spChg chg="add mod">
          <ac:chgData name="Alessandro Edoardo Giorgio David" userId="f8954a66-e5ad-4a1c-9536-1d2117047f5f" providerId="ADAL" clId="{5FDFF4E9-53C5-47C3-A5F0-F9BF9C8F5EB8}" dt="2021-10-15T08:33:04.425" v="8882" actId="1076"/>
          <ac:spMkLst>
            <pc:docMk/>
            <pc:sldMk cId="3952759020" sldId="316"/>
            <ac:spMk id="23" creationId="{46A6E860-E6C7-499B-9E3B-F27F54382CC5}"/>
          </ac:spMkLst>
        </pc:spChg>
        <pc:spChg chg="add mod">
          <ac:chgData name="Alessandro Edoardo Giorgio David" userId="f8954a66-e5ad-4a1c-9536-1d2117047f5f" providerId="ADAL" clId="{5FDFF4E9-53C5-47C3-A5F0-F9BF9C8F5EB8}" dt="2021-10-15T08:33:23.259" v="8886" actId="1076"/>
          <ac:spMkLst>
            <pc:docMk/>
            <pc:sldMk cId="3952759020" sldId="316"/>
            <ac:spMk id="24" creationId="{D9A1E74B-3355-45C5-9F92-340C22EBF818}"/>
          </ac:spMkLst>
        </pc:spChg>
        <pc:spChg chg="add mod">
          <ac:chgData name="Alessandro Edoardo Giorgio David" userId="f8954a66-e5ad-4a1c-9536-1d2117047f5f" providerId="ADAL" clId="{5FDFF4E9-53C5-47C3-A5F0-F9BF9C8F5EB8}" dt="2021-10-15T08:37:09.698" v="9097" actId="206"/>
          <ac:spMkLst>
            <pc:docMk/>
            <pc:sldMk cId="3952759020" sldId="316"/>
            <ac:spMk id="25" creationId="{E359A3B1-8FC1-496A-A6EC-D1BBA0D8A245}"/>
          </ac:spMkLst>
        </pc:spChg>
        <pc:spChg chg="add mod">
          <ac:chgData name="Alessandro Edoardo Giorgio David" userId="f8954a66-e5ad-4a1c-9536-1d2117047f5f" providerId="ADAL" clId="{5FDFF4E9-53C5-47C3-A5F0-F9BF9C8F5EB8}" dt="2021-10-15T08:36:41.358" v="9095" actId="14100"/>
          <ac:spMkLst>
            <pc:docMk/>
            <pc:sldMk cId="3952759020" sldId="316"/>
            <ac:spMk id="26" creationId="{1B22460A-C6AF-4C73-B82E-E15FD61C3FCA}"/>
          </ac:spMkLst>
        </pc:spChg>
        <pc:spChg chg="add mod">
          <ac:chgData name="Alessandro Edoardo Giorgio David" userId="f8954a66-e5ad-4a1c-9536-1d2117047f5f" providerId="ADAL" clId="{5FDFF4E9-53C5-47C3-A5F0-F9BF9C8F5EB8}" dt="2021-10-15T08:40:28.377" v="9179" actId="206"/>
          <ac:spMkLst>
            <pc:docMk/>
            <pc:sldMk cId="3952759020" sldId="316"/>
            <ac:spMk id="27" creationId="{29741EF0-19F9-49E2-9D8F-691F6EC2FD3B}"/>
          </ac:spMkLst>
        </pc:spChg>
        <pc:spChg chg="add mod">
          <ac:chgData name="Alessandro Edoardo Giorgio David" userId="f8954a66-e5ad-4a1c-9536-1d2117047f5f" providerId="ADAL" clId="{5FDFF4E9-53C5-47C3-A5F0-F9BF9C8F5EB8}" dt="2021-10-15T08:40:42.325" v="9196" actId="20577"/>
          <ac:spMkLst>
            <pc:docMk/>
            <pc:sldMk cId="3952759020" sldId="316"/>
            <ac:spMk id="28" creationId="{5F16DEBD-B25A-4E11-A3BC-7924F4897460}"/>
          </ac:spMkLst>
        </pc:spChg>
        <pc:cxnChg chg="add mod">
          <ac:chgData name="Alessandro Edoardo Giorgio David" userId="f8954a66-e5ad-4a1c-9536-1d2117047f5f" providerId="ADAL" clId="{5FDFF4E9-53C5-47C3-A5F0-F9BF9C8F5EB8}" dt="2021-10-15T08:28:27.061" v="8820" actId="14100"/>
          <ac:cxnSpMkLst>
            <pc:docMk/>
            <pc:sldMk cId="3952759020" sldId="316"/>
            <ac:cxnSpMk id="5" creationId="{3554C2CA-28E3-4902-B1BB-220D5838CD02}"/>
          </ac:cxnSpMkLst>
        </pc:cxnChg>
        <pc:cxnChg chg="add mod">
          <ac:chgData name="Alessandro Edoardo Giorgio David" userId="f8954a66-e5ad-4a1c-9536-1d2117047f5f" providerId="ADAL" clId="{5FDFF4E9-53C5-47C3-A5F0-F9BF9C8F5EB8}" dt="2021-10-15T08:28:20.750" v="8818" actId="14100"/>
          <ac:cxnSpMkLst>
            <pc:docMk/>
            <pc:sldMk cId="3952759020" sldId="316"/>
            <ac:cxnSpMk id="6" creationId="{C16C8603-569B-4CA4-8C22-02C2EA885D49}"/>
          </ac:cxnSpMkLst>
        </pc:cxnChg>
        <pc:cxnChg chg="add mod">
          <ac:chgData name="Alessandro Edoardo Giorgio David" userId="f8954a66-e5ad-4a1c-9536-1d2117047f5f" providerId="ADAL" clId="{5FDFF4E9-53C5-47C3-A5F0-F9BF9C8F5EB8}" dt="2021-10-15T08:30:12.672" v="8836" actId="692"/>
          <ac:cxnSpMkLst>
            <pc:docMk/>
            <pc:sldMk cId="3952759020" sldId="316"/>
            <ac:cxnSpMk id="12" creationId="{9395EC0F-A5A1-4359-A33A-3C290C67729D}"/>
          </ac:cxnSpMkLst>
        </pc:cxnChg>
        <pc:cxnChg chg="add mod">
          <ac:chgData name="Alessandro Edoardo Giorgio David" userId="f8954a66-e5ad-4a1c-9536-1d2117047f5f" providerId="ADAL" clId="{5FDFF4E9-53C5-47C3-A5F0-F9BF9C8F5EB8}" dt="2021-10-15T08:30:58.970" v="8846" actId="13822"/>
          <ac:cxnSpMkLst>
            <pc:docMk/>
            <pc:sldMk cId="3952759020" sldId="316"/>
            <ac:cxnSpMk id="14" creationId="{FF9B10BD-C5CE-4A6F-90E2-E7DD9BB3CFB8}"/>
          </ac:cxnSpMkLst>
        </pc:cxnChg>
        <pc:cxnChg chg="add mod">
          <ac:chgData name="Alessandro Edoardo Giorgio David" userId="f8954a66-e5ad-4a1c-9536-1d2117047f5f" providerId="ADAL" clId="{5FDFF4E9-53C5-47C3-A5F0-F9BF9C8F5EB8}" dt="2021-10-15T08:31:37.371" v="8860" actId="692"/>
          <ac:cxnSpMkLst>
            <pc:docMk/>
            <pc:sldMk cId="3952759020" sldId="316"/>
            <ac:cxnSpMk id="16" creationId="{587BC7CD-2AF8-46E7-A0C6-27E3579BFF88}"/>
          </ac:cxnSpMkLst>
        </pc:cxnChg>
        <pc:cxnChg chg="add mod">
          <ac:chgData name="Alessandro Edoardo Giorgio David" userId="f8954a66-e5ad-4a1c-9536-1d2117047f5f" providerId="ADAL" clId="{5FDFF4E9-53C5-47C3-A5F0-F9BF9C8F5EB8}" dt="2021-10-15T08:32:09.667" v="8869" actId="692"/>
          <ac:cxnSpMkLst>
            <pc:docMk/>
            <pc:sldMk cId="3952759020" sldId="316"/>
            <ac:cxnSpMk id="20" creationId="{2AFDC753-EDE5-49FE-8244-8B914A3F9F2D}"/>
          </ac:cxnSpMkLst>
        </pc:cxnChg>
      </pc:sldChg>
      <pc:sldChg chg="addSp delSp modSp new mod">
        <pc:chgData name="Alessandro Edoardo Giorgio David" userId="f8954a66-e5ad-4a1c-9536-1d2117047f5f" providerId="ADAL" clId="{5FDFF4E9-53C5-47C3-A5F0-F9BF9C8F5EB8}" dt="2021-10-15T08:52:03.800" v="9411" actId="1076"/>
        <pc:sldMkLst>
          <pc:docMk/>
          <pc:sldMk cId="2000440402" sldId="317"/>
        </pc:sldMkLst>
        <pc:spChg chg="mod">
          <ac:chgData name="Alessandro Edoardo Giorgio David" userId="f8954a66-e5ad-4a1c-9536-1d2117047f5f" providerId="ADAL" clId="{5FDFF4E9-53C5-47C3-A5F0-F9BF9C8F5EB8}" dt="2021-10-15T08:47:13.260" v="9406" actId="122"/>
          <ac:spMkLst>
            <pc:docMk/>
            <pc:sldMk cId="2000440402" sldId="317"/>
            <ac:spMk id="2" creationId="{546E5666-DDB0-42C5-A023-8C0CE7D7C7C2}"/>
          </ac:spMkLst>
        </pc:spChg>
        <pc:spChg chg="del">
          <ac:chgData name="Alessandro Edoardo Giorgio David" userId="f8954a66-e5ad-4a1c-9536-1d2117047f5f" providerId="ADAL" clId="{5FDFF4E9-53C5-47C3-A5F0-F9BF9C8F5EB8}" dt="2021-10-15T08:51:25.641" v="9407"/>
          <ac:spMkLst>
            <pc:docMk/>
            <pc:sldMk cId="2000440402" sldId="317"/>
            <ac:spMk id="3" creationId="{FDC1FFAD-6957-4D6F-AB2D-6AE9B4762924}"/>
          </ac:spMkLst>
        </pc:spChg>
        <pc:picChg chg="add mod">
          <ac:chgData name="Alessandro Edoardo Giorgio David" userId="f8954a66-e5ad-4a1c-9536-1d2117047f5f" providerId="ADAL" clId="{5FDFF4E9-53C5-47C3-A5F0-F9BF9C8F5EB8}" dt="2021-10-15T08:52:03.800" v="9411" actId="1076"/>
          <ac:picMkLst>
            <pc:docMk/>
            <pc:sldMk cId="2000440402" sldId="317"/>
            <ac:picMk id="4" creationId="{077524C0-4FD5-4618-AE8F-70B51720ADCA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5T09:31:10.145" v="10293" actId="313"/>
        <pc:sldMkLst>
          <pc:docMk/>
          <pc:sldMk cId="3722763042" sldId="318"/>
        </pc:sldMkLst>
        <pc:spChg chg="mod">
          <ac:chgData name="Alessandro Edoardo Giorgio David" userId="f8954a66-e5ad-4a1c-9536-1d2117047f5f" providerId="ADAL" clId="{5FDFF4E9-53C5-47C3-A5F0-F9BF9C8F5EB8}" dt="2021-10-15T08:53:34.477" v="9440" actId="20577"/>
          <ac:spMkLst>
            <pc:docMk/>
            <pc:sldMk cId="3722763042" sldId="318"/>
            <ac:spMk id="2" creationId="{3E2AF14E-D7A7-4421-8CF4-77A77164403B}"/>
          </ac:spMkLst>
        </pc:spChg>
        <pc:spChg chg="mod">
          <ac:chgData name="Alessandro Edoardo Giorgio David" userId="f8954a66-e5ad-4a1c-9536-1d2117047f5f" providerId="ADAL" clId="{5FDFF4E9-53C5-47C3-A5F0-F9BF9C8F5EB8}" dt="2021-10-15T09:31:10.145" v="10293" actId="313"/>
          <ac:spMkLst>
            <pc:docMk/>
            <pc:sldMk cId="3722763042" sldId="318"/>
            <ac:spMk id="3" creationId="{239325DB-1C5F-4396-8A2F-9FF3E52000A6}"/>
          </ac:spMkLst>
        </pc:spChg>
      </pc:sldChg>
      <pc:sldChg chg="modSp add mod">
        <pc:chgData name="Alessandro Edoardo Giorgio David" userId="f8954a66-e5ad-4a1c-9536-1d2117047f5f" providerId="ADAL" clId="{5FDFF4E9-53C5-47C3-A5F0-F9BF9C8F5EB8}" dt="2021-10-15T09:33:50.776" v="10422" actId="313"/>
        <pc:sldMkLst>
          <pc:docMk/>
          <pc:sldMk cId="3205315150" sldId="319"/>
        </pc:sldMkLst>
        <pc:spChg chg="mod">
          <ac:chgData name="Alessandro Edoardo Giorgio David" userId="f8954a66-e5ad-4a1c-9536-1d2117047f5f" providerId="ADAL" clId="{5FDFF4E9-53C5-47C3-A5F0-F9BF9C8F5EB8}" dt="2021-10-15T09:31:28.017" v="10304" actId="20577"/>
          <ac:spMkLst>
            <pc:docMk/>
            <pc:sldMk cId="3205315150" sldId="319"/>
            <ac:spMk id="2" creationId="{3E2AF14E-D7A7-4421-8CF4-77A77164403B}"/>
          </ac:spMkLst>
        </pc:spChg>
        <pc:spChg chg="mod">
          <ac:chgData name="Alessandro Edoardo Giorgio David" userId="f8954a66-e5ad-4a1c-9536-1d2117047f5f" providerId="ADAL" clId="{5FDFF4E9-53C5-47C3-A5F0-F9BF9C8F5EB8}" dt="2021-10-15T09:33:50.776" v="10422" actId="313"/>
          <ac:spMkLst>
            <pc:docMk/>
            <pc:sldMk cId="3205315150" sldId="319"/>
            <ac:spMk id="3" creationId="{239325DB-1C5F-4396-8A2F-9FF3E52000A6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5T10:09:51.150" v="11212" actId="5793"/>
        <pc:sldMkLst>
          <pc:docMk/>
          <pc:sldMk cId="2400078326" sldId="320"/>
        </pc:sldMkLst>
        <pc:spChg chg="mod">
          <ac:chgData name="Alessandro Edoardo Giorgio David" userId="f8954a66-e5ad-4a1c-9536-1d2117047f5f" providerId="ADAL" clId="{5FDFF4E9-53C5-47C3-A5F0-F9BF9C8F5EB8}" dt="2021-10-15T09:34:17.166" v="10446" actId="122"/>
          <ac:spMkLst>
            <pc:docMk/>
            <pc:sldMk cId="2400078326" sldId="320"/>
            <ac:spMk id="2" creationId="{CF2D8F3D-9DB2-43CE-AA2F-82045436B3D8}"/>
          </ac:spMkLst>
        </pc:spChg>
        <pc:spChg chg="mod">
          <ac:chgData name="Alessandro Edoardo Giorgio David" userId="f8954a66-e5ad-4a1c-9536-1d2117047f5f" providerId="ADAL" clId="{5FDFF4E9-53C5-47C3-A5F0-F9BF9C8F5EB8}" dt="2021-10-15T10:09:51.150" v="11212" actId="5793"/>
          <ac:spMkLst>
            <pc:docMk/>
            <pc:sldMk cId="2400078326" sldId="320"/>
            <ac:spMk id="3" creationId="{61B6835A-90DB-47DB-8F6D-8891BE2AD950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5T10:29:33.286" v="11685" actId="20577"/>
        <pc:sldMkLst>
          <pc:docMk/>
          <pc:sldMk cId="1180485955" sldId="321"/>
        </pc:sldMkLst>
        <pc:spChg chg="mod">
          <ac:chgData name="Alessandro Edoardo Giorgio David" userId="f8954a66-e5ad-4a1c-9536-1d2117047f5f" providerId="ADAL" clId="{5FDFF4E9-53C5-47C3-A5F0-F9BF9C8F5EB8}" dt="2021-10-15T10:15:51.177" v="11593" actId="790"/>
          <ac:spMkLst>
            <pc:docMk/>
            <pc:sldMk cId="1180485955" sldId="321"/>
            <ac:spMk id="2" creationId="{A919A175-5421-443B-BF6C-7A1C8C5D047E}"/>
          </ac:spMkLst>
        </pc:spChg>
        <pc:spChg chg="mod">
          <ac:chgData name="Alessandro Edoardo Giorgio David" userId="f8954a66-e5ad-4a1c-9536-1d2117047f5f" providerId="ADAL" clId="{5FDFF4E9-53C5-47C3-A5F0-F9BF9C8F5EB8}" dt="2021-10-15T10:29:33.286" v="11685" actId="20577"/>
          <ac:spMkLst>
            <pc:docMk/>
            <pc:sldMk cId="1180485955" sldId="321"/>
            <ac:spMk id="3" creationId="{F1669C8D-9584-4DE4-BDBA-CFD4F01BD686}"/>
          </ac:spMkLst>
        </pc:spChg>
      </pc:sldChg>
      <pc:sldChg chg="addSp modSp new mod">
        <pc:chgData name="Alessandro Edoardo Giorgio David" userId="f8954a66-e5ad-4a1c-9536-1d2117047f5f" providerId="ADAL" clId="{5FDFF4E9-53C5-47C3-A5F0-F9BF9C8F5EB8}" dt="2021-10-15T10:32:11.534" v="11794" actId="14100"/>
        <pc:sldMkLst>
          <pc:docMk/>
          <pc:sldMk cId="1903229378" sldId="322"/>
        </pc:sldMkLst>
        <pc:spChg chg="mod">
          <ac:chgData name="Alessandro Edoardo Giorgio David" userId="f8954a66-e5ad-4a1c-9536-1d2117047f5f" providerId="ADAL" clId="{5FDFF4E9-53C5-47C3-A5F0-F9BF9C8F5EB8}" dt="2021-10-15T10:30:18.179" v="11705" actId="122"/>
          <ac:spMkLst>
            <pc:docMk/>
            <pc:sldMk cId="1903229378" sldId="322"/>
            <ac:spMk id="2" creationId="{EF995D71-B9DF-4648-BD73-ED5A970153F1}"/>
          </ac:spMkLst>
        </pc:spChg>
        <pc:spChg chg="mod">
          <ac:chgData name="Alessandro Edoardo Giorgio David" userId="f8954a66-e5ad-4a1c-9536-1d2117047f5f" providerId="ADAL" clId="{5FDFF4E9-53C5-47C3-A5F0-F9BF9C8F5EB8}" dt="2021-10-15T10:32:00.309" v="11792" actId="790"/>
          <ac:spMkLst>
            <pc:docMk/>
            <pc:sldMk cId="1903229378" sldId="322"/>
            <ac:spMk id="3" creationId="{81F2B128-CF0F-420E-8B89-BB631A90C511}"/>
          </ac:spMkLst>
        </pc:spChg>
        <pc:picChg chg="add mod">
          <ac:chgData name="Alessandro Edoardo Giorgio David" userId="f8954a66-e5ad-4a1c-9536-1d2117047f5f" providerId="ADAL" clId="{5FDFF4E9-53C5-47C3-A5F0-F9BF9C8F5EB8}" dt="2021-10-15T10:32:11.534" v="11794" actId="14100"/>
          <ac:picMkLst>
            <pc:docMk/>
            <pc:sldMk cId="1903229378" sldId="322"/>
            <ac:picMk id="4" creationId="{F5A1ADD9-497E-4C5E-B690-C01991FFB651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5T10:36:32.233" v="12077" actId="790"/>
        <pc:sldMkLst>
          <pc:docMk/>
          <pc:sldMk cId="3069370513" sldId="323"/>
        </pc:sldMkLst>
        <pc:spChg chg="mod">
          <ac:chgData name="Alessandro Edoardo Giorgio David" userId="f8954a66-e5ad-4a1c-9536-1d2117047f5f" providerId="ADAL" clId="{5FDFF4E9-53C5-47C3-A5F0-F9BF9C8F5EB8}" dt="2021-10-15T10:33:06.026" v="11808" actId="20577"/>
          <ac:spMkLst>
            <pc:docMk/>
            <pc:sldMk cId="3069370513" sldId="323"/>
            <ac:spMk id="2" creationId="{FA2AE7F9-40D4-4D66-9850-4698E5427C9E}"/>
          </ac:spMkLst>
        </pc:spChg>
        <pc:spChg chg="mod">
          <ac:chgData name="Alessandro Edoardo Giorgio David" userId="f8954a66-e5ad-4a1c-9536-1d2117047f5f" providerId="ADAL" clId="{5FDFF4E9-53C5-47C3-A5F0-F9BF9C8F5EB8}" dt="2021-10-15T10:36:32.233" v="12077" actId="790"/>
          <ac:spMkLst>
            <pc:docMk/>
            <pc:sldMk cId="3069370513" sldId="323"/>
            <ac:spMk id="3" creationId="{0EA96E1F-C5FB-4C1C-8D2F-8C4CAA663AE1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5T10:38:05.088" v="12084" actId="12788"/>
        <pc:sldMkLst>
          <pc:docMk/>
          <pc:sldMk cId="1459896615" sldId="324"/>
        </pc:sldMkLst>
        <pc:spChg chg="del">
          <ac:chgData name="Alessandro Edoardo Giorgio David" userId="f8954a66-e5ad-4a1c-9536-1d2117047f5f" providerId="ADAL" clId="{5FDFF4E9-53C5-47C3-A5F0-F9BF9C8F5EB8}" dt="2021-10-15T10:37:55.113" v="12081" actId="700"/>
          <ac:spMkLst>
            <pc:docMk/>
            <pc:sldMk cId="1459896615" sldId="324"/>
            <ac:spMk id="2" creationId="{128638C7-B340-451C-A949-99FA85F425AB}"/>
          </ac:spMkLst>
        </pc:spChg>
        <pc:spChg chg="del">
          <ac:chgData name="Alessandro Edoardo Giorgio David" userId="f8954a66-e5ad-4a1c-9536-1d2117047f5f" providerId="ADAL" clId="{5FDFF4E9-53C5-47C3-A5F0-F9BF9C8F5EB8}" dt="2021-10-15T10:37:43.490" v="12079"/>
          <ac:spMkLst>
            <pc:docMk/>
            <pc:sldMk cId="1459896615" sldId="324"/>
            <ac:spMk id="3" creationId="{3FA26AAD-868E-4BA6-9B23-6AD990D0D904}"/>
          </ac:spMkLst>
        </pc:spChg>
        <pc:picChg chg="add mod ord">
          <ac:chgData name="Alessandro Edoardo Giorgio David" userId="f8954a66-e5ad-4a1c-9536-1d2117047f5f" providerId="ADAL" clId="{5FDFF4E9-53C5-47C3-A5F0-F9BF9C8F5EB8}" dt="2021-10-15T10:38:05.088" v="12084" actId="12788"/>
          <ac:picMkLst>
            <pc:docMk/>
            <pc:sldMk cId="1459896615" sldId="324"/>
            <ac:picMk id="4" creationId="{51366AD1-943D-4D04-9613-18EF6B590E6A}"/>
          </ac:picMkLst>
        </pc:picChg>
      </pc:sldChg>
      <pc:sldChg chg="addSp modSp new mod modClrScheme chgLayout">
        <pc:chgData name="Alessandro Edoardo Giorgio David" userId="f8954a66-e5ad-4a1c-9536-1d2117047f5f" providerId="ADAL" clId="{5FDFF4E9-53C5-47C3-A5F0-F9BF9C8F5EB8}" dt="2021-10-15T10:52:47.335" v="12790" actId="113"/>
        <pc:sldMkLst>
          <pc:docMk/>
          <pc:sldMk cId="3546220868" sldId="325"/>
        </pc:sldMkLst>
        <pc:spChg chg="add mod">
          <ac:chgData name="Alessandro Edoardo Giorgio David" userId="f8954a66-e5ad-4a1c-9536-1d2117047f5f" providerId="ADAL" clId="{5FDFF4E9-53C5-47C3-A5F0-F9BF9C8F5EB8}" dt="2021-10-15T10:39:31.771" v="12131" actId="790"/>
          <ac:spMkLst>
            <pc:docMk/>
            <pc:sldMk cId="3546220868" sldId="325"/>
            <ac:spMk id="2" creationId="{FF971C22-3DDE-4F5A-987B-A065AE317061}"/>
          </ac:spMkLst>
        </pc:spChg>
        <pc:spChg chg="add mod">
          <ac:chgData name="Alessandro Edoardo Giorgio David" userId="f8954a66-e5ad-4a1c-9536-1d2117047f5f" providerId="ADAL" clId="{5FDFF4E9-53C5-47C3-A5F0-F9BF9C8F5EB8}" dt="2021-10-15T10:52:47.335" v="12790" actId="113"/>
          <ac:spMkLst>
            <pc:docMk/>
            <pc:sldMk cId="3546220868" sldId="325"/>
            <ac:spMk id="3" creationId="{50C9F2D4-E6C4-46FB-9A60-4135C55AEC2B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5T11:01:03.205" v="13398" actId="20577"/>
        <pc:sldMkLst>
          <pc:docMk/>
          <pc:sldMk cId="3868657482" sldId="326"/>
        </pc:sldMkLst>
        <pc:spChg chg="mod">
          <ac:chgData name="Alessandro Edoardo Giorgio David" userId="f8954a66-e5ad-4a1c-9536-1d2117047f5f" providerId="ADAL" clId="{5FDFF4E9-53C5-47C3-A5F0-F9BF9C8F5EB8}" dt="2021-10-15T10:53:09.427" v="12803" actId="20577"/>
          <ac:spMkLst>
            <pc:docMk/>
            <pc:sldMk cId="3868657482" sldId="326"/>
            <ac:spMk id="2" creationId="{A1B07253-A24F-47C3-B9DF-2841391215B0}"/>
          </ac:spMkLst>
        </pc:spChg>
        <pc:spChg chg="mod">
          <ac:chgData name="Alessandro Edoardo Giorgio David" userId="f8954a66-e5ad-4a1c-9536-1d2117047f5f" providerId="ADAL" clId="{5FDFF4E9-53C5-47C3-A5F0-F9BF9C8F5EB8}" dt="2021-10-15T11:01:03.205" v="13398" actId="20577"/>
          <ac:spMkLst>
            <pc:docMk/>
            <pc:sldMk cId="3868657482" sldId="326"/>
            <ac:spMk id="3" creationId="{E2707A52-B3EC-41AC-9735-054A20FA188D}"/>
          </ac:spMkLst>
        </pc:spChg>
      </pc:sldChg>
      <pc:sldChg chg="addSp delSp modSp new mod">
        <pc:chgData name="Alessandro Edoardo Giorgio David" userId="f8954a66-e5ad-4a1c-9536-1d2117047f5f" providerId="ADAL" clId="{5FDFF4E9-53C5-47C3-A5F0-F9BF9C8F5EB8}" dt="2021-10-27T05:19:32.887" v="13444" actId="22"/>
        <pc:sldMkLst>
          <pc:docMk/>
          <pc:sldMk cId="407452452" sldId="339"/>
        </pc:sldMkLst>
        <pc:spChg chg="mod">
          <ac:chgData name="Alessandro Edoardo Giorgio David" userId="f8954a66-e5ad-4a1c-9536-1d2117047f5f" providerId="ADAL" clId="{5FDFF4E9-53C5-47C3-A5F0-F9BF9C8F5EB8}" dt="2021-10-27T05:19:28.762" v="13443" actId="122"/>
          <ac:spMkLst>
            <pc:docMk/>
            <pc:sldMk cId="407452452" sldId="339"/>
            <ac:spMk id="2" creationId="{07BD8891-4B4B-4784-ABC7-550619B12ACC}"/>
          </ac:spMkLst>
        </pc:spChg>
        <pc:spChg chg="del">
          <ac:chgData name="Alessandro Edoardo Giorgio David" userId="f8954a66-e5ad-4a1c-9536-1d2117047f5f" providerId="ADAL" clId="{5FDFF4E9-53C5-47C3-A5F0-F9BF9C8F5EB8}" dt="2021-10-27T05:19:32.887" v="13444" actId="22"/>
          <ac:spMkLst>
            <pc:docMk/>
            <pc:sldMk cId="407452452" sldId="339"/>
            <ac:spMk id="3" creationId="{B1800F63-5AFB-4928-9A03-8035C79DCE3B}"/>
          </ac:spMkLst>
        </pc:spChg>
        <pc:picChg chg="add mod ord">
          <ac:chgData name="Alessandro Edoardo Giorgio David" userId="f8954a66-e5ad-4a1c-9536-1d2117047f5f" providerId="ADAL" clId="{5FDFF4E9-53C5-47C3-A5F0-F9BF9C8F5EB8}" dt="2021-10-27T05:19:32.887" v="13444" actId="22"/>
          <ac:picMkLst>
            <pc:docMk/>
            <pc:sldMk cId="407452452" sldId="339"/>
            <ac:picMk id="5" creationId="{4E449E6B-7BA1-4F6E-BDB6-6BDD49879DDB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27T05:34:18.057" v="13700" actId="20577"/>
        <pc:sldMkLst>
          <pc:docMk/>
          <pc:sldMk cId="1364939342" sldId="340"/>
        </pc:sldMkLst>
        <pc:spChg chg="mod">
          <ac:chgData name="Alessandro Edoardo Giorgio David" userId="f8954a66-e5ad-4a1c-9536-1d2117047f5f" providerId="ADAL" clId="{5FDFF4E9-53C5-47C3-A5F0-F9BF9C8F5EB8}" dt="2021-10-27T05:29:14.220" v="13500" actId="122"/>
          <ac:spMkLst>
            <pc:docMk/>
            <pc:sldMk cId="1364939342" sldId="340"/>
            <ac:spMk id="2" creationId="{47E3336E-9020-4A40-BB77-48A181413622}"/>
          </ac:spMkLst>
        </pc:spChg>
        <pc:spChg chg="mod">
          <ac:chgData name="Alessandro Edoardo Giorgio David" userId="f8954a66-e5ad-4a1c-9536-1d2117047f5f" providerId="ADAL" clId="{5FDFF4E9-53C5-47C3-A5F0-F9BF9C8F5EB8}" dt="2021-10-27T05:34:18.057" v="13700" actId="20577"/>
          <ac:spMkLst>
            <pc:docMk/>
            <pc:sldMk cId="1364939342" sldId="340"/>
            <ac:spMk id="3" creationId="{AE1D2025-1D80-448D-8225-AF0DBDB620DF}"/>
          </ac:spMkLst>
        </pc:spChg>
      </pc:sld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5E83B68B-007D-4829-90AF-85492EEC2BC0}"/>
    <pc:docChg chg="undo custSel addSld delSld modSld sldOrd addSection delSection modSection">
      <pc:chgData name="Di Mattia Alessandro Edoardo Giorgio David" userId="f8954a66-e5ad-4a1c-9536-1d2117047f5f" providerId="ADAL" clId="{5E83B68B-007D-4829-90AF-85492EEC2BC0}" dt="2021-11-01T10:55:00.792" v="9990" actId="115"/>
      <pc:docMkLst>
        <pc:docMk/>
      </pc:docMkLst>
      <pc:sldChg chg="modSp mod">
        <pc:chgData name="Di Mattia Alessandro Edoardo Giorgio David" userId="f8954a66-e5ad-4a1c-9536-1d2117047f5f" providerId="ADAL" clId="{5E83B68B-007D-4829-90AF-85492EEC2BC0}" dt="2021-10-18T09:32:31.068" v="1924" actId="20577"/>
        <pc:sldMkLst>
          <pc:docMk/>
          <pc:sldMk cId="3153607966" sldId="280"/>
        </pc:sldMkLst>
        <pc:spChg chg="mod">
          <ac:chgData name="Di Mattia Alessandro Edoardo Giorgio David" userId="f8954a66-e5ad-4a1c-9536-1d2117047f5f" providerId="ADAL" clId="{5E83B68B-007D-4829-90AF-85492EEC2BC0}" dt="2021-10-18T09:32:31.068" v="1924" actId="20577"/>
          <ac:spMkLst>
            <pc:docMk/>
            <pc:sldMk cId="3153607966" sldId="280"/>
            <ac:spMk id="2" creationId="{683FD103-5EF1-48AB-8EC6-4C1921FB118B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1T07:57:47.886" v="8" actId="20577"/>
        <pc:sldMkLst>
          <pc:docMk/>
          <pc:sldMk cId="502066698" sldId="282"/>
        </pc:sldMkLst>
        <pc:spChg chg="mod">
          <ac:chgData name="Di Mattia Alessandro Edoardo Giorgio David" userId="f8954a66-e5ad-4a1c-9536-1d2117047f5f" providerId="ADAL" clId="{5E83B68B-007D-4829-90AF-85492EEC2BC0}" dt="2021-10-11T07:57:47.886" v="8" actId="20577"/>
          <ac:spMkLst>
            <pc:docMk/>
            <pc:sldMk cId="502066698" sldId="282"/>
            <ac:spMk id="13" creationId="{84379331-7D4A-496D-8AA5-1ECBB9666C58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09:05:40.008" v="1881" actId="313"/>
        <pc:sldMkLst>
          <pc:docMk/>
          <pc:sldMk cId="3133904207" sldId="285"/>
        </pc:sldMkLst>
        <pc:spChg chg="mod">
          <ac:chgData name="Di Mattia Alessandro Edoardo Giorgio David" userId="f8954a66-e5ad-4a1c-9536-1d2117047f5f" providerId="ADAL" clId="{5E83B68B-007D-4829-90AF-85492EEC2BC0}" dt="2021-10-18T09:05:40.008" v="1881" actId="313"/>
          <ac:spMkLst>
            <pc:docMk/>
            <pc:sldMk cId="3133904207" sldId="285"/>
            <ac:spMk id="3" creationId="{A5FE827F-BAEE-4509-A4EC-8280F7A60EAA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09:10:14.195" v="1886" actId="14826"/>
        <pc:sldMkLst>
          <pc:docMk/>
          <pc:sldMk cId="3527628105" sldId="291"/>
        </pc:sldMkLst>
        <pc:picChg chg="mod">
          <ac:chgData name="Di Mattia Alessandro Edoardo Giorgio David" userId="f8954a66-e5ad-4a1c-9536-1d2117047f5f" providerId="ADAL" clId="{5E83B68B-007D-4829-90AF-85492EEC2BC0}" dt="2021-10-18T09:10:14.195" v="1886" actId="14826"/>
          <ac:picMkLst>
            <pc:docMk/>
            <pc:sldMk cId="3527628105" sldId="291"/>
            <ac:picMk id="38" creationId="{50D31379-CDF9-4606-8E3E-8A55287B225F}"/>
          </ac:picMkLst>
        </pc:picChg>
      </pc:sldChg>
      <pc:sldChg chg="addSp delSp modSp new del mod">
        <pc:chgData name="Di Mattia Alessandro Edoardo Giorgio David" userId="f8954a66-e5ad-4a1c-9536-1d2117047f5f" providerId="ADAL" clId="{5E83B68B-007D-4829-90AF-85492EEC2BC0}" dt="2021-10-11T07:57:34.699" v="7" actId="680"/>
        <pc:sldMkLst>
          <pc:docMk/>
          <pc:sldMk cId="1133026627" sldId="293"/>
        </pc:sldMkLst>
        <pc:spChg chg="add del mod">
          <ac:chgData name="Di Mattia Alessandro Edoardo Giorgio David" userId="f8954a66-e5ad-4a1c-9536-1d2117047f5f" providerId="ADAL" clId="{5E83B68B-007D-4829-90AF-85492EEC2BC0}" dt="2021-10-11T07:57:34.104" v="6" actId="11529"/>
          <ac:spMkLst>
            <pc:docMk/>
            <pc:sldMk cId="1133026627" sldId="293"/>
            <ac:spMk id="4" creationId="{FE0FB340-6F4D-4F3D-8FE9-1D028BAAFB5B}"/>
          </ac:spMkLst>
        </pc:spChg>
      </pc:sldChg>
      <pc:sldChg chg="new del">
        <pc:chgData name="Di Mattia Alessandro Edoardo Giorgio David" userId="f8954a66-e5ad-4a1c-9536-1d2117047f5f" providerId="ADAL" clId="{5E83B68B-007D-4829-90AF-85492EEC2BC0}" dt="2021-10-11T07:57:01.980" v="1" actId="680"/>
        <pc:sldMkLst>
          <pc:docMk/>
          <pc:sldMk cId="1506851632" sldId="293"/>
        </pc:sldMkLst>
      </pc:sldChg>
      <pc:sldChg chg="addSp modSp new mod">
        <pc:chgData name="Di Mattia Alessandro Edoardo Giorgio David" userId="f8954a66-e5ad-4a1c-9536-1d2117047f5f" providerId="ADAL" clId="{5E83B68B-007D-4829-90AF-85492EEC2BC0}" dt="2021-10-18T09:10:47.471" v="1887" actId="14826"/>
        <pc:sldMkLst>
          <pc:docMk/>
          <pc:sldMk cId="3072826883" sldId="293"/>
        </pc:sldMkLst>
        <pc:spChg chg="mod">
          <ac:chgData name="Di Mattia Alessandro Edoardo Giorgio David" userId="f8954a66-e5ad-4a1c-9536-1d2117047f5f" providerId="ADAL" clId="{5E83B68B-007D-4829-90AF-85492EEC2BC0}" dt="2021-10-13T16:36:46.286" v="40" actId="20577"/>
          <ac:spMkLst>
            <pc:docMk/>
            <pc:sldMk cId="3072826883" sldId="293"/>
            <ac:spMk id="2" creationId="{F4364D7B-E304-4F64-813D-067389520278}"/>
          </ac:spMkLst>
        </pc:spChg>
        <pc:spChg chg="mod">
          <ac:chgData name="Di Mattia Alessandro Edoardo Giorgio David" userId="f8954a66-e5ad-4a1c-9536-1d2117047f5f" providerId="ADAL" clId="{5E83B68B-007D-4829-90AF-85492EEC2BC0}" dt="2021-10-13T16:40:24.325" v="214" actId="20577"/>
          <ac:spMkLst>
            <pc:docMk/>
            <pc:sldMk cId="3072826883" sldId="293"/>
            <ac:spMk id="3" creationId="{945E561F-13A5-4EC3-978D-5DFC8CDD7581}"/>
          </ac:spMkLst>
        </pc:spChg>
        <pc:picChg chg="add mod">
          <ac:chgData name="Di Mattia Alessandro Edoardo Giorgio David" userId="f8954a66-e5ad-4a1c-9536-1d2117047f5f" providerId="ADAL" clId="{5E83B68B-007D-4829-90AF-85492EEC2BC0}" dt="2021-10-18T09:10:47.471" v="1887" actId="14826"/>
          <ac:picMkLst>
            <pc:docMk/>
            <pc:sldMk cId="3072826883" sldId="293"/>
            <ac:picMk id="5" creationId="{CA0D4258-380E-468F-A8F3-7E67D50593FB}"/>
          </ac:picMkLst>
        </pc:picChg>
      </pc:sldChg>
      <pc:sldChg chg="modSp new mod">
        <pc:chgData name="Di Mattia Alessandro Edoardo Giorgio David" userId="f8954a66-e5ad-4a1c-9536-1d2117047f5f" providerId="ADAL" clId="{5E83B68B-007D-4829-90AF-85492EEC2BC0}" dt="2021-10-18T09:13:50.887" v="1898" actId="20577"/>
        <pc:sldMkLst>
          <pc:docMk/>
          <pc:sldMk cId="988668290" sldId="294"/>
        </pc:sldMkLst>
        <pc:spChg chg="mod">
          <ac:chgData name="Di Mattia Alessandro Edoardo Giorgio David" userId="f8954a66-e5ad-4a1c-9536-1d2117047f5f" providerId="ADAL" clId="{5E83B68B-007D-4829-90AF-85492EEC2BC0}" dt="2021-10-13T16:44:04.936" v="234" actId="122"/>
          <ac:spMkLst>
            <pc:docMk/>
            <pc:sldMk cId="988668290" sldId="294"/>
            <ac:spMk id="2" creationId="{9BA98361-A4A3-4C0B-A9D4-B7F49B770706}"/>
          </ac:spMkLst>
        </pc:spChg>
        <pc:spChg chg="mod">
          <ac:chgData name="Di Mattia Alessandro Edoardo Giorgio David" userId="f8954a66-e5ad-4a1c-9536-1d2117047f5f" providerId="ADAL" clId="{5E83B68B-007D-4829-90AF-85492EEC2BC0}" dt="2021-10-18T09:13:50.887" v="1898" actId="20577"/>
          <ac:spMkLst>
            <pc:docMk/>
            <pc:sldMk cId="988668290" sldId="294"/>
            <ac:spMk id="3" creationId="{AE4B30A5-ABDC-4804-B7BC-2B832A4E39F9}"/>
          </ac:spMkLst>
        </pc:spChg>
      </pc:sldChg>
      <pc:sldChg chg="modSp add mod">
        <pc:chgData name="Di Mattia Alessandro Edoardo Giorgio David" userId="f8954a66-e5ad-4a1c-9536-1d2117047f5f" providerId="ADAL" clId="{5E83B68B-007D-4829-90AF-85492EEC2BC0}" dt="2021-10-18T09:20:40.973" v="1919" actId="113"/>
        <pc:sldMkLst>
          <pc:docMk/>
          <pc:sldMk cId="1650216849" sldId="295"/>
        </pc:sldMkLst>
        <pc:spChg chg="mod">
          <ac:chgData name="Di Mattia Alessandro Edoardo Giorgio David" userId="f8954a66-e5ad-4a1c-9536-1d2117047f5f" providerId="ADAL" clId="{5E83B68B-007D-4829-90AF-85492EEC2BC0}" dt="2021-10-18T09:20:40.973" v="1919" actId="113"/>
          <ac:spMkLst>
            <pc:docMk/>
            <pc:sldMk cId="1650216849" sldId="295"/>
            <ac:spMk id="3" creationId="{AE4B30A5-ABDC-4804-B7BC-2B832A4E39F9}"/>
          </ac:spMkLst>
        </pc:spChg>
      </pc:sldChg>
      <pc:sldChg chg="new del">
        <pc:chgData name="Di Mattia Alessandro Edoardo Giorgio David" userId="f8954a66-e5ad-4a1c-9536-1d2117047f5f" providerId="ADAL" clId="{5E83B68B-007D-4829-90AF-85492EEC2BC0}" dt="2021-10-13T17:09:03.973" v="1810" actId="2696"/>
        <pc:sldMkLst>
          <pc:docMk/>
          <pc:sldMk cId="1665760477" sldId="296"/>
        </pc:sldMkLst>
      </pc:sldChg>
      <pc:sldChg chg="modSp add mod">
        <pc:chgData name="Di Mattia Alessandro Edoardo Giorgio David" userId="f8954a66-e5ad-4a1c-9536-1d2117047f5f" providerId="ADAL" clId="{5E83B68B-007D-4829-90AF-85492EEC2BC0}" dt="2021-10-13T17:09:42.661" v="1860" actId="15"/>
        <pc:sldMkLst>
          <pc:docMk/>
          <pc:sldMk cId="1981222871" sldId="297"/>
        </pc:sldMkLst>
        <pc:spChg chg="mod">
          <ac:chgData name="Di Mattia Alessandro Edoardo Giorgio David" userId="f8954a66-e5ad-4a1c-9536-1d2117047f5f" providerId="ADAL" clId="{5E83B68B-007D-4829-90AF-85492EEC2BC0}" dt="2021-10-13T17:09:33.494" v="1849" actId="313"/>
          <ac:spMkLst>
            <pc:docMk/>
            <pc:sldMk cId="1981222871" sldId="297"/>
            <ac:spMk id="2" creationId="{9BA98361-A4A3-4C0B-A9D4-B7F49B770706}"/>
          </ac:spMkLst>
        </pc:spChg>
        <pc:spChg chg="mod">
          <ac:chgData name="Di Mattia Alessandro Edoardo Giorgio David" userId="f8954a66-e5ad-4a1c-9536-1d2117047f5f" providerId="ADAL" clId="{5E83B68B-007D-4829-90AF-85492EEC2BC0}" dt="2021-10-13T17:09:42.661" v="1860" actId="15"/>
          <ac:spMkLst>
            <pc:docMk/>
            <pc:sldMk cId="1981222871" sldId="297"/>
            <ac:spMk id="3" creationId="{AE4B30A5-ABDC-4804-B7BC-2B832A4E39F9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09:11:04.531" v="1888" actId="14826"/>
        <pc:sldMkLst>
          <pc:docMk/>
          <pc:sldMk cId="2671126931" sldId="298"/>
        </pc:sldMkLst>
        <pc:picChg chg="mod">
          <ac:chgData name="Di Mattia Alessandro Edoardo Giorgio David" userId="f8954a66-e5ad-4a1c-9536-1d2117047f5f" providerId="ADAL" clId="{5E83B68B-007D-4829-90AF-85492EEC2BC0}" dt="2021-10-18T09:11:04.531" v="1888" actId="14826"/>
          <ac:picMkLst>
            <pc:docMk/>
            <pc:sldMk cId="2671126931" sldId="298"/>
            <ac:picMk id="4" creationId="{679E0838-24A0-40ED-9C01-1791737B7ED0}"/>
          </ac:picMkLst>
        </pc:picChg>
      </pc:sldChg>
      <pc:sldChg chg="modSp mod">
        <pc:chgData name="Di Mattia Alessandro Edoardo Giorgio David" userId="f8954a66-e5ad-4a1c-9536-1d2117047f5f" providerId="ADAL" clId="{5E83B68B-007D-4829-90AF-85492EEC2BC0}" dt="2021-10-18T10:08:11.715" v="1934" actId="255"/>
        <pc:sldMkLst>
          <pc:docMk/>
          <pc:sldMk cId="2186609173" sldId="300"/>
        </pc:sldMkLst>
        <pc:spChg chg="mod">
          <ac:chgData name="Di Mattia Alessandro Edoardo Giorgio David" userId="f8954a66-e5ad-4a1c-9536-1d2117047f5f" providerId="ADAL" clId="{5E83B68B-007D-4829-90AF-85492EEC2BC0}" dt="2021-10-18T10:08:11.715" v="1934" actId="255"/>
          <ac:spMkLst>
            <pc:docMk/>
            <pc:sldMk cId="2186609173" sldId="300"/>
            <ac:spMk id="3" creationId="{B5D701F4-31CA-4D20-B98F-BA0FA472F1B7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8:00.556" v="1933" actId="255"/>
        <pc:sldMkLst>
          <pc:docMk/>
          <pc:sldMk cId="3534976779" sldId="302"/>
        </pc:sldMkLst>
        <pc:spChg chg="mod">
          <ac:chgData name="Di Mattia Alessandro Edoardo Giorgio David" userId="f8954a66-e5ad-4a1c-9536-1d2117047f5f" providerId="ADAL" clId="{5E83B68B-007D-4829-90AF-85492EEC2BC0}" dt="2021-10-18T10:08:00.556" v="1933" actId="255"/>
          <ac:spMkLst>
            <pc:docMk/>
            <pc:sldMk cId="3534976779" sldId="302"/>
            <ac:spMk id="3" creationId="{8829FE4E-042C-4F37-B68E-09D849952BE8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47.417" v="1932" actId="255"/>
        <pc:sldMkLst>
          <pc:docMk/>
          <pc:sldMk cId="1912926955" sldId="303"/>
        </pc:sldMkLst>
        <pc:spChg chg="mod">
          <ac:chgData name="Di Mattia Alessandro Edoardo Giorgio David" userId="f8954a66-e5ad-4a1c-9536-1d2117047f5f" providerId="ADAL" clId="{5E83B68B-007D-4829-90AF-85492EEC2BC0}" dt="2021-10-18T10:07:47.417" v="1932" actId="255"/>
          <ac:spMkLst>
            <pc:docMk/>
            <pc:sldMk cId="1912926955" sldId="303"/>
            <ac:spMk id="3" creationId="{2784D985-9431-492E-8498-B80DD5D9CAA3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39.603" v="1931" actId="255"/>
        <pc:sldMkLst>
          <pc:docMk/>
          <pc:sldMk cId="2901415077" sldId="304"/>
        </pc:sldMkLst>
        <pc:spChg chg="mod">
          <ac:chgData name="Di Mattia Alessandro Edoardo Giorgio David" userId="f8954a66-e5ad-4a1c-9536-1d2117047f5f" providerId="ADAL" clId="{5E83B68B-007D-4829-90AF-85492EEC2BC0}" dt="2021-10-18T10:07:39.603" v="1931" actId="255"/>
          <ac:spMkLst>
            <pc:docMk/>
            <pc:sldMk cId="2901415077" sldId="304"/>
            <ac:spMk id="3" creationId="{B73DEFB8-DD02-4497-BB1A-F813247BBC16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29.898" v="1930" actId="255"/>
        <pc:sldMkLst>
          <pc:docMk/>
          <pc:sldMk cId="3263308340" sldId="305"/>
        </pc:sldMkLst>
        <pc:spChg chg="mod">
          <ac:chgData name="Di Mattia Alessandro Edoardo Giorgio David" userId="f8954a66-e5ad-4a1c-9536-1d2117047f5f" providerId="ADAL" clId="{5E83B68B-007D-4829-90AF-85492EEC2BC0}" dt="2021-10-18T10:07:29.898" v="1930" actId="255"/>
          <ac:spMkLst>
            <pc:docMk/>
            <pc:sldMk cId="3263308340" sldId="305"/>
            <ac:spMk id="3" creationId="{B3C330ED-FBC9-468A-994D-2ACE2267DF33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18.343" v="1929" actId="255"/>
        <pc:sldMkLst>
          <pc:docMk/>
          <pc:sldMk cId="2102317271" sldId="308"/>
        </pc:sldMkLst>
        <pc:spChg chg="mod">
          <ac:chgData name="Di Mattia Alessandro Edoardo Giorgio David" userId="f8954a66-e5ad-4a1c-9536-1d2117047f5f" providerId="ADAL" clId="{5E83B68B-007D-4829-90AF-85492EEC2BC0}" dt="2021-10-18T10:07:18.343" v="1929" actId="255"/>
          <ac:spMkLst>
            <pc:docMk/>
            <pc:sldMk cId="2102317271" sldId="308"/>
            <ac:spMk id="3" creationId="{F028F276-7089-4658-BDA2-574C33FAFCC4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09.722" v="1928" actId="255"/>
        <pc:sldMkLst>
          <pc:docMk/>
          <pc:sldMk cId="3617070951" sldId="309"/>
        </pc:sldMkLst>
        <pc:spChg chg="mod">
          <ac:chgData name="Di Mattia Alessandro Edoardo Giorgio David" userId="f8954a66-e5ad-4a1c-9536-1d2117047f5f" providerId="ADAL" clId="{5E83B68B-007D-4829-90AF-85492EEC2BC0}" dt="2021-10-18T10:07:09.722" v="1928" actId="255"/>
          <ac:spMkLst>
            <pc:docMk/>
            <pc:sldMk cId="3617070951" sldId="309"/>
            <ac:spMk id="4" creationId="{575C9774-517C-463E-8FE3-BA19EC3D810D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6:40.419" v="1925" actId="255"/>
        <pc:sldMkLst>
          <pc:docMk/>
          <pc:sldMk cId="3291647177" sldId="310"/>
        </pc:sldMkLst>
        <pc:spChg chg="mod">
          <ac:chgData name="Di Mattia Alessandro Edoardo Giorgio David" userId="f8954a66-e5ad-4a1c-9536-1d2117047f5f" providerId="ADAL" clId="{5E83B68B-007D-4829-90AF-85492EEC2BC0}" dt="2021-10-18T10:06:40.419" v="1925" actId="255"/>
          <ac:spMkLst>
            <pc:docMk/>
            <pc:sldMk cId="3291647177" sldId="310"/>
            <ac:spMk id="3" creationId="{E77B486E-3DC9-41E4-8161-B93BFB94B8CF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6:56.074" v="1927" actId="255"/>
        <pc:sldMkLst>
          <pc:docMk/>
          <pc:sldMk cId="1197056652" sldId="311"/>
        </pc:sldMkLst>
        <pc:spChg chg="mod">
          <ac:chgData name="Di Mattia Alessandro Edoardo Giorgio David" userId="f8954a66-e5ad-4a1c-9536-1d2117047f5f" providerId="ADAL" clId="{5E83B68B-007D-4829-90AF-85492EEC2BC0}" dt="2021-10-18T10:06:56.074" v="1927" actId="255"/>
          <ac:spMkLst>
            <pc:docMk/>
            <pc:sldMk cId="1197056652" sldId="311"/>
            <ac:spMk id="3" creationId="{5364C70C-97E8-485E-AA55-6EB787DF4B81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13:22.498" v="2936" actId="207"/>
        <pc:sldMkLst>
          <pc:docMk/>
          <pc:sldMk cId="3166498235" sldId="312"/>
        </pc:sldMkLst>
        <pc:spChg chg="mod">
          <ac:chgData name="Di Mattia Alessandro Edoardo Giorgio David" userId="f8954a66-e5ad-4a1c-9536-1d2117047f5f" providerId="ADAL" clId="{5E83B68B-007D-4829-90AF-85492EEC2BC0}" dt="2021-10-26T14:13:22.498" v="2936" actId="207"/>
          <ac:spMkLst>
            <pc:docMk/>
            <pc:sldMk cId="3166498235" sldId="312"/>
            <ac:spMk id="3" creationId="{54EB1E72-91C3-40C5-8BA2-D414EB60F6B7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19:40.450" v="2940" actId="20577"/>
        <pc:sldMkLst>
          <pc:docMk/>
          <pc:sldMk cId="3722763042" sldId="318"/>
        </pc:sldMkLst>
        <pc:spChg chg="mod">
          <ac:chgData name="Di Mattia Alessandro Edoardo Giorgio David" userId="f8954a66-e5ad-4a1c-9536-1d2117047f5f" providerId="ADAL" clId="{5E83B68B-007D-4829-90AF-85492EEC2BC0}" dt="2021-10-26T14:19:40.450" v="2940" actId="20577"/>
          <ac:spMkLst>
            <pc:docMk/>
            <pc:sldMk cId="3722763042" sldId="318"/>
            <ac:spMk id="3" creationId="{239325DB-1C5F-4396-8A2F-9FF3E52000A6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1-01T10:50:18.946" v="9977" actId="20577"/>
        <pc:sldMkLst>
          <pc:docMk/>
          <pc:sldMk cId="2400078326" sldId="320"/>
        </pc:sldMkLst>
        <pc:spChg chg="mod">
          <ac:chgData name="Di Mattia Alessandro Edoardo Giorgio David" userId="f8954a66-e5ad-4a1c-9536-1d2117047f5f" providerId="ADAL" clId="{5E83B68B-007D-4829-90AF-85492EEC2BC0}" dt="2021-11-01T10:50:18.946" v="9977" actId="20577"/>
          <ac:spMkLst>
            <pc:docMk/>
            <pc:sldMk cId="2400078326" sldId="320"/>
            <ac:spMk id="3" creationId="{61B6835A-90DB-47DB-8F6D-8891BE2AD950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5:07:10.435" v="3700" actId="27636"/>
        <pc:sldMkLst>
          <pc:docMk/>
          <pc:sldMk cId="1180485955" sldId="321"/>
        </pc:sldMkLst>
        <pc:spChg chg="mod">
          <ac:chgData name="Di Mattia Alessandro Edoardo Giorgio David" userId="f8954a66-e5ad-4a1c-9536-1d2117047f5f" providerId="ADAL" clId="{5E83B68B-007D-4829-90AF-85492EEC2BC0}" dt="2021-10-26T15:07:10.435" v="3700" actId="27636"/>
          <ac:spMkLst>
            <pc:docMk/>
            <pc:sldMk cId="1180485955" sldId="321"/>
            <ac:spMk id="3" creationId="{F1669C8D-9584-4DE4-BDBA-CFD4F01BD686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50:35.750" v="2970" actId="33524"/>
        <pc:sldMkLst>
          <pc:docMk/>
          <pc:sldMk cId="1903229378" sldId="322"/>
        </pc:sldMkLst>
        <pc:spChg chg="mod">
          <ac:chgData name="Di Mattia Alessandro Edoardo Giorgio David" userId="f8954a66-e5ad-4a1c-9536-1d2117047f5f" providerId="ADAL" clId="{5E83B68B-007D-4829-90AF-85492EEC2BC0}" dt="2021-10-26T14:50:35.750" v="2970" actId="33524"/>
          <ac:spMkLst>
            <pc:docMk/>
            <pc:sldMk cId="1903229378" sldId="322"/>
            <ac:spMk id="3" creationId="{81F2B128-CF0F-420E-8B89-BB631A90C511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50:58.318" v="2971" actId="33524"/>
        <pc:sldMkLst>
          <pc:docMk/>
          <pc:sldMk cId="3069370513" sldId="323"/>
        </pc:sldMkLst>
        <pc:spChg chg="mod">
          <ac:chgData name="Di Mattia Alessandro Edoardo Giorgio David" userId="f8954a66-e5ad-4a1c-9536-1d2117047f5f" providerId="ADAL" clId="{5E83B68B-007D-4829-90AF-85492EEC2BC0}" dt="2021-10-26T14:50:58.318" v="2971" actId="33524"/>
          <ac:spMkLst>
            <pc:docMk/>
            <pc:sldMk cId="3069370513" sldId="323"/>
            <ac:spMk id="3" creationId="{0EA96E1F-C5FB-4C1C-8D2F-8C4CAA663AE1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5:07:52.888" v="3704" actId="20577"/>
        <pc:sldMkLst>
          <pc:docMk/>
          <pc:sldMk cId="3868657482" sldId="326"/>
        </pc:sldMkLst>
        <pc:spChg chg="mod">
          <ac:chgData name="Di Mattia Alessandro Edoardo Giorgio David" userId="f8954a66-e5ad-4a1c-9536-1d2117047f5f" providerId="ADAL" clId="{5E83B68B-007D-4829-90AF-85492EEC2BC0}" dt="2021-10-26T15:07:52.888" v="3704" actId="20577"/>
          <ac:spMkLst>
            <pc:docMk/>
            <pc:sldMk cId="3868657482" sldId="326"/>
            <ac:spMk id="3" creationId="{E2707A52-B3EC-41AC-9735-054A20FA188D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2T15:15:20.751" v="2864" actId="20577"/>
        <pc:sldMkLst>
          <pc:docMk/>
          <pc:sldMk cId="1340901094" sldId="327"/>
        </pc:sldMkLst>
        <pc:spChg chg="mod">
          <ac:chgData name="Di Mattia Alessandro Edoardo Giorgio David" userId="f8954a66-e5ad-4a1c-9536-1d2117047f5f" providerId="ADAL" clId="{5E83B68B-007D-4829-90AF-85492EEC2BC0}" dt="2021-10-21T14:12:35.687" v="1962" actId="13926"/>
          <ac:spMkLst>
            <pc:docMk/>
            <pc:sldMk cId="1340901094" sldId="327"/>
            <ac:spMk id="2" creationId="{8386FCE2-8C51-4173-AC8E-3802334F8230}"/>
          </ac:spMkLst>
        </pc:spChg>
        <pc:spChg chg="mod">
          <ac:chgData name="Di Mattia Alessandro Edoardo Giorgio David" userId="f8954a66-e5ad-4a1c-9536-1d2117047f5f" providerId="ADAL" clId="{5E83B68B-007D-4829-90AF-85492EEC2BC0}" dt="2021-10-22T15:15:20.751" v="2864" actId="20577"/>
          <ac:spMkLst>
            <pc:docMk/>
            <pc:sldMk cId="1340901094" sldId="327"/>
            <ac:spMk id="3" creationId="{DD462B98-ABAA-4444-94B4-620D47C919F4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1-01T10:51:32.418" v="9978" actId="20577"/>
        <pc:sldMkLst>
          <pc:docMk/>
          <pc:sldMk cId="703250647" sldId="328"/>
        </pc:sldMkLst>
        <pc:spChg chg="mod">
          <ac:chgData name="Di Mattia Alessandro Edoardo Giorgio David" userId="f8954a66-e5ad-4a1c-9536-1d2117047f5f" providerId="ADAL" clId="{5E83B68B-007D-4829-90AF-85492EEC2BC0}" dt="2021-10-26T15:12:25.643" v="3741" actId="122"/>
          <ac:spMkLst>
            <pc:docMk/>
            <pc:sldMk cId="703250647" sldId="328"/>
            <ac:spMk id="2" creationId="{F2BED925-481D-4AB2-B49A-A8C5C293B112}"/>
          </ac:spMkLst>
        </pc:spChg>
        <pc:spChg chg="mod">
          <ac:chgData name="Di Mattia Alessandro Edoardo Giorgio David" userId="f8954a66-e5ad-4a1c-9536-1d2117047f5f" providerId="ADAL" clId="{5E83B68B-007D-4829-90AF-85492EEC2BC0}" dt="2021-11-01T10:51:32.418" v="9978" actId="20577"/>
          <ac:spMkLst>
            <pc:docMk/>
            <pc:sldMk cId="703250647" sldId="328"/>
            <ac:spMk id="3" creationId="{2000FCE3-5C53-45CA-8E6A-E40B55EDDBD3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6T16:14:22.950" v="4565" actId="122"/>
        <pc:sldMkLst>
          <pc:docMk/>
          <pc:sldMk cId="3057923832" sldId="329"/>
        </pc:sldMkLst>
        <pc:spChg chg="mod">
          <ac:chgData name="Di Mattia Alessandro Edoardo Giorgio David" userId="f8954a66-e5ad-4a1c-9536-1d2117047f5f" providerId="ADAL" clId="{5E83B68B-007D-4829-90AF-85492EEC2BC0}" dt="2021-10-26T16:14:22.950" v="4565" actId="122"/>
          <ac:spMkLst>
            <pc:docMk/>
            <pc:sldMk cId="3057923832" sldId="329"/>
            <ac:spMk id="2" creationId="{8B62E1DE-8FC6-4BD1-B063-8916D61E6D68}"/>
          </ac:spMkLst>
        </pc:spChg>
        <pc:spChg chg="del">
          <ac:chgData name="Di Mattia Alessandro Edoardo Giorgio David" userId="f8954a66-e5ad-4a1c-9536-1d2117047f5f" providerId="ADAL" clId="{5E83B68B-007D-4829-90AF-85492EEC2BC0}" dt="2021-10-26T16:14:06.317" v="4532"/>
          <ac:spMkLst>
            <pc:docMk/>
            <pc:sldMk cId="3057923832" sldId="329"/>
            <ac:spMk id="3" creationId="{25418C8D-4C2F-4E84-8A7E-14D53601BAD1}"/>
          </ac:spMkLst>
        </pc:spChg>
        <pc:picChg chg="add mod">
          <ac:chgData name="Di Mattia Alessandro Edoardo Giorgio David" userId="f8954a66-e5ad-4a1c-9536-1d2117047f5f" providerId="ADAL" clId="{5E83B68B-007D-4829-90AF-85492EEC2BC0}" dt="2021-10-26T16:14:06.317" v="4532"/>
          <ac:picMkLst>
            <pc:docMk/>
            <pc:sldMk cId="3057923832" sldId="329"/>
            <ac:picMk id="4" creationId="{5575EED6-61E9-4CF6-8416-3899F158C12D}"/>
          </ac:picMkLst>
        </pc:picChg>
      </pc:sldChg>
      <pc:sldChg chg="modSp new mod">
        <pc:chgData name="Di Mattia Alessandro Edoardo Giorgio David" userId="f8954a66-e5ad-4a1c-9536-1d2117047f5f" providerId="ADAL" clId="{5E83B68B-007D-4829-90AF-85492EEC2BC0}" dt="2021-10-26T16:18:44.165" v="4808" actId="20577"/>
        <pc:sldMkLst>
          <pc:docMk/>
          <pc:sldMk cId="4005754514" sldId="330"/>
        </pc:sldMkLst>
        <pc:spChg chg="mod">
          <ac:chgData name="Di Mattia Alessandro Edoardo Giorgio David" userId="f8954a66-e5ad-4a1c-9536-1d2117047f5f" providerId="ADAL" clId="{5E83B68B-007D-4829-90AF-85492EEC2BC0}" dt="2021-10-26T16:15:15.841" v="4578" actId="122"/>
          <ac:spMkLst>
            <pc:docMk/>
            <pc:sldMk cId="4005754514" sldId="330"/>
            <ac:spMk id="2" creationId="{7318E76B-88A5-406F-9200-FFE12A24C753}"/>
          </ac:spMkLst>
        </pc:spChg>
        <pc:spChg chg="mod">
          <ac:chgData name="Di Mattia Alessandro Edoardo Giorgio David" userId="f8954a66-e5ad-4a1c-9536-1d2117047f5f" providerId="ADAL" clId="{5E83B68B-007D-4829-90AF-85492EEC2BC0}" dt="2021-10-26T16:18:44.165" v="4808" actId="20577"/>
          <ac:spMkLst>
            <pc:docMk/>
            <pc:sldMk cId="4005754514" sldId="330"/>
            <ac:spMk id="3" creationId="{E944EB16-24EE-4F33-A8BD-0842CC7A559F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23:21.389" v="5045" actId="20577"/>
        <pc:sldMkLst>
          <pc:docMk/>
          <pc:sldMk cId="855567897" sldId="331"/>
        </pc:sldMkLst>
        <pc:spChg chg="mod">
          <ac:chgData name="Di Mattia Alessandro Edoardo Giorgio David" userId="f8954a66-e5ad-4a1c-9536-1d2117047f5f" providerId="ADAL" clId="{5E83B68B-007D-4829-90AF-85492EEC2BC0}" dt="2021-10-26T16:20:19.604" v="4835" actId="122"/>
          <ac:spMkLst>
            <pc:docMk/>
            <pc:sldMk cId="855567897" sldId="331"/>
            <ac:spMk id="2" creationId="{94EF0448-7572-4347-934B-83E3921198B4}"/>
          </ac:spMkLst>
        </pc:spChg>
        <pc:spChg chg="mod">
          <ac:chgData name="Di Mattia Alessandro Edoardo Giorgio David" userId="f8954a66-e5ad-4a1c-9536-1d2117047f5f" providerId="ADAL" clId="{5E83B68B-007D-4829-90AF-85492EEC2BC0}" dt="2021-10-26T16:23:21.389" v="5045" actId="20577"/>
          <ac:spMkLst>
            <pc:docMk/>
            <pc:sldMk cId="855567897" sldId="331"/>
            <ac:spMk id="3" creationId="{91979FC5-B4A8-416F-A130-D8C848C4748E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28:44.636" v="5277" actId="20577"/>
        <pc:sldMkLst>
          <pc:docMk/>
          <pc:sldMk cId="941310352" sldId="332"/>
        </pc:sldMkLst>
        <pc:spChg chg="mod">
          <ac:chgData name="Di Mattia Alessandro Edoardo Giorgio David" userId="f8954a66-e5ad-4a1c-9536-1d2117047f5f" providerId="ADAL" clId="{5E83B68B-007D-4829-90AF-85492EEC2BC0}" dt="2021-10-26T16:24:10.444" v="5092" actId="122"/>
          <ac:spMkLst>
            <pc:docMk/>
            <pc:sldMk cId="941310352" sldId="332"/>
            <ac:spMk id="2" creationId="{8719D374-897F-46FA-B8CF-E02936898D6A}"/>
          </ac:spMkLst>
        </pc:spChg>
        <pc:spChg chg="mod">
          <ac:chgData name="Di Mattia Alessandro Edoardo Giorgio David" userId="f8954a66-e5ad-4a1c-9536-1d2117047f5f" providerId="ADAL" clId="{5E83B68B-007D-4829-90AF-85492EEC2BC0}" dt="2021-10-26T16:28:44.636" v="5277" actId="20577"/>
          <ac:spMkLst>
            <pc:docMk/>
            <pc:sldMk cId="941310352" sldId="332"/>
            <ac:spMk id="3" creationId="{1C80F087-C7EE-442D-A5D2-F6991175093D}"/>
          </ac:spMkLst>
        </pc:spChg>
      </pc:sldChg>
      <pc:sldChg chg="modSp add mod">
        <pc:chgData name="Di Mattia Alessandro Edoardo Giorgio David" userId="f8954a66-e5ad-4a1c-9536-1d2117047f5f" providerId="ADAL" clId="{5E83B68B-007D-4829-90AF-85492EEC2BC0}" dt="2021-11-01T10:53:30.026" v="9986" actId="20577"/>
        <pc:sldMkLst>
          <pc:docMk/>
          <pc:sldMk cId="4201947301" sldId="333"/>
        </pc:sldMkLst>
        <pc:spChg chg="mod">
          <ac:chgData name="Di Mattia Alessandro Edoardo Giorgio David" userId="f8954a66-e5ad-4a1c-9536-1d2117047f5f" providerId="ADAL" clId="{5E83B68B-007D-4829-90AF-85492EEC2BC0}" dt="2021-10-26T16:29:05.031" v="5288" actId="20577"/>
          <ac:spMkLst>
            <pc:docMk/>
            <pc:sldMk cId="4201947301" sldId="333"/>
            <ac:spMk id="2" creationId="{8719D374-897F-46FA-B8CF-E02936898D6A}"/>
          </ac:spMkLst>
        </pc:spChg>
        <pc:spChg chg="mod">
          <ac:chgData name="Di Mattia Alessandro Edoardo Giorgio David" userId="f8954a66-e5ad-4a1c-9536-1d2117047f5f" providerId="ADAL" clId="{5E83B68B-007D-4829-90AF-85492EEC2BC0}" dt="2021-11-01T10:53:30.026" v="9986" actId="20577"/>
          <ac:spMkLst>
            <pc:docMk/>
            <pc:sldMk cId="4201947301" sldId="333"/>
            <ac:spMk id="3" creationId="{1C80F087-C7EE-442D-A5D2-F6991175093D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36:55.900" v="5920" actId="5793"/>
        <pc:sldMkLst>
          <pc:docMk/>
          <pc:sldMk cId="2275228669" sldId="334"/>
        </pc:sldMkLst>
        <pc:spChg chg="mod">
          <ac:chgData name="Di Mattia Alessandro Edoardo Giorgio David" userId="f8954a66-e5ad-4a1c-9536-1d2117047f5f" providerId="ADAL" clId="{5E83B68B-007D-4829-90AF-85492EEC2BC0}" dt="2021-10-26T16:30:34.178" v="5323" actId="122"/>
          <ac:spMkLst>
            <pc:docMk/>
            <pc:sldMk cId="2275228669" sldId="334"/>
            <ac:spMk id="2" creationId="{E4ED78F2-3871-438E-96FC-4B58E53EA435}"/>
          </ac:spMkLst>
        </pc:spChg>
        <pc:spChg chg="mod">
          <ac:chgData name="Di Mattia Alessandro Edoardo Giorgio David" userId="f8954a66-e5ad-4a1c-9536-1d2117047f5f" providerId="ADAL" clId="{5E83B68B-007D-4829-90AF-85492EEC2BC0}" dt="2021-10-26T16:36:55.900" v="5920" actId="5793"/>
          <ac:spMkLst>
            <pc:docMk/>
            <pc:sldMk cId="2275228669" sldId="334"/>
            <ac:spMk id="3" creationId="{CCF27B66-7248-4A4C-A784-3984F152B951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6T16:37:34.466" v="5961"/>
        <pc:sldMkLst>
          <pc:docMk/>
          <pc:sldMk cId="4231931810" sldId="335"/>
        </pc:sldMkLst>
        <pc:spChg chg="mod">
          <ac:chgData name="Di Mattia Alessandro Edoardo Giorgio David" userId="f8954a66-e5ad-4a1c-9536-1d2117047f5f" providerId="ADAL" clId="{5E83B68B-007D-4829-90AF-85492EEC2BC0}" dt="2021-10-26T16:37:23.680" v="5960" actId="20577"/>
          <ac:spMkLst>
            <pc:docMk/>
            <pc:sldMk cId="4231931810" sldId="335"/>
            <ac:spMk id="2" creationId="{03E77069-C2CD-4AB4-8F6B-DB2BC146CD6D}"/>
          </ac:spMkLst>
        </pc:spChg>
        <pc:spChg chg="del">
          <ac:chgData name="Di Mattia Alessandro Edoardo Giorgio David" userId="f8954a66-e5ad-4a1c-9536-1d2117047f5f" providerId="ADAL" clId="{5E83B68B-007D-4829-90AF-85492EEC2BC0}" dt="2021-10-26T16:37:34.466" v="5961"/>
          <ac:spMkLst>
            <pc:docMk/>
            <pc:sldMk cId="4231931810" sldId="335"/>
            <ac:spMk id="3" creationId="{F03B5BB2-3282-47A4-B29F-00A0E2A43041}"/>
          </ac:spMkLst>
        </pc:spChg>
        <pc:picChg chg="add mod">
          <ac:chgData name="Di Mattia Alessandro Edoardo Giorgio David" userId="f8954a66-e5ad-4a1c-9536-1d2117047f5f" providerId="ADAL" clId="{5E83B68B-007D-4829-90AF-85492EEC2BC0}" dt="2021-10-26T16:37:34.466" v="5961"/>
          <ac:picMkLst>
            <pc:docMk/>
            <pc:sldMk cId="4231931810" sldId="335"/>
            <ac:picMk id="4" creationId="{2C9764B2-E044-4244-8B14-0DB538CCEDAB}"/>
          </ac:picMkLst>
        </pc:picChg>
      </pc:sldChg>
      <pc:sldChg chg="modSp new mod">
        <pc:chgData name="Di Mattia Alessandro Edoardo Giorgio David" userId="f8954a66-e5ad-4a1c-9536-1d2117047f5f" providerId="ADAL" clId="{5E83B68B-007D-4829-90AF-85492EEC2BC0}" dt="2021-10-26T16:51:02.298" v="6463" actId="20577"/>
        <pc:sldMkLst>
          <pc:docMk/>
          <pc:sldMk cId="2284352836" sldId="336"/>
        </pc:sldMkLst>
        <pc:spChg chg="mod">
          <ac:chgData name="Di Mattia Alessandro Edoardo Giorgio David" userId="f8954a66-e5ad-4a1c-9536-1d2117047f5f" providerId="ADAL" clId="{5E83B68B-007D-4829-90AF-85492EEC2BC0}" dt="2021-10-26T16:38:01.743" v="5971" actId="20577"/>
          <ac:spMkLst>
            <pc:docMk/>
            <pc:sldMk cId="2284352836" sldId="336"/>
            <ac:spMk id="2" creationId="{81F34533-A24A-4723-A60C-6D34D2CB7E0C}"/>
          </ac:spMkLst>
        </pc:spChg>
        <pc:spChg chg="mod">
          <ac:chgData name="Di Mattia Alessandro Edoardo Giorgio David" userId="f8954a66-e5ad-4a1c-9536-1d2117047f5f" providerId="ADAL" clId="{5E83B68B-007D-4829-90AF-85492EEC2BC0}" dt="2021-10-26T16:51:02.298" v="6463" actId="20577"/>
          <ac:spMkLst>
            <pc:docMk/>
            <pc:sldMk cId="2284352836" sldId="336"/>
            <ac:spMk id="3" creationId="{09601A4D-2116-4DC9-AE55-9FC40E1DDB95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52:20.425" v="6598" actId="20577"/>
        <pc:sldMkLst>
          <pc:docMk/>
          <pc:sldMk cId="3343397584" sldId="337"/>
        </pc:sldMkLst>
        <pc:spChg chg="mod">
          <ac:chgData name="Di Mattia Alessandro Edoardo Giorgio David" userId="f8954a66-e5ad-4a1c-9536-1d2117047f5f" providerId="ADAL" clId="{5E83B68B-007D-4829-90AF-85492EEC2BC0}" dt="2021-10-26T16:51:30.614" v="6487" actId="122"/>
          <ac:spMkLst>
            <pc:docMk/>
            <pc:sldMk cId="3343397584" sldId="337"/>
            <ac:spMk id="2" creationId="{5B18C00B-3EAF-4402-A93E-8775D70B949D}"/>
          </ac:spMkLst>
        </pc:spChg>
        <pc:spChg chg="mod">
          <ac:chgData name="Di Mattia Alessandro Edoardo Giorgio David" userId="f8954a66-e5ad-4a1c-9536-1d2117047f5f" providerId="ADAL" clId="{5E83B68B-007D-4829-90AF-85492EEC2BC0}" dt="2021-10-26T16:52:20.425" v="6598" actId="20577"/>
          <ac:spMkLst>
            <pc:docMk/>
            <pc:sldMk cId="3343397584" sldId="337"/>
            <ac:spMk id="3" creationId="{1081C918-C344-4040-AAA3-3B7E4F3AF6DB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1-01T10:55:00.792" v="9990" actId="115"/>
        <pc:sldMkLst>
          <pc:docMk/>
          <pc:sldMk cId="2459544078" sldId="338"/>
        </pc:sldMkLst>
        <pc:spChg chg="mod">
          <ac:chgData name="Di Mattia Alessandro Edoardo Giorgio David" userId="f8954a66-e5ad-4a1c-9536-1d2117047f5f" providerId="ADAL" clId="{5E83B68B-007D-4829-90AF-85492EEC2BC0}" dt="2021-10-26T16:53:19.943" v="6641" actId="122"/>
          <ac:spMkLst>
            <pc:docMk/>
            <pc:sldMk cId="2459544078" sldId="338"/>
            <ac:spMk id="2" creationId="{2D92F2C4-E960-4629-A9CC-92118EDF0F5D}"/>
          </ac:spMkLst>
        </pc:spChg>
        <pc:spChg chg="mod">
          <ac:chgData name="Di Mattia Alessandro Edoardo Giorgio David" userId="f8954a66-e5ad-4a1c-9536-1d2117047f5f" providerId="ADAL" clId="{5E83B68B-007D-4829-90AF-85492EEC2BC0}" dt="2021-11-01T10:55:00.792" v="9990" actId="115"/>
          <ac:spMkLst>
            <pc:docMk/>
            <pc:sldMk cId="2459544078" sldId="338"/>
            <ac:spMk id="3" creationId="{0F8E2941-BDBA-419D-9E19-3BC6AB208B62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9T16:11:50.655" v="9443" actId="20577"/>
        <pc:sldMkLst>
          <pc:docMk/>
          <pc:sldMk cId="1364939342" sldId="340"/>
        </pc:sldMkLst>
        <pc:spChg chg="mod">
          <ac:chgData name="Di Mattia Alessandro Edoardo Giorgio David" userId="f8954a66-e5ad-4a1c-9536-1d2117047f5f" providerId="ADAL" clId="{5E83B68B-007D-4829-90AF-85492EEC2BC0}" dt="2021-10-29T16:11:50.655" v="9443" actId="20577"/>
          <ac:spMkLst>
            <pc:docMk/>
            <pc:sldMk cId="1364939342" sldId="340"/>
            <ac:spMk id="3" creationId="{AE1D2025-1D80-448D-8225-AF0DBDB620DF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9T14:54:29.762" v="7994" actId="20577"/>
        <pc:sldMkLst>
          <pc:docMk/>
          <pc:sldMk cId="1789170485" sldId="341"/>
        </pc:sldMkLst>
        <pc:spChg chg="mod">
          <ac:chgData name="Di Mattia Alessandro Edoardo Giorgio David" userId="f8954a66-e5ad-4a1c-9536-1d2117047f5f" providerId="ADAL" clId="{5E83B68B-007D-4829-90AF-85492EEC2BC0}" dt="2021-10-29T14:54:29.762" v="7994" actId="20577"/>
          <ac:spMkLst>
            <pc:docMk/>
            <pc:sldMk cId="1789170485" sldId="341"/>
            <ac:spMk id="2" creationId="{A8CE04CF-4C85-485E-B7AC-598C8A242264}"/>
          </ac:spMkLst>
        </pc:spChg>
        <pc:spChg chg="del mod">
          <ac:chgData name="Di Mattia Alessandro Edoardo Giorgio David" userId="f8954a66-e5ad-4a1c-9536-1d2117047f5f" providerId="ADAL" clId="{5E83B68B-007D-4829-90AF-85492EEC2BC0}" dt="2021-10-29T12:46:47.556" v="6995" actId="22"/>
          <ac:spMkLst>
            <pc:docMk/>
            <pc:sldMk cId="1789170485" sldId="341"/>
            <ac:spMk id="3" creationId="{AA7160AD-F197-44FD-823C-A9FC516DE36E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2:49:19.981" v="7011" actId="1076"/>
          <ac:picMkLst>
            <pc:docMk/>
            <pc:sldMk cId="1789170485" sldId="341"/>
            <ac:picMk id="5" creationId="{BB15AC7C-8C75-478D-AD6D-D1906AC5408B}"/>
          </ac:picMkLst>
        </pc:picChg>
        <pc:picChg chg="add del mod">
          <ac:chgData name="Di Mattia Alessandro Edoardo Giorgio David" userId="f8954a66-e5ad-4a1c-9536-1d2117047f5f" providerId="ADAL" clId="{5E83B68B-007D-4829-90AF-85492EEC2BC0}" dt="2021-10-29T12:48:29.122" v="7000" actId="22"/>
          <ac:picMkLst>
            <pc:docMk/>
            <pc:sldMk cId="1789170485" sldId="341"/>
            <ac:picMk id="7" creationId="{8AA31CCA-41EC-4420-8059-91006F274278}"/>
          </ac:picMkLst>
        </pc:picChg>
        <pc:picChg chg="add mod">
          <ac:chgData name="Di Mattia Alessandro Edoardo Giorgio David" userId="f8954a66-e5ad-4a1c-9536-1d2117047f5f" providerId="ADAL" clId="{5E83B68B-007D-4829-90AF-85492EEC2BC0}" dt="2021-10-29T12:49:07.062" v="7010" actId="1076"/>
          <ac:picMkLst>
            <pc:docMk/>
            <pc:sldMk cId="1789170485" sldId="341"/>
            <ac:picMk id="9" creationId="{06DC7A7C-4E39-428B-89EB-A98BA1D1A630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5E83B68B-007D-4829-90AF-85492EEC2BC0}" dt="2021-10-29T15:18:05.799" v="8400" actId="20577"/>
        <pc:sldMkLst>
          <pc:docMk/>
          <pc:sldMk cId="2981193539" sldId="342"/>
        </pc:sldMkLst>
        <pc:spChg chg="del">
          <ac:chgData name="Di Mattia Alessandro Edoardo Giorgio David" userId="f8954a66-e5ad-4a1c-9536-1d2117047f5f" providerId="ADAL" clId="{5E83B68B-007D-4829-90AF-85492EEC2BC0}" dt="2021-10-29T13:12:32.706" v="7354" actId="700"/>
          <ac:spMkLst>
            <pc:docMk/>
            <pc:sldMk cId="2981193539" sldId="342"/>
            <ac:spMk id="2" creationId="{A4F706E2-6365-4FB1-B56D-386C84C01F07}"/>
          </ac:spMkLst>
        </pc:spChg>
        <pc:spChg chg="del">
          <ac:chgData name="Di Mattia Alessandro Edoardo Giorgio David" userId="f8954a66-e5ad-4a1c-9536-1d2117047f5f" providerId="ADAL" clId="{5E83B68B-007D-4829-90AF-85492EEC2BC0}" dt="2021-10-29T13:03:29.732" v="7150" actId="22"/>
          <ac:spMkLst>
            <pc:docMk/>
            <pc:sldMk cId="2981193539" sldId="342"/>
            <ac:spMk id="3" creationId="{A688F53E-0477-4E13-B916-AD090E58F043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3:15:42.706" v="7391" actId="1076"/>
          <ac:spMkLst>
            <pc:docMk/>
            <pc:sldMk cId="2981193539" sldId="342"/>
            <ac:spMk id="8" creationId="{4754C37A-16DC-4B6D-A296-82BF8AA6772C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5:18:05.799" v="8400" actId="20577"/>
          <ac:spMkLst>
            <pc:docMk/>
            <pc:sldMk cId="2981193539" sldId="342"/>
            <ac:spMk id="10" creationId="{4AF30876-C64B-44C1-9AF3-12168BFAB2D5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3:15:39.209" v="7390" actId="1076"/>
          <ac:picMkLst>
            <pc:docMk/>
            <pc:sldMk cId="2981193539" sldId="342"/>
            <ac:picMk id="5" creationId="{B0B9B723-1598-4255-B648-2346CBF0049D}"/>
          </ac:picMkLst>
        </pc:picChg>
        <pc:picChg chg="add mod">
          <ac:chgData name="Di Mattia Alessandro Edoardo Giorgio David" userId="f8954a66-e5ad-4a1c-9536-1d2117047f5f" providerId="ADAL" clId="{5E83B68B-007D-4829-90AF-85492EEC2BC0}" dt="2021-10-29T13:18:53.859" v="7448" actId="1076"/>
          <ac:picMkLst>
            <pc:docMk/>
            <pc:sldMk cId="2981193539" sldId="342"/>
            <ac:picMk id="7" creationId="{6F0AE5C8-7595-4D14-A7E4-6E4122063892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5E83B68B-007D-4829-90AF-85492EEC2BC0}" dt="2021-10-29T14:54:58.868" v="8024" actId="122"/>
        <pc:sldMkLst>
          <pc:docMk/>
          <pc:sldMk cId="692853415" sldId="343"/>
        </pc:sldMkLst>
        <pc:spChg chg="add del">
          <ac:chgData name="Di Mattia Alessandro Edoardo Giorgio David" userId="f8954a66-e5ad-4a1c-9536-1d2117047f5f" providerId="ADAL" clId="{5E83B68B-007D-4829-90AF-85492EEC2BC0}" dt="2021-10-29T13:19:02.198" v="7451" actId="22"/>
          <ac:spMkLst>
            <pc:docMk/>
            <pc:sldMk cId="692853415" sldId="343"/>
            <ac:spMk id="3" creationId="{0D6DF968-3E8B-44A5-B9F0-A6E27194F727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4:54:58.868" v="8024" actId="122"/>
          <ac:spMkLst>
            <pc:docMk/>
            <pc:sldMk cId="692853415" sldId="343"/>
            <ac:spMk id="4" creationId="{AA593408-EA28-4B07-8AB3-0F37FA00B86A}"/>
          </ac:spMkLst>
        </pc:spChg>
        <pc:spChg chg="add del mod">
          <ac:chgData name="Di Mattia Alessandro Edoardo Giorgio David" userId="f8954a66-e5ad-4a1c-9536-1d2117047f5f" providerId="ADAL" clId="{5E83B68B-007D-4829-90AF-85492EEC2BC0}" dt="2021-10-29T13:20:14.118" v="7453" actId="22"/>
          <ac:spMkLst>
            <pc:docMk/>
            <pc:sldMk cId="692853415" sldId="343"/>
            <ac:spMk id="5" creationId="{0521357E-EBB4-4DDB-9A52-6AAAAA06422D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3:20:14.118" v="7453" actId="22"/>
          <ac:picMkLst>
            <pc:docMk/>
            <pc:sldMk cId="692853415" sldId="343"/>
            <ac:picMk id="7" creationId="{AA918226-1179-4AF5-8918-CCAFC0A1D161}"/>
          </ac:picMkLst>
        </pc:picChg>
      </pc:sldChg>
      <pc:sldChg chg="addSp delSp modSp new mod">
        <pc:chgData name="Di Mattia Alessandro Edoardo Giorgio David" userId="f8954a66-e5ad-4a1c-9536-1d2117047f5f" providerId="ADAL" clId="{5E83B68B-007D-4829-90AF-85492EEC2BC0}" dt="2021-10-29T14:56:45.747" v="8040" actId="122"/>
        <pc:sldMkLst>
          <pc:docMk/>
          <pc:sldMk cId="1315668199" sldId="344"/>
        </pc:sldMkLst>
        <pc:spChg chg="mod">
          <ac:chgData name="Di Mattia Alessandro Edoardo Giorgio David" userId="f8954a66-e5ad-4a1c-9536-1d2117047f5f" providerId="ADAL" clId="{5E83B68B-007D-4829-90AF-85492EEC2BC0}" dt="2021-10-29T14:56:45.747" v="8040" actId="122"/>
          <ac:spMkLst>
            <pc:docMk/>
            <pc:sldMk cId="1315668199" sldId="344"/>
            <ac:spMk id="2" creationId="{A29AB4FE-F447-4524-9112-35D59831CD1C}"/>
          </ac:spMkLst>
        </pc:spChg>
        <pc:spChg chg="del">
          <ac:chgData name="Di Mattia Alessandro Edoardo Giorgio David" userId="f8954a66-e5ad-4a1c-9536-1d2117047f5f" providerId="ADAL" clId="{5E83B68B-007D-4829-90AF-85492EEC2BC0}" dt="2021-10-29T14:56:37.376" v="8028" actId="22"/>
          <ac:spMkLst>
            <pc:docMk/>
            <pc:sldMk cId="1315668199" sldId="344"/>
            <ac:spMk id="3" creationId="{818D055B-A373-4E00-8F5F-8139A3082EA5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4:56:37.376" v="8028" actId="22"/>
          <ac:picMkLst>
            <pc:docMk/>
            <pc:sldMk cId="1315668199" sldId="344"/>
            <ac:picMk id="5" creationId="{91F191AA-8E18-4326-8682-C12C68856D5C}"/>
          </ac:picMkLst>
        </pc:picChg>
      </pc:sldChg>
      <pc:sldChg chg="modSp new mod ord">
        <pc:chgData name="Di Mattia Alessandro Edoardo Giorgio David" userId="f8954a66-e5ad-4a1c-9536-1d2117047f5f" providerId="ADAL" clId="{5E83B68B-007D-4829-90AF-85492EEC2BC0}" dt="2021-10-29T16:12:07.396" v="9444" actId="255"/>
        <pc:sldMkLst>
          <pc:docMk/>
          <pc:sldMk cId="293570415" sldId="345"/>
        </pc:sldMkLst>
        <pc:spChg chg="mod">
          <ac:chgData name="Di Mattia Alessandro Edoardo Giorgio David" userId="f8954a66-e5ad-4a1c-9536-1d2117047f5f" providerId="ADAL" clId="{5E83B68B-007D-4829-90AF-85492EEC2BC0}" dt="2021-10-29T15:26:37.977" v="8446" actId="122"/>
          <ac:spMkLst>
            <pc:docMk/>
            <pc:sldMk cId="293570415" sldId="345"/>
            <ac:spMk id="2" creationId="{EDAC11AF-6A01-405B-840E-DC1EBC7137EA}"/>
          </ac:spMkLst>
        </pc:spChg>
        <pc:spChg chg="mod">
          <ac:chgData name="Di Mattia Alessandro Edoardo Giorgio David" userId="f8954a66-e5ad-4a1c-9536-1d2117047f5f" providerId="ADAL" clId="{5E83B68B-007D-4829-90AF-85492EEC2BC0}" dt="2021-10-29T16:12:07.396" v="9444" actId="255"/>
          <ac:spMkLst>
            <pc:docMk/>
            <pc:sldMk cId="293570415" sldId="345"/>
            <ac:spMk id="3" creationId="{A8EBF488-FBFB-48DD-8F08-E7A77BF13FF1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9T16:10:55.827" v="9427" actId="1076"/>
        <pc:sldMkLst>
          <pc:docMk/>
          <pc:sldMk cId="487189514" sldId="346"/>
        </pc:sldMkLst>
        <pc:spChg chg="mod">
          <ac:chgData name="Di Mattia Alessandro Edoardo Giorgio David" userId="f8954a66-e5ad-4a1c-9536-1d2117047f5f" providerId="ADAL" clId="{5E83B68B-007D-4829-90AF-85492EEC2BC0}" dt="2021-10-29T16:01:44.445" v="9233" actId="122"/>
          <ac:spMkLst>
            <pc:docMk/>
            <pc:sldMk cId="487189514" sldId="346"/>
            <ac:spMk id="2" creationId="{C0923390-B313-4FEB-BD3C-D71B80CCC565}"/>
          </ac:spMkLst>
        </pc:spChg>
        <pc:spChg chg="del">
          <ac:chgData name="Di Mattia Alessandro Edoardo Giorgio David" userId="f8954a66-e5ad-4a1c-9536-1d2117047f5f" providerId="ADAL" clId="{5E83B68B-007D-4829-90AF-85492EEC2BC0}" dt="2021-10-29T16:01:47.137" v="9234" actId="22"/>
          <ac:spMkLst>
            <pc:docMk/>
            <pc:sldMk cId="487189514" sldId="346"/>
            <ac:spMk id="3" creationId="{ADCF5478-0131-4884-86E1-F57A9BC6A215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0:55.827" v="9427" actId="1076"/>
          <ac:spMkLst>
            <pc:docMk/>
            <pc:sldMk cId="487189514" sldId="346"/>
            <ac:spMk id="6" creationId="{89862403-CFCD-465B-9400-9F192BB7D365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6:09:37.403" v="9292" actId="1076"/>
          <ac:picMkLst>
            <pc:docMk/>
            <pc:sldMk cId="487189514" sldId="346"/>
            <ac:picMk id="5" creationId="{5DF78B36-4CAD-428F-9BD9-C9E8DD97E2C2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5E83B68B-007D-4829-90AF-85492EEC2BC0}" dt="2021-10-29T16:16:52.646" v="9688" actId="207"/>
        <pc:sldMkLst>
          <pc:docMk/>
          <pc:sldMk cId="3669502557" sldId="347"/>
        </pc:sldMkLst>
        <pc:spChg chg="del mod ord">
          <ac:chgData name="Di Mattia Alessandro Edoardo Giorgio David" userId="f8954a66-e5ad-4a1c-9536-1d2117047f5f" providerId="ADAL" clId="{5E83B68B-007D-4829-90AF-85492EEC2BC0}" dt="2021-10-29T16:14:14.937" v="9569" actId="478"/>
          <ac:spMkLst>
            <pc:docMk/>
            <pc:sldMk cId="3669502557" sldId="347"/>
            <ac:spMk id="2" creationId="{D25DF4FC-96B4-4D0C-9CFC-4F586B6D0399}"/>
          </ac:spMkLst>
        </pc:spChg>
        <pc:spChg chg="del mod ord">
          <ac:chgData name="Di Mattia Alessandro Edoardo Giorgio David" userId="f8954a66-e5ad-4a1c-9536-1d2117047f5f" providerId="ADAL" clId="{5E83B68B-007D-4829-90AF-85492EEC2BC0}" dt="2021-10-29T16:02:23.419" v="9239" actId="700"/>
          <ac:spMkLst>
            <pc:docMk/>
            <pc:sldMk cId="3669502557" sldId="347"/>
            <ac:spMk id="3" creationId="{4F6B92B0-01E1-48A5-A506-8B9BC91CF0B9}"/>
          </ac:spMkLst>
        </pc:spChg>
        <pc:spChg chg="add del mod ord">
          <ac:chgData name="Di Mattia Alessandro Edoardo Giorgio David" userId="f8954a66-e5ad-4a1c-9536-1d2117047f5f" providerId="ADAL" clId="{5E83B68B-007D-4829-90AF-85492EEC2BC0}" dt="2021-10-29T16:02:25.794" v="9240" actId="22"/>
          <ac:spMkLst>
            <pc:docMk/>
            <pc:sldMk cId="3669502557" sldId="347"/>
            <ac:spMk id="4" creationId="{77E9519C-1A41-4234-9852-264F19F7BFF7}"/>
          </ac:spMkLst>
        </pc:spChg>
        <pc:spChg chg="add del mod ord">
          <ac:chgData name="Di Mattia Alessandro Edoardo Giorgio David" userId="f8954a66-e5ad-4a1c-9536-1d2117047f5f" providerId="ADAL" clId="{5E83B68B-007D-4829-90AF-85492EEC2BC0}" dt="2021-10-29T16:02:43.131" v="9241" actId="22"/>
          <ac:spMkLst>
            <pc:docMk/>
            <pc:sldMk cId="3669502557" sldId="347"/>
            <ac:spMk id="5" creationId="{1BEA1382-9F37-434F-8ABD-F850CF1C9F39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4:23.248" v="9571" actId="1076"/>
          <ac:spMkLst>
            <pc:docMk/>
            <pc:sldMk cId="3669502557" sldId="347"/>
            <ac:spMk id="10" creationId="{8ECB5C4C-41DC-4EB9-8EC3-250A1EBF47B8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4:29.266" v="9573" actId="1076"/>
          <ac:spMkLst>
            <pc:docMk/>
            <pc:sldMk cId="3669502557" sldId="347"/>
            <ac:spMk id="11" creationId="{3A474793-A429-4669-9C81-DEA90CC87271}"/>
          </ac:spMkLst>
        </pc:spChg>
        <pc:spChg chg="add del mod">
          <ac:chgData name="Di Mattia Alessandro Edoardo Giorgio David" userId="f8954a66-e5ad-4a1c-9536-1d2117047f5f" providerId="ADAL" clId="{5E83B68B-007D-4829-90AF-85492EEC2BC0}" dt="2021-10-29T16:11:40.056" v="9434"/>
          <ac:spMkLst>
            <pc:docMk/>
            <pc:sldMk cId="3669502557" sldId="347"/>
            <ac:spMk id="12" creationId="{4E1C021C-0906-41DA-B6C9-C1ECEF807DE6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4:34.946" v="9575" actId="1076"/>
          <ac:spMkLst>
            <pc:docMk/>
            <pc:sldMk cId="3669502557" sldId="347"/>
            <ac:spMk id="13" creationId="{3590F49C-961F-4893-B118-3B349A6D9EE7}"/>
          </ac:spMkLst>
        </pc:spChg>
        <pc:spChg chg="add del mod">
          <ac:chgData name="Di Mattia Alessandro Edoardo Giorgio David" userId="f8954a66-e5ad-4a1c-9536-1d2117047f5f" providerId="ADAL" clId="{5E83B68B-007D-4829-90AF-85492EEC2BC0}" dt="2021-10-29T16:14:20.440" v="9570" actId="700"/>
          <ac:spMkLst>
            <pc:docMk/>
            <pc:sldMk cId="3669502557" sldId="347"/>
            <ac:spMk id="15" creationId="{B2F514D2-911F-4144-9243-D0295BBF00D9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6:52.646" v="9688" actId="207"/>
          <ac:spMkLst>
            <pc:docMk/>
            <pc:sldMk cId="3669502557" sldId="347"/>
            <ac:spMk id="16" creationId="{A18B6820-3EA2-412D-AE7B-BECF8AEFB7D9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6:14:42.241" v="9577" actId="1076"/>
          <ac:picMkLst>
            <pc:docMk/>
            <pc:sldMk cId="3669502557" sldId="347"/>
            <ac:picMk id="7" creationId="{5DE5CDE1-CD02-4AB8-A11D-F21084E1E62B}"/>
          </ac:picMkLst>
        </pc:picChg>
        <pc:picChg chg="add mod ord">
          <ac:chgData name="Di Mattia Alessandro Edoardo Giorgio David" userId="f8954a66-e5ad-4a1c-9536-1d2117047f5f" providerId="ADAL" clId="{5E83B68B-007D-4829-90AF-85492EEC2BC0}" dt="2021-10-29T16:14:40.874" v="9576" actId="1076"/>
          <ac:picMkLst>
            <pc:docMk/>
            <pc:sldMk cId="3669502557" sldId="347"/>
            <ac:picMk id="9" creationId="{9B87229E-128A-4E81-A0B8-5C41CAE73DE6}"/>
          </ac:picMkLst>
        </pc:picChg>
      </pc:sldChg>
      <pc:sldChg chg="addSp modSp new mod modClrScheme chgLayout">
        <pc:chgData name="Di Mattia Alessandro Edoardo Giorgio David" userId="f8954a66-e5ad-4a1c-9536-1d2117047f5f" providerId="ADAL" clId="{5E83B68B-007D-4829-90AF-85492EEC2BC0}" dt="2021-10-29T16:24:33.862" v="9893" actId="20577"/>
        <pc:sldMkLst>
          <pc:docMk/>
          <pc:sldMk cId="3198309929" sldId="348"/>
        </pc:sldMkLst>
        <pc:spChg chg="add mod">
          <ac:chgData name="Di Mattia Alessandro Edoardo Giorgio David" userId="f8954a66-e5ad-4a1c-9536-1d2117047f5f" providerId="ADAL" clId="{5E83B68B-007D-4829-90AF-85492EEC2BC0}" dt="2021-10-29T16:24:33.862" v="9893" actId="20577"/>
          <ac:spMkLst>
            <pc:docMk/>
            <pc:sldMk cId="3198309929" sldId="348"/>
            <ac:spMk id="2" creationId="{4ACF0A9C-336C-4852-A554-D1C1DDDA2838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24:17.702" v="9892" actId="20577"/>
          <ac:spMkLst>
            <pc:docMk/>
            <pc:sldMk cId="3198309929" sldId="348"/>
            <ac:spMk id="3" creationId="{44475C74-E6DB-4222-863B-78F7D70C65AB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1-01T10:35:06.739" v="9974" actId="962"/>
        <pc:sldMkLst>
          <pc:docMk/>
          <pc:sldMk cId="2629839588" sldId="349"/>
        </pc:sldMkLst>
        <pc:spChg chg="mod">
          <ac:chgData name="Di Mattia Alessandro Edoardo Giorgio David" userId="f8954a66-e5ad-4a1c-9536-1d2117047f5f" providerId="ADAL" clId="{5E83B68B-007D-4829-90AF-85492EEC2BC0}" dt="2021-11-01T10:30:18.794" v="9969" actId="20577"/>
          <ac:spMkLst>
            <pc:docMk/>
            <pc:sldMk cId="2629839588" sldId="349"/>
            <ac:spMk id="2" creationId="{8F15B3D3-3558-434E-8190-150B4D20A1CB}"/>
          </ac:spMkLst>
        </pc:spChg>
        <pc:spChg chg="add del">
          <ac:chgData name="Di Mattia Alessandro Edoardo Giorgio David" userId="f8954a66-e5ad-4a1c-9536-1d2117047f5f" providerId="ADAL" clId="{5E83B68B-007D-4829-90AF-85492EEC2BC0}" dt="2021-11-01T10:35:05.722" v="9972"/>
          <ac:spMkLst>
            <pc:docMk/>
            <pc:sldMk cId="2629839588" sldId="349"/>
            <ac:spMk id="3" creationId="{5B236B7E-4C76-43F2-81BA-F8BCF0671F90}"/>
          </ac:spMkLst>
        </pc:spChg>
        <pc:picChg chg="add del mod">
          <ac:chgData name="Di Mattia Alessandro Edoardo Giorgio David" userId="f8954a66-e5ad-4a1c-9536-1d2117047f5f" providerId="ADAL" clId="{5E83B68B-007D-4829-90AF-85492EEC2BC0}" dt="2021-11-01T10:34:39.220" v="9971"/>
          <ac:picMkLst>
            <pc:docMk/>
            <pc:sldMk cId="2629839588" sldId="349"/>
            <ac:picMk id="4" creationId="{2CAFED15-DF5D-4961-AC4C-2799826F3C9B}"/>
          </ac:picMkLst>
        </pc:picChg>
        <pc:picChg chg="add mod">
          <ac:chgData name="Di Mattia Alessandro Edoardo Giorgio David" userId="f8954a66-e5ad-4a1c-9536-1d2117047f5f" providerId="ADAL" clId="{5E83B68B-007D-4829-90AF-85492EEC2BC0}" dt="2021-11-01T10:35:06.739" v="9974" actId="962"/>
          <ac:picMkLst>
            <pc:docMk/>
            <pc:sldMk cId="2629839588" sldId="349"/>
            <ac:picMk id="6" creationId="{D57D708A-3183-49F3-BBF5-2A18884AC217}"/>
          </ac:picMkLst>
        </pc:pic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28.09.2026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28.09.2026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tif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ssrn.com/sol3/Delivery.cfm?abstractid=312236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t>Lecture #10</a:t>
            </a:r>
            <a:endParaRPr lang="en-US" dirty="0"/>
          </a:p>
          <a:p>
            <a:r>
              <a:t>The Bosman Case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The transfer system before 1995</a:t>
            </a:r>
          </a:p>
          <a:p>
            <a:r>
              <a:rPr dirty="0"/>
              <a:t>Jean-Marc Bosman and the legal challenge</a:t>
            </a:r>
          </a:p>
          <a:p>
            <a:r>
              <a:rPr dirty="0"/>
              <a:t>The 1995 ECJ ruling</a:t>
            </a:r>
          </a:p>
          <a:p>
            <a:r>
              <a:rPr dirty="0"/>
              <a:t>The economics: monopsony power in football labor markets</a:t>
            </a:r>
          </a:p>
          <a:p>
            <a:r>
              <a:rPr dirty="0"/>
              <a:t>What changed after Bosman </a:t>
            </a:r>
            <a:r>
              <a:rPr lang="it-IT" dirty="0"/>
              <a:t>(</a:t>
            </a:r>
            <a:r>
              <a:rPr dirty="0"/>
              <a:t>wages, agents, competitive balance</a:t>
            </a:r>
            <a:r>
              <a:rPr lang="it-IT" dirty="0"/>
              <a:t>).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Transfer System Before 1995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Even after a player’s contract expired, his old club could still demand a transfer fee from the new club</a:t>
            </a:r>
          </a:p>
          <a:p>
            <a:r>
              <a:rPr dirty="0"/>
              <a:t>In effect, a club retained rights over a player beyond the life of his contract </a:t>
            </a:r>
            <a:r>
              <a:rPr lang="it-IT" dirty="0"/>
              <a:t> (</a:t>
            </a:r>
            <a:r>
              <a:rPr dirty="0"/>
              <a:t>he could not simply walk away and sign elsewhere for free</a:t>
            </a:r>
            <a:r>
              <a:rPr lang="it-IT" dirty="0"/>
              <a:t>).</a:t>
            </a:r>
            <a:endParaRPr dirty="0"/>
          </a:p>
          <a:p>
            <a:r>
              <a:rPr dirty="0"/>
              <a:t>On top of this, UEFA’s “3+2 rule” capped every club at 3 foreign players + 2 “assimilated” </a:t>
            </a:r>
            <a:r>
              <a:rPr lang="en-US" dirty="0"/>
              <a:t> (who had played in the domestic league for at least five year) </a:t>
            </a:r>
          </a:p>
          <a:p>
            <a:r>
              <a:rPr dirty="0"/>
              <a:t>Together, these two rules sharply limited where a player could actually take his labor</a:t>
            </a:r>
            <a:r>
              <a:rPr lang="it-IT" dirty="0"/>
              <a:t>,</a:t>
            </a:r>
            <a:r>
              <a:rPr dirty="0"/>
              <a:t> exactly the kind of restriction on mobility we saw with rent control and the NBA draft (L7–L8), just applied to workers instead of tenants or draft picks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Jean-Marc Bosman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Belgian midfielder under contract at RFC Liège (Belgium)</a:t>
            </a:r>
          </a:p>
          <a:p>
            <a:r>
              <a:rPr dirty="0"/>
              <a:t>1990: his contract expired; Liège offered a renewal at roughly a quarter of his previous salary</a:t>
            </a:r>
            <a:r>
              <a:rPr lang="it-IT" dirty="0"/>
              <a:t>, </a:t>
            </a:r>
            <a:r>
              <a:rPr dirty="0"/>
              <a:t>he refused</a:t>
            </a:r>
          </a:p>
          <a:p>
            <a:r>
              <a:rPr dirty="0"/>
              <a:t>He arranged a move to US Dunkerque (French second division)</a:t>
            </a:r>
          </a:p>
          <a:p>
            <a:r>
              <a:rPr dirty="0"/>
              <a:t>Liège demanded a transfer fee from Dunkerque anyway, despite Bosman being out of contract</a:t>
            </a:r>
            <a:r>
              <a:rPr lang="it-IT" dirty="0"/>
              <a:t>,</a:t>
            </a:r>
            <a:r>
              <a:rPr dirty="0"/>
              <a:t> the fee was not paid and the deal collapsed</a:t>
            </a:r>
          </a:p>
          <a:p>
            <a:r>
              <a:rPr dirty="0"/>
              <a:t>Liège suspended Bosman, leaving him without a club and on reduced pay</a:t>
            </a:r>
          </a:p>
          <a:p>
            <a:r>
              <a:rPr dirty="0"/>
              <a:t>Bosman sued RFC Liège, the Belgian FA, and UEFA</a:t>
            </a:r>
            <a:r>
              <a:rPr lang="it-IT" dirty="0"/>
              <a:t>,</a:t>
            </a:r>
            <a:r>
              <a:rPr dirty="0"/>
              <a:t> arguing the transfer-fee system and nationality quotas violated his rights as an EU worker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Legal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Article 48 of the EEC Treaty</a:t>
            </a:r>
            <a:r>
              <a:rPr lang="it-IT" dirty="0"/>
              <a:t>:</a:t>
            </a:r>
            <a:r>
              <a:rPr dirty="0"/>
              <a:t> freedom of movement for workers within the European Community (today Article 45 TFEU)</a:t>
            </a:r>
          </a:p>
          <a:p>
            <a:r>
              <a:rPr dirty="0"/>
              <a:t>Bosman’s argument: a professional footballer is a “worker” like any other, and cannot be blocked from taking a job in another member state</a:t>
            </a:r>
          </a:p>
          <a:p>
            <a:r>
              <a:rPr dirty="0"/>
              <a:t>Court: European Court of Justice (ECJ), Case C-415/93</a:t>
            </a:r>
          </a:p>
          <a:p>
            <a:r>
              <a:rPr dirty="0"/>
              <a:t>Referred by the Liège Court of Appeal in 1990; judgment delivered 15 December 1995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Ruling</a:t>
            </a:r>
            <a:r>
              <a:rPr lang="it-IT" dirty="0"/>
              <a:t>, </a:t>
            </a:r>
            <a:r>
              <a:rPr dirty="0"/>
              <a:t>15 December 1995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Two distinct legal effects:</a:t>
            </a:r>
          </a:p>
          <a:p>
            <a:pPr lvl="1"/>
            <a:r>
              <a:rPr dirty="0"/>
              <a:t>No transfer fee can be demanded for a player moving to a club in another EU member state once his contract has expired</a:t>
            </a:r>
          </a:p>
          <a:p>
            <a:pPr lvl="1"/>
            <a:r>
              <a:rPr dirty="0"/>
              <a:t>Nationality quotas on EU players (UEFA’s “3+2 rule”) are unlawful</a:t>
            </a:r>
            <a:r>
              <a:rPr lang="it-IT" dirty="0"/>
              <a:t>,</a:t>
            </a:r>
            <a:r>
              <a:rPr dirty="0"/>
              <a:t> a club must be free to field any number of players who are EU nationals</a:t>
            </a:r>
          </a:p>
          <a:p>
            <a:r>
              <a:rPr dirty="0"/>
              <a:t>UEFA formally abolished the 3+2 rule on 19 February 1996</a:t>
            </a:r>
          </a:p>
          <a:p>
            <a:r>
              <a:rPr dirty="0"/>
              <a:t>This did not end transfer fees altogether</a:t>
            </a:r>
            <a:r>
              <a:rPr lang="it-IT" dirty="0"/>
              <a:t>, </a:t>
            </a:r>
            <a:r>
              <a:rPr dirty="0"/>
              <a:t>a club can still be paid a fee for a player who is transferred while still under contract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Economics: Monopsony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Before Bosman, a club effectively held exclusive rights to a player’s labor even after his contract ended</a:t>
            </a:r>
            <a:r>
              <a:rPr lang="it-IT" dirty="0"/>
              <a:t>.</a:t>
            </a:r>
          </a:p>
          <a:p>
            <a:r>
              <a:rPr dirty="0"/>
              <a:t>This is monopsony power: a market with (in the extreme) a single buyer of labor, rather than many competing buyers</a:t>
            </a:r>
          </a:p>
          <a:p>
            <a:r>
              <a:rPr dirty="0"/>
              <a:t>Just like a monopolist restricts output below the competitive level, a monopsonist restricts employment below the competitive level</a:t>
            </a:r>
            <a:r>
              <a:rPr lang="it-IT" dirty="0"/>
              <a:t>,</a:t>
            </a:r>
            <a:r>
              <a:rPr dirty="0"/>
              <a:t> and pays a wage below what that labor is actually worth (its Value of Marginal Product, from L4)</a:t>
            </a:r>
          </a:p>
          <a:p>
            <a:r>
              <a:rPr dirty="0"/>
              <a:t>The next slide shows this formally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Monopsony Power in the Labor Market</a:t>
            </a:r>
          </a:p>
        </p:txBody>
      </p:sp>
      <p:pic>
        <p:nvPicPr>
          <p:cNvPr id="3" name="Picture 2" descr="monopson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00" y="1150000"/>
            <a:ext cx="3550000" cy="2896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4106052"/>
            <a:ext cx="8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 dirty="0"/>
              <a:t>MFC lies above the supply curve because hiring one more player raises the wage for everyone. The club hires where MFC = MRP (</a:t>
            </a:r>
            <a:r>
              <a:rPr sz="1050" i="1" dirty="0" err="1"/>
              <a:t>Lm</a:t>
            </a:r>
            <a:r>
              <a:rPr sz="1050" i="1" dirty="0"/>
              <a:t>), then pays only Wm </a:t>
            </a:r>
            <a:r>
              <a:rPr lang="it-IT" sz="1050" i="1" dirty="0"/>
              <a:t>, </a:t>
            </a:r>
            <a:r>
              <a:rPr sz="1050" i="1" dirty="0"/>
              <a:t>below both the competitive wage and the player’s VMP.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Bosman: Free Agency Changes the Balance of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An out-of-contract player can now simply leave for </a:t>
            </a:r>
            <a:r>
              <a:rPr dirty="0" err="1"/>
              <a:t>fre</a:t>
            </a:r>
            <a:r>
              <a:rPr lang="it-IT" dirty="0"/>
              <a:t>e</a:t>
            </a:r>
          </a:p>
          <a:p>
            <a:r>
              <a:rPr dirty="0"/>
              <a:t>This shifts bargaining power from clubs toward players (and their agents)</a:t>
            </a:r>
          </a:p>
          <a:p>
            <a:r>
              <a:rPr dirty="0"/>
              <a:t>Clubs can no longer bank on transfer-fee income from out-of-contract sales, and players (correctly) demand to capture more of their own value directly, through salary</a:t>
            </a:r>
          </a:p>
          <a:p>
            <a:r>
              <a:rPr dirty="0"/>
              <a:t>Result: money that used to flow to selling clubs as transfer fees increasingly flows to players as wages and signing bonuses instead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Data: The Premier League Wage Bill</a:t>
            </a:r>
          </a:p>
        </p:txBody>
      </p:sp>
      <p:pic>
        <p:nvPicPr>
          <p:cNvPr id="3" name="Picture 2" descr="wage_rati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00" y="1150000"/>
            <a:ext cx="3550000" cy="26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3872500"/>
            <a:ext cx="8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 dirty="0"/>
              <a:t>Source: Deloitte Annual Review of Football Finance. Caution: this period also saw the Sky/Premier League TV-rights boom </a:t>
            </a:r>
            <a:r>
              <a:rPr lang="it-IT" sz="1050" i="1" dirty="0"/>
              <a:t>,</a:t>
            </a:r>
            <a:r>
              <a:rPr sz="1050" i="1" dirty="0"/>
              <a:t> the rise is associated with Bosman, not proven to be caused by it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Did Bosman Change Competitive Balance? A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At club level: research finds Bosman is associated with REDUCED competitive balance</a:t>
            </a:r>
            <a:r>
              <a:rPr lang="it-IT" dirty="0"/>
              <a:t>:</a:t>
            </a:r>
            <a:r>
              <a:rPr dirty="0"/>
              <a:t> big clubs could now acquire top out-of-contract talent without paying a fee, and smaller clubs increasingly became net sellers rather than competitors</a:t>
            </a:r>
          </a:p>
          <a:p>
            <a:r>
              <a:rPr dirty="0"/>
              <a:t>At national-team level: the same research finds the performance gap between stronger and weaker EU football nations NARROWED after Bosman</a:t>
            </a:r>
          </a:p>
          <a:p>
            <a:pPr lvl="1"/>
            <a:r>
              <a:rPr dirty="0"/>
              <a:t>Why? Smaller football nations, facing tougher competition for talent, invested more in youth development</a:t>
            </a:r>
            <a:r>
              <a:rPr lang="it-IT" dirty="0"/>
              <a:t>, </a:t>
            </a:r>
            <a:r>
              <a:rPr dirty="0"/>
              <a:t>raising the quality of players they produced</a:t>
            </a:r>
          </a:p>
          <a:p>
            <a:r>
              <a:rPr dirty="0"/>
              <a:t>Source: </a:t>
            </a:r>
            <a:r>
              <a:rPr sz="16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Norbäck</a:t>
            </a:r>
            <a:r>
              <a:rPr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Olsson &amp; Persson, “Talent Development and </a:t>
            </a:r>
            <a:r>
              <a:rPr sz="16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Labour</a:t>
            </a:r>
            <a:r>
              <a:rPr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Market Integration: The Case of EU Football”</a:t>
            </a: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the Football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Free agency gave players (and by extension their agents) real leverage at the negotiating table for the first time</a:t>
            </a:r>
          </a:p>
          <a:p>
            <a:r>
              <a:rPr dirty="0"/>
              <a:t>A credible “I can just leave for free” threat is worth far more in a negotiation than a threat that requires your club’s cooperation</a:t>
            </a:r>
          </a:p>
          <a:p>
            <a:r>
              <a:rPr dirty="0"/>
              <a:t>Agents became central to contract negotiations, transfer deals, and commercial arrangements</a:t>
            </a:r>
            <a:r>
              <a:rPr lang="it-IT" dirty="0"/>
              <a:t>, </a:t>
            </a:r>
            <a:r>
              <a:rPr dirty="0"/>
              <a:t>and their commissions grew alongside rising transfer and wage sums (amplified further by the same TV-rights boom noted on the previous slide)</a:t>
            </a:r>
          </a:p>
          <a:p>
            <a:r>
              <a:rPr dirty="0"/>
              <a:t>This is a qualitative, widely reported consequence of Bosman</a:t>
            </a:r>
            <a:r>
              <a:rPr lang="it-IT" dirty="0"/>
              <a:t>, </a:t>
            </a:r>
            <a:r>
              <a:rPr dirty="0"/>
              <a:t>precise historical data on agent numbers/earnings in the 1990s is not well documented, so treat it as a trend rather than a hard statistic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Before 1995, clubs held real monopsony power over players — even after a contract ended</a:t>
            </a:r>
          </a:p>
          <a:p>
            <a:r>
              <a:rPr dirty="0"/>
              <a:t>The ECJ’s Bosman ruling (1995) ended fee-for-out-of-contract transfers and abolished EU nationality quotas, on freedom-of-movement grounds</a:t>
            </a:r>
          </a:p>
          <a:p>
            <a:r>
              <a:rPr dirty="0"/>
              <a:t>Removing monopsony power moved wages toward the competitive level</a:t>
            </a:r>
            <a:r>
              <a:rPr lang="it-IT"/>
              <a:t>, </a:t>
            </a:r>
            <a:r>
              <a:t>and </a:t>
            </a:r>
            <a:r>
              <a:rPr dirty="0"/>
              <a:t>the data show a real jump in the wage share of revenue</a:t>
            </a:r>
          </a:p>
          <a:p>
            <a:r>
              <a:rPr dirty="0"/>
              <a:t>The effects were not uniformly “good”: club-level competitive balance may have worsened even as national-team balance improved</a:t>
            </a:r>
          </a:p>
          <a:p>
            <a:r>
              <a:rPr dirty="0"/>
              <a:t>Bosman is one of the two forces (with rising TV revenue) that set up the conditions Financial Fair Play was later built to address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5205</TotalTime>
  <Words>1091</Words>
  <Application>Microsoft Office PowerPoint</Application>
  <PresentationFormat>On-screen Show (16:10)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#10 The Bosman Case</vt:lpstr>
      <vt:lpstr>Topics</vt:lpstr>
      <vt:lpstr>The Transfer System Before 1995</vt:lpstr>
      <vt:lpstr>Jean-Marc Bosman</vt:lpstr>
      <vt:lpstr>The Legal Basis</vt:lpstr>
      <vt:lpstr>The Ruling, 15 December 1995</vt:lpstr>
      <vt:lpstr>The Economics: Monopsony Power</vt:lpstr>
      <vt:lpstr>Monopsony Power in the Labor Market</vt:lpstr>
      <vt:lpstr>After Bosman: Free Agency Changes the Balance of Power</vt:lpstr>
      <vt:lpstr>Real Data: The Premier League Wage Bill</vt:lpstr>
      <vt:lpstr>Did Bosman Change Competitive Balance? A Paradox</vt:lpstr>
      <vt:lpstr>The Rise of the Football Agent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Alessandro Edoardo Giorgio David Di Mattia</cp:lastModifiedBy>
  <cp:revision>72</cp:revision>
  <dcterms:created xsi:type="dcterms:W3CDTF">2021-07-15T16:00:15Z</dcterms:created>
  <dcterms:modified xsi:type="dcterms:W3CDTF">2026-09-28T08:31:33Z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  <property fmtid="{D5CDD505-2E9C-101B-9397-08002B2CF9AE}" pid="3" name="MSIP_Label_ee59125d-3421-490c-8c49-713131ff88a1_Enabled">
    <vt:lpwstr>true</vt:lpwstr>
  </property>
  <property fmtid="{D5CDD505-2E9C-101B-9397-08002B2CF9AE}" pid="4" name="MSIP_Label_ee59125d-3421-490c-8c49-713131ff88a1_SetDate">
    <vt:lpwstr>2026-09-13T15:12:49Z</vt:lpwstr>
  </property>
  <property fmtid="{D5CDD505-2E9C-101B-9397-08002B2CF9AE}" pid="5" name="MSIP_Label_ee59125d-3421-490c-8c49-713131ff88a1_Method">
    <vt:lpwstr>Standard</vt:lpwstr>
  </property>
  <property fmtid="{D5CDD505-2E9C-101B-9397-08002B2CF9AE}" pid="6" name="MSIP_Label_ee59125d-3421-490c-8c49-713131ff88a1_Name">
    <vt:lpwstr>Yellow</vt:lpwstr>
  </property>
  <property fmtid="{D5CDD505-2E9C-101B-9397-08002B2CF9AE}" pid="7" name="MSIP_Label_ee59125d-3421-490c-8c49-713131ff88a1_SiteId">
    <vt:lpwstr>938c1eb0-9d08-484b-92b9-53f583bd08fb</vt:lpwstr>
  </property>
  <property fmtid="{D5CDD505-2E9C-101B-9397-08002B2CF9AE}" pid="8" name="MSIP_Label_ee59125d-3421-490c-8c49-713131ff88a1_ActionId">
    <vt:lpwstr>c1545199-be0f-4e32-b1db-dbe319b24d86</vt:lpwstr>
  </property>
  <property fmtid="{D5CDD505-2E9C-101B-9397-08002B2CF9AE}" pid="9" name="MSIP_Label_ee59125d-3421-490c-8c49-713131ff88a1_ContentBits">
    <vt:lpwstr>0</vt:lpwstr>
  </property>
  <property fmtid="{D5CDD505-2E9C-101B-9397-08002B2CF9AE}" pid="10" name="MSIP_Label_ee59125d-3421-490c-8c49-713131ff88a1_Tag">
    <vt:lpwstr>10, 3, 0, 1</vt:lpwstr>
  </property>
</Properties>
</file>