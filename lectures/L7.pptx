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4" r:id="rId5"/>
    <p:sldMasterId id="2147483703" r:id="rId6"/>
    <p:sldMasterId id="2147483718" r:id="rId7"/>
    <p:sldMasterId id="2147483712" r:id="rId8"/>
  </p:sldMasterIdLst>
  <p:notesMasterIdLst>
    <p:notesMasterId r:id="rId77"/>
  </p:notesMasterIdLst>
  <p:handoutMasterIdLst>
    <p:handoutMasterId r:id="rId78"/>
  </p:handoutMasterIdLst>
  <p:sldIdLst>
    <p:sldId id="280" r:id="rId9"/>
    <p:sldId id="281" r:id="rId10"/>
    <p:sldId id="282" r:id="rId11"/>
    <p:sldId id="283" r:id="rId12"/>
    <p:sldId id="284" r:id="rId13"/>
    <p:sldId id="285" r:id="rId14"/>
    <p:sldId id="286" r:id="rId15"/>
    <p:sldId id="287" r:id="rId16"/>
    <p:sldId id="289" r:id="rId17"/>
    <p:sldId id="290" r:id="rId18"/>
    <p:sldId id="291" r:id="rId19"/>
    <p:sldId id="292" r:id="rId20"/>
    <p:sldId id="293" r:id="rId21"/>
    <p:sldId id="294" r:id="rId22"/>
    <p:sldId id="295"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6" r:id="rId40"/>
    <p:sldId id="313" r:id="rId41"/>
    <p:sldId id="314" r:id="rId42"/>
    <p:sldId id="315" r:id="rId43"/>
    <p:sldId id="317" r:id="rId44"/>
    <p:sldId id="318" r:id="rId45"/>
    <p:sldId id="319" r:id="rId46"/>
    <p:sldId id="320" r:id="rId47"/>
    <p:sldId id="321" r:id="rId48"/>
    <p:sldId id="322" r:id="rId49"/>
    <p:sldId id="323" r:id="rId50"/>
    <p:sldId id="324" r:id="rId51"/>
    <p:sldId id="325" r:id="rId52"/>
    <p:sldId id="326" r:id="rId53"/>
    <p:sldId id="328" r:id="rId54"/>
    <p:sldId id="329" r:id="rId55"/>
    <p:sldId id="330" r:id="rId56"/>
    <p:sldId id="331" r:id="rId57"/>
    <p:sldId id="332" r:id="rId58"/>
    <p:sldId id="333" r:id="rId59"/>
    <p:sldId id="334" r:id="rId60"/>
    <p:sldId id="335" r:id="rId61"/>
    <p:sldId id="336" r:id="rId62"/>
    <p:sldId id="337" r:id="rId63"/>
    <p:sldId id="338" r:id="rId64"/>
    <p:sldId id="327" r:id="rId65"/>
    <p:sldId id="339" r:id="rId66"/>
    <p:sldId id="340" r:id="rId67"/>
    <p:sldId id="341" r:id="rId68"/>
    <p:sldId id="342" r:id="rId69"/>
    <p:sldId id="343" r:id="rId70"/>
    <p:sldId id="344" r:id="rId71"/>
    <p:sldId id="345" r:id="rId72"/>
    <p:sldId id="346" r:id="rId73"/>
    <p:sldId id="347" r:id="rId74"/>
    <p:sldId id="348" r:id="rId75"/>
    <p:sldId id="288" r:id="rId76"/>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AE618D5-598A-44D7-AFFB-B09F4A597D4A}">
          <p14:sldIdLst>
            <p14:sldId id="280"/>
            <p14:sldId id="281"/>
            <p14:sldId id="282"/>
            <p14:sldId id="283"/>
            <p14:sldId id="284"/>
            <p14:sldId id="285"/>
            <p14:sldId id="286"/>
            <p14:sldId id="287"/>
            <p14:sldId id="289"/>
            <p14:sldId id="290"/>
            <p14:sldId id="291"/>
            <p14:sldId id="292"/>
            <p14:sldId id="293"/>
            <p14:sldId id="294"/>
            <p14:sldId id="295"/>
            <p14:sldId id="297"/>
            <p14:sldId id="298"/>
            <p14:sldId id="299"/>
            <p14:sldId id="300"/>
            <p14:sldId id="301"/>
            <p14:sldId id="302"/>
            <p14:sldId id="303"/>
            <p14:sldId id="304"/>
            <p14:sldId id="305"/>
            <p14:sldId id="306"/>
            <p14:sldId id="307"/>
            <p14:sldId id="308"/>
            <p14:sldId id="309"/>
            <p14:sldId id="310"/>
            <p14:sldId id="311"/>
            <p14:sldId id="312"/>
            <p14:sldId id="316"/>
            <p14:sldId id="313"/>
            <p14:sldId id="314"/>
            <p14:sldId id="315"/>
            <p14:sldId id="317"/>
            <p14:sldId id="318"/>
            <p14:sldId id="319"/>
            <p14:sldId id="320"/>
            <p14:sldId id="321"/>
            <p14:sldId id="322"/>
            <p14:sldId id="323"/>
            <p14:sldId id="324"/>
            <p14:sldId id="325"/>
            <p14:sldId id="326"/>
            <p14:sldId id="328"/>
            <p14:sldId id="329"/>
            <p14:sldId id="330"/>
            <p14:sldId id="331"/>
            <p14:sldId id="332"/>
            <p14:sldId id="333"/>
            <p14:sldId id="334"/>
            <p14:sldId id="335"/>
            <p14:sldId id="336"/>
            <p14:sldId id="337"/>
            <p14:sldId id="338"/>
            <p14:sldId id="327"/>
            <p14:sldId id="339"/>
            <p14:sldId id="340"/>
            <p14:sldId id="341"/>
            <p14:sldId id="342"/>
            <p14:sldId id="343"/>
            <p14:sldId id="344"/>
            <p14:sldId id="345"/>
            <p14:sldId id="346"/>
            <p14:sldId id="347"/>
            <p14:sldId id="348"/>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 Mattia Alessandro Edoardo Giorgio David" initials="DMAEGD" lastIdx="1" clrIdx="0">
    <p:extLst>
      <p:ext uri="{19B8F6BF-5375-455C-9EA6-DF929625EA0E}">
        <p15:presenceInfo xmlns:p15="http://schemas.microsoft.com/office/powerpoint/2012/main" userId="S::aldi@himolde.no::f8954a66-e5ad-4a1c-9536-1d2117047f5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6FC"/>
    <a:srgbClr val="E9A592"/>
    <a:srgbClr val="0000FF"/>
    <a:srgbClr val="E97C67"/>
    <a:srgbClr val="005CA3"/>
    <a:srgbClr val="2E53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3B68B-007D-4829-90AF-85492EEC2BC0}" v="642" dt="2021-11-01T10:53:30.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79909" autoAdjust="0"/>
  </p:normalViewPr>
  <p:slideViewPr>
    <p:cSldViewPr snapToGrid="0" snapToObjects="1">
      <p:cViewPr varScale="1">
        <p:scale>
          <a:sx n="56" d="100"/>
          <a:sy n="56" d="100"/>
        </p:scale>
        <p:origin x="1720" y="52"/>
      </p:cViewPr>
      <p:guideLst/>
    </p:cSldViewPr>
  </p:slideViewPr>
  <p:notesTextViewPr>
    <p:cViewPr>
      <p:scale>
        <a:sx n="1" d="1"/>
        <a:sy n="1" d="1"/>
      </p:scale>
      <p:origin x="0" y="0"/>
    </p:cViewPr>
  </p:notesTextViewPr>
  <p:notesViewPr>
    <p:cSldViewPr snapToGrid="0" snapToObjects="1">
      <p:cViewPr varScale="1">
        <p:scale>
          <a:sx n="96" d="100"/>
          <a:sy n="96" d="100"/>
        </p:scale>
        <p:origin x="2784"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microsoft.com/office/2016/11/relationships/changesInfo" Target="changesInfos/changesInfo1.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commentAuthors" Target="commentAuthors.xml"/><Relationship Id="rId5" Type="http://schemas.openxmlformats.org/officeDocument/2006/relationships/slideMaster" Target="slideMasters/slideMaster2.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4.xml"/><Relationship Id="rId71" Type="http://schemas.openxmlformats.org/officeDocument/2006/relationships/slide" Target="slides/slide63.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61" Type="http://schemas.openxmlformats.org/officeDocument/2006/relationships/slide" Target="slides/slide53.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 Mattia Alessandro Edoardo Giorgio David" userId="f8954a66-e5ad-4a1c-9536-1d2117047f5f" providerId="ADAL" clId="{CDD3A680-70A0-4B3B-95E5-5D6AACE401AF}"/>
    <pc:docChg chg="undo custSel addSld delSld modSld modMainMaster">
      <pc:chgData name="Di Mattia Alessandro Edoardo Giorgio David" userId="f8954a66-e5ad-4a1c-9536-1d2117047f5f" providerId="ADAL" clId="{CDD3A680-70A0-4B3B-95E5-5D6AACE401AF}" dt="2021-09-20T07:53:19.585" v="11546" actId="20577"/>
      <pc:docMkLst>
        <pc:docMk/>
      </pc:docMkLst>
      <pc:sldChg chg="modSp mod">
        <pc:chgData name="Di Mattia Alessandro Edoardo Giorgio David" userId="f8954a66-e5ad-4a1c-9536-1d2117047f5f" providerId="ADAL" clId="{CDD3A680-70A0-4B3B-95E5-5D6AACE401AF}" dt="2021-08-26T09:10:39.819" v="1" actId="20577"/>
        <pc:sldMkLst>
          <pc:docMk/>
          <pc:sldMk cId="2290804199" sldId="283"/>
        </pc:sldMkLst>
        <pc:spChg chg="mod">
          <ac:chgData name="Di Mattia Alessandro Edoardo Giorgio David" userId="f8954a66-e5ad-4a1c-9536-1d2117047f5f" providerId="ADAL" clId="{CDD3A680-70A0-4B3B-95E5-5D6AACE401AF}" dt="2021-08-26T09:10:39.819" v="1" actId="20577"/>
          <ac:spMkLst>
            <pc:docMk/>
            <pc:sldMk cId="2290804199" sldId="283"/>
            <ac:spMk id="3" creationId="{2649062A-E431-4830-8792-8C3AA0B072C3}"/>
          </ac:spMkLst>
        </pc:spChg>
      </pc:sldChg>
      <pc:sldChg chg="modSp mod">
        <pc:chgData name="Di Mattia Alessandro Edoardo Giorgio David" userId="f8954a66-e5ad-4a1c-9536-1d2117047f5f" providerId="ADAL" clId="{CDD3A680-70A0-4B3B-95E5-5D6AACE401AF}" dt="2021-09-17T13:47:17.058" v="10862" actId="20577"/>
        <pc:sldMkLst>
          <pc:docMk/>
          <pc:sldMk cId="2746722792" sldId="284"/>
        </pc:sldMkLst>
        <pc:spChg chg="mod">
          <ac:chgData name="Di Mattia Alessandro Edoardo Giorgio David" userId="f8954a66-e5ad-4a1c-9536-1d2117047f5f" providerId="ADAL" clId="{CDD3A680-70A0-4B3B-95E5-5D6AACE401AF}" dt="2021-09-17T13:47:17.058" v="10862" actId="20577"/>
          <ac:spMkLst>
            <pc:docMk/>
            <pc:sldMk cId="2746722792" sldId="284"/>
            <ac:spMk id="3" creationId="{9662AD80-86AD-4C0B-8BB2-DF45089F67FE}"/>
          </ac:spMkLst>
        </pc:spChg>
      </pc:sldChg>
      <pc:sldChg chg="modSp new mod">
        <pc:chgData name="Di Mattia Alessandro Edoardo Giorgio David" userId="f8954a66-e5ad-4a1c-9536-1d2117047f5f" providerId="ADAL" clId="{CDD3A680-70A0-4B3B-95E5-5D6AACE401AF}" dt="2021-08-26T09:46:30.223" v="244" actId="113"/>
        <pc:sldMkLst>
          <pc:docMk/>
          <pc:sldMk cId="136307228" sldId="285"/>
        </pc:sldMkLst>
        <pc:spChg chg="mod">
          <ac:chgData name="Di Mattia Alessandro Edoardo Giorgio David" userId="f8954a66-e5ad-4a1c-9536-1d2117047f5f" providerId="ADAL" clId="{CDD3A680-70A0-4B3B-95E5-5D6AACE401AF}" dt="2021-08-26T09:40:58.657" v="220" actId="122"/>
          <ac:spMkLst>
            <pc:docMk/>
            <pc:sldMk cId="136307228" sldId="285"/>
            <ac:spMk id="2" creationId="{13364F0A-C956-4FF9-9CEF-8828D3BF48F1}"/>
          </ac:spMkLst>
        </pc:spChg>
        <pc:spChg chg="mod">
          <ac:chgData name="Di Mattia Alessandro Edoardo Giorgio David" userId="f8954a66-e5ad-4a1c-9536-1d2117047f5f" providerId="ADAL" clId="{CDD3A680-70A0-4B3B-95E5-5D6AACE401AF}" dt="2021-08-26T09:46:30.223" v="244" actId="113"/>
          <ac:spMkLst>
            <pc:docMk/>
            <pc:sldMk cId="136307228" sldId="285"/>
            <ac:spMk id="3" creationId="{79E0C796-771F-4F4F-BD64-A5F8042C9B70}"/>
          </ac:spMkLst>
        </pc:spChg>
      </pc:sldChg>
      <pc:sldChg chg="modSp add mod">
        <pc:chgData name="Di Mattia Alessandro Edoardo Giorgio David" userId="f8954a66-e5ad-4a1c-9536-1d2117047f5f" providerId="ADAL" clId="{CDD3A680-70A0-4B3B-95E5-5D6AACE401AF}" dt="2021-08-26T09:58:37.901" v="572" actId="20577"/>
        <pc:sldMkLst>
          <pc:docMk/>
          <pc:sldMk cId="397456170" sldId="286"/>
        </pc:sldMkLst>
        <pc:spChg chg="mod">
          <ac:chgData name="Di Mattia Alessandro Edoardo Giorgio David" userId="f8954a66-e5ad-4a1c-9536-1d2117047f5f" providerId="ADAL" clId="{CDD3A680-70A0-4B3B-95E5-5D6AACE401AF}" dt="2021-08-26T09:58:37.901" v="572" actId="20577"/>
          <ac:spMkLst>
            <pc:docMk/>
            <pc:sldMk cId="397456170" sldId="286"/>
            <ac:spMk id="3" creationId="{79E0C796-771F-4F4F-BD64-A5F8042C9B70}"/>
          </ac:spMkLst>
        </pc:spChg>
      </pc:sldChg>
      <pc:sldChg chg="modSp new mod">
        <pc:chgData name="Di Mattia Alessandro Edoardo Giorgio David" userId="f8954a66-e5ad-4a1c-9536-1d2117047f5f" providerId="ADAL" clId="{CDD3A680-70A0-4B3B-95E5-5D6AACE401AF}" dt="2021-08-26T10:00:26.785" v="582" actId="207"/>
        <pc:sldMkLst>
          <pc:docMk/>
          <pc:sldMk cId="2987841737" sldId="287"/>
        </pc:sldMkLst>
        <pc:spChg chg="mod">
          <ac:chgData name="Di Mattia Alessandro Edoardo Giorgio David" userId="f8954a66-e5ad-4a1c-9536-1d2117047f5f" providerId="ADAL" clId="{CDD3A680-70A0-4B3B-95E5-5D6AACE401AF}" dt="2021-08-26T09:59:03.589" v="575" actId="122"/>
          <ac:spMkLst>
            <pc:docMk/>
            <pc:sldMk cId="2987841737" sldId="287"/>
            <ac:spMk id="2" creationId="{29E4B2AC-724E-4310-ABA4-45F34D1DBEC3}"/>
          </ac:spMkLst>
        </pc:spChg>
        <pc:spChg chg="mod">
          <ac:chgData name="Di Mattia Alessandro Edoardo Giorgio David" userId="f8954a66-e5ad-4a1c-9536-1d2117047f5f" providerId="ADAL" clId="{CDD3A680-70A0-4B3B-95E5-5D6AACE401AF}" dt="2021-08-26T10:00:26.785" v="582" actId="207"/>
          <ac:spMkLst>
            <pc:docMk/>
            <pc:sldMk cId="2987841737" sldId="287"/>
            <ac:spMk id="3" creationId="{6EE23F1E-20E5-4102-B6A7-04F181C40717}"/>
          </ac:spMkLst>
        </pc:spChg>
      </pc:sldChg>
      <pc:sldChg chg="addSp delSp modSp new mod modClrScheme chgLayout">
        <pc:chgData name="Di Mattia Alessandro Edoardo Giorgio David" userId="f8954a66-e5ad-4a1c-9536-1d2117047f5f" providerId="ADAL" clId="{CDD3A680-70A0-4B3B-95E5-5D6AACE401AF}" dt="2021-08-26T10:02:49.241" v="594" actId="1440"/>
        <pc:sldMkLst>
          <pc:docMk/>
          <pc:sldMk cId="3177459641" sldId="288"/>
        </pc:sldMkLst>
        <pc:spChg chg="del">
          <ac:chgData name="Di Mattia Alessandro Edoardo Giorgio David" userId="f8954a66-e5ad-4a1c-9536-1d2117047f5f" providerId="ADAL" clId="{CDD3A680-70A0-4B3B-95E5-5D6AACE401AF}" dt="2021-08-26T10:01:06.005" v="586" actId="700"/>
          <ac:spMkLst>
            <pc:docMk/>
            <pc:sldMk cId="3177459641" sldId="288"/>
            <ac:spMk id="2" creationId="{2C6FAD34-5A9B-4494-BBDB-1AF1DC64B671}"/>
          </ac:spMkLst>
        </pc:spChg>
        <pc:spChg chg="del">
          <ac:chgData name="Di Mattia Alessandro Edoardo Giorgio David" userId="f8954a66-e5ad-4a1c-9536-1d2117047f5f" providerId="ADAL" clId="{CDD3A680-70A0-4B3B-95E5-5D6AACE401AF}" dt="2021-08-26T10:01:06.005" v="586" actId="700"/>
          <ac:spMkLst>
            <pc:docMk/>
            <pc:sldMk cId="3177459641" sldId="288"/>
            <ac:spMk id="3" creationId="{2244814B-5F25-4985-A4E6-CDB097CF4643}"/>
          </ac:spMkLst>
        </pc:spChg>
        <pc:graphicFrameChg chg="add del mod">
          <ac:chgData name="Di Mattia Alessandro Edoardo Giorgio David" userId="f8954a66-e5ad-4a1c-9536-1d2117047f5f" providerId="ADAL" clId="{CDD3A680-70A0-4B3B-95E5-5D6AACE401AF}" dt="2021-08-26T10:00:55.153" v="585"/>
          <ac:graphicFrameMkLst>
            <pc:docMk/>
            <pc:sldMk cId="3177459641" sldId="288"/>
            <ac:graphicFrameMk id="4" creationId="{251178BF-5555-4A79-A392-7ABB33DEA460}"/>
          </ac:graphicFrameMkLst>
        </pc:graphicFrameChg>
        <pc:picChg chg="add mod">
          <ac:chgData name="Di Mattia Alessandro Edoardo Giorgio David" userId="f8954a66-e5ad-4a1c-9536-1d2117047f5f" providerId="ADAL" clId="{CDD3A680-70A0-4B3B-95E5-5D6AACE401AF}" dt="2021-08-26T10:02:49.241" v="594" actId="1440"/>
          <ac:picMkLst>
            <pc:docMk/>
            <pc:sldMk cId="3177459641" sldId="288"/>
            <ac:picMk id="5" creationId="{EE893D25-5C6C-41F5-B226-50D51955D728}"/>
          </ac:picMkLst>
        </pc:picChg>
      </pc:sldChg>
      <pc:sldChg chg="addSp modSp new mod modClrScheme chgLayout">
        <pc:chgData name="Di Mattia Alessandro Edoardo Giorgio David" userId="f8954a66-e5ad-4a1c-9536-1d2117047f5f" providerId="ADAL" clId="{CDD3A680-70A0-4B3B-95E5-5D6AACE401AF}" dt="2021-08-26T10:03:48.981" v="617" actId="15"/>
        <pc:sldMkLst>
          <pc:docMk/>
          <pc:sldMk cId="1800017578" sldId="289"/>
        </pc:sldMkLst>
        <pc:spChg chg="add mod">
          <ac:chgData name="Di Mattia Alessandro Edoardo Giorgio David" userId="f8954a66-e5ad-4a1c-9536-1d2117047f5f" providerId="ADAL" clId="{CDD3A680-70A0-4B3B-95E5-5D6AACE401AF}" dt="2021-08-26T10:03:29.418" v="612" actId="20577"/>
          <ac:spMkLst>
            <pc:docMk/>
            <pc:sldMk cId="1800017578" sldId="289"/>
            <ac:spMk id="2" creationId="{9EC5949A-A5F1-402C-A5BC-9451C240E1E7}"/>
          </ac:spMkLst>
        </pc:spChg>
        <pc:spChg chg="add mod">
          <ac:chgData name="Di Mattia Alessandro Edoardo Giorgio David" userId="f8954a66-e5ad-4a1c-9536-1d2117047f5f" providerId="ADAL" clId="{CDD3A680-70A0-4B3B-95E5-5D6AACE401AF}" dt="2021-08-26T10:03:48.981" v="617" actId="15"/>
          <ac:spMkLst>
            <pc:docMk/>
            <pc:sldMk cId="1800017578" sldId="289"/>
            <ac:spMk id="3" creationId="{27098DF3-E07F-41C3-AE3D-3553CFA94A28}"/>
          </ac:spMkLst>
        </pc:spChg>
      </pc:sldChg>
      <pc:sldChg chg="addSp delSp modSp new mod modClrScheme chgLayout">
        <pc:chgData name="Di Mattia Alessandro Edoardo Giorgio David" userId="f8954a66-e5ad-4a1c-9536-1d2117047f5f" providerId="ADAL" clId="{CDD3A680-70A0-4B3B-95E5-5D6AACE401AF}" dt="2021-08-26T10:06:16.881" v="625" actId="12788"/>
        <pc:sldMkLst>
          <pc:docMk/>
          <pc:sldMk cId="189423430" sldId="290"/>
        </pc:sldMkLst>
        <pc:spChg chg="del">
          <ac:chgData name="Di Mattia Alessandro Edoardo Giorgio David" userId="f8954a66-e5ad-4a1c-9536-1d2117047f5f" providerId="ADAL" clId="{CDD3A680-70A0-4B3B-95E5-5D6AACE401AF}" dt="2021-08-26T10:05:39.896" v="619" actId="700"/>
          <ac:spMkLst>
            <pc:docMk/>
            <pc:sldMk cId="189423430" sldId="290"/>
            <ac:spMk id="2" creationId="{898F21F0-655D-47E1-887F-C7885B1199C5}"/>
          </ac:spMkLst>
        </pc:spChg>
        <pc:spChg chg="del">
          <ac:chgData name="Di Mattia Alessandro Edoardo Giorgio David" userId="f8954a66-e5ad-4a1c-9536-1d2117047f5f" providerId="ADAL" clId="{CDD3A680-70A0-4B3B-95E5-5D6AACE401AF}" dt="2021-08-26T10:05:39.896" v="619" actId="700"/>
          <ac:spMkLst>
            <pc:docMk/>
            <pc:sldMk cId="189423430" sldId="290"/>
            <ac:spMk id="3" creationId="{F4BE46A5-D9F8-432D-A301-5FBD10404EA5}"/>
          </ac:spMkLst>
        </pc:spChg>
        <pc:graphicFrameChg chg="add mod">
          <ac:chgData name="Di Mattia Alessandro Edoardo Giorgio David" userId="f8954a66-e5ad-4a1c-9536-1d2117047f5f" providerId="ADAL" clId="{CDD3A680-70A0-4B3B-95E5-5D6AACE401AF}" dt="2021-08-26T10:06:16.881" v="625" actId="12788"/>
          <ac:graphicFrameMkLst>
            <pc:docMk/>
            <pc:sldMk cId="189423430" sldId="290"/>
            <ac:graphicFrameMk id="4" creationId="{4C748AAC-A9B2-4721-B877-FBEF2ADD9BC1}"/>
          </ac:graphicFrameMkLst>
        </pc:graphicFrameChg>
      </pc:sldChg>
      <pc:sldChg chg="addSp modSp new mod modClrScheme chgLayout">
        <pc:chgData name="Di Mattia Alessandro Edoardo Giorgio David" userId="f8954a66-e5ad-4a1c-9536-1d2117047f5f" providerId="ADAL" clId="{CDD3A680-70A0-4B3B-95E5-5D6AACE401AF}" dt="2021-08-26T10:10:26.684" v="718" actId="20577"/>
        <pc:sldMkLst>
          <pc:docMk/>
          <pc:sldMk cId="2279340633" sldId="291"/>
        </pc:sldMkLst>
        <pc:spChg chg="add mod">
          <ac:chgData name="Di Mattia Alessandro Edoardo Giorgio David" userId="f8954a66-e5ad-4a1c-9536-1d2117047f5f" providerId="ADAL" clId="{CDD3A680-70A0-4B3B-95E5-5D6AACE401AF}" dt="2021-08-26T10:07:00.544" v="629" actId="122"/>
          <ac:spMkLst>
            <pc:docMk/>
            <pc:sldMk cId="2279340633" sldId="291"/>
            <ac:spMk id="2" creationId="{889A99B6-7F27-4B51-B07F-BBF07C22C426}"/>
          </ac:spMkLst>
        </pc:spChg>
        <pc:spChg chg="add mod">
          <ac:chgData name="Di Mattia Alessandro Edoardo Giorgio David" userId="f8954a66-e5ad-4a1c-9536-1d2117047f5f" providerId="ADAL" clId="{CDD3A680-70A0-4B3B-95E5-5D6AACE401AF}" dt="2021-08-26T10:10:26.684" v="718" actId="20577"/>
          <ac:spMkLst>
            <pc:docMk/>
            <pc:sldMk cId="2279340633" sldId="291"/>
            <ac:spMk id="3" creationId="{BA3E679B-111F-42A4-B459-693A455908DE}"/>
          </ac:spMkLst>
        </pc:spChg>
      </pc:sldChg>
      <pc:sldChg chg="addSp modSp new mod">
        <pc:chgData name="Di Mattia Alessandro Edoardo Giorgio David" userId="f8954a66-e5ad-4a1c-9536-1d2117047f5f" providerId="ADAL" clId="{CDD3A680-70A0-4B3B-95E5-5D6AACE401AF}" dt="2021-08-26T10:14:16.566" v="735"/>
        <pc:sldMkLst>
          <pc:docMk/>
          <pc:sldMk cId="3371114497" sldId="292"/>
        </pc:sldMkLst>
        <pc:spChg chg="mod">
          <ac:chgData name="Di Mattia Alessandro Edoardo Giorgio David" userId="f8954a66-e5ad-4a1c-9536-1d2117047f5f" providerId="ADAL" clId="{CDD3A680-70A0-4B3B-95E5-5D6AACE401AF}" dt="2021-08-26T10:14:16.566" v="735"/>
          <ac:spMkLst>
            <pc:docMk/>
            <pc:sldMk cId="3371114497" sldId="292"/>
            <ac:spMk id="2" creationId="{224D3D06-2AB5-4B2A-86E4-99BC6A84B544}"/>
          </ac:spMkLst>
        </pc:spChg>
        <pc:spChg chg="mod">
          <ac:chgData name="Di Mattia Alessandro Edoardo Giorgio David" userId="f8954a66-e5ad-4a1c-9536-1d2117047f5f" providerId="ADAL" clId="{CDD3A680-70A0-4B3B-95E5-5D6AACE401AF}" dt="2021-08-26T10:13:47.507" v="732" actId="15"/>
          <ac:spMkLst>
            <pc:docMk/>
            <pc:sldMk cId="3371114497" sldId="292"/>
            <ac:spMk id="3" creationId="{6CE27645-0773-4A46-B2BB-80E82FE726DA}"/>
          </ac:spMkLst>
        </pc:spChg>
        <pc:picChg chg="add mod">
          <ac:chgData name="Di Mattia Alessandro Edoardo Giorgio David" userId="f8954a66-e5ad-4a1c-9536-1d2117047f5f" providerId="ADAL" clId="{CDD3A680-70A0-4B3B-95E5-5D6AACE401AF}" dt="2021-08-26T10:14:00.170" v="734" actId="1076"/>
          <ac:picMkLst>
            <pc:docMk/>
            <pc:sldMk cId="3371114497" sldId="292"/>
            <ac:picMk id="4" creationId="{7DDAC425-D4D8-47C4-934C-767A69AD8BB3}"/>
          </ac:picMkLst>
        </pc:picChg>
      </pc:sldChg>
      <pc:sldChg chg="addSp delSp modSp add mod">
        <pc:chgData name="Di Mattia Alessandro Edoardo Giorgio David" userId="f8954a66-e5ad-4a1c-9536-1d2117047f5f" providerId="ADAL" clId="{CDD3A680-70A0-4B3B-95E5-5D6AACE401AF}" dt="2021-08-26T10:15:39.018" v="750" actId="1076"/>
        <pc:sldMkLst>
          <pc:docMk/>
          <pc:sldMk cId="1501790977" sldId="293"/>
        </pc:sldMkLst>
        <pc:spChg chg="mod">
          <ac:chgData name="Di Mattia Alessandro Edoardo Giorgio David" userId="f8954a66-e5ad-4a1c-9536-1d2117047f5f" providerId="ADAL" clId="{CDD3A680-70A0-4B3B-95E5-5D6AACE401AF}" dt="2021-08-26T10:15:26.467" v="748" actId="15"/>
          <ac:spMkLst>
            <pc:docMk/>
            <pc:sldMk cId="1501790977" sldId="293"/>
            <ac:spMk id="3" creationId="{6CE27645-0773-4A46-B2BB-80E82FE726DA}"/>
          </ac:spMkLst>
        </pc:spChg>
        <pc:picChg chg="del">
          <ac:chgData name="Di Mattia Alessandro Edoardo Giorgio David" userId="f8954a66-e5ad-4a1c-9536-1d2117047f5f" providerId="ADAL" clId="{CDD3A680-70A0-4B3B-95E5-5D6AACE401AF}" dt="2021-08-26T10:14:23.921" v="737" actId="478"/>
          <ac:picMkLst>
            <pc:docMk/>
            <pc:sldMk cId="1501790977" sldId="293"/>
            <ac:picMk id="4" creationId="{7DDAC425-D4D8-47C4-934C-767A69AD8BB3}"/>
          </ac:picMkLst>
        </pc:picChg>
        <pc:picChg chg="add mod">
          <ac:chgData name="Di Mattia Alessandro Edoardo Giorgio David" userId="f8954a66-e5ad-4a1c-9536-1d2117047f5f" providerId="ADAL" clId="{CDD3A680-70A0-4B3B-95E5-5D6AACE401AF}" dt="2021-08-26T10:15:39.018" v="750" actId="1076"/>
          <ac:picMkLst>
            <pc:docMk/>
            <pc:sldMk cId="1501790977" sldId="293"/>
            <ac:picMk id="5" creationId="{C12619F1-2EF3-4D29-BEA0-824A510CE527}"/>
          </ac:picMkLst>
        </pc:picChg>
      </pc:sldChg>
      <pc:sldChg chg="addSp delSp modSp new mod modClrScheme modAnim chgLayout">
        <pc:chgData name="Di Mattia Alessandro Edoardo Giorgio David" userId="f8954a66-e5ad-4a1c-9536-1d2117047f5f" providerId="ADAL" clId="{CDD3A680-70A0-4B3B-95E5-5D6AACE401AF}" dt="2021-08-26T10:18:43.214" v="769" actId="14100"/>
        <pc:sldMkLst>
          <pc:docMk/>
          <pc:sldMk cId="422741358" sldId="294"/>
        </pc:sldMkLst>
        <pc:spChg chg="del">
          <ac:chgData name="Di Mattia Alessandro Edoardo Giorgio David" userId="f8954a66-e5ad-4a1c-9536-1d2117047f5f" providerId="ADAL" clId="{CDD3A680-70A0-4B3B-95E5-5D6AACE401AF}" dt="2021-08-26T10:15:54.736" v="752" actId="700"/>
          <ac:spMkLst>
            <pc:docMk/>
            <pc:sldMk cId="422741358" sldId="294"/>
            <ac:spMk id="2" creationId="{CECCA60E-97F5-4E57-9820-2D263E9B14F7}"/>
          </ac:spMkLst>
        </pc:spChg>
        <pc:spChg chg="del">
          <ac:chgData name="Di Mattia Alessandro Edoardo Giorgio David" userId="f8954a66-e5ad-4a1c-9536-1d2117047f5f" providerId="ADAL" clId="{CDD3A680-70A0-4B3B-95E5-5D6AACE401AF}" dt="2021-08-26T10:15:54.736" v="752" actId="700"/>
          <ac:spMkLst>
            <pc:docMk/>
            <pc:sldMk cId="422741358" sldId="294"/>
            <ac:spMk id="3" creationId="{57A994E3-4431-4C44-9874-304D2DF5CEB2}"/>
          </ac:spMkLst>
        </pc:spChg>
        <pc:spChg chg="add mod">
          <ac:chgData name="Di Mattia Alessandro Edoardo Giorgio David" userId="f8954a66-e5ad-4a1c-9536-1d2117047f5f" providerId="ADAL" clId="{CDD3A680-70A0-4B3B-95E5-5D6AACE401AF}" dt="2021-08-26T10:18:43.214" v="769" actId="14100"/>
          <ac:spMkLst>
            <pc:docMk/>
            <pc:sldMk cId="422741358" sldId="294"/>
            <ac:spMk id="6" creationId="{35358B06-1DE5-45DE-912A-765465560813}"/>
          </ac:spMkLst>
        </pc:spChg>
        <pc:spChg chg="add mod">
          <ac:chgData name="Di Mattia Alessandro Edoardo Giorgio David" userId="f8954a66-e5ad-4a1c-9536-1d2117047f5f" providerId="ADAL" clId="{CDD3A680-70A0-4B3B-95E5-5D6AACE401AF}" dt="2021-08-26T10:18:31.401" v="768" actId="1076"/>
          <ac:spMkLst>
            <pc:docMk/>
            <pc:sldMk cId="422741358" sldId="294"/>
            <ac:spMk id="7" creationId="{B6677616-D2C0-4E60-8A4C-14DCF135BB79}"/>
          </ac:spMkLst>
        </pc:spChg>
        <pc:graphicFrameChg chg="add del mod">
          <ac:chgData name="Di Mattia Alessandro Edoardo Giorgio David" userId="f8954a66-e5ad-4a1c-9536-1d2117047f5f" providerId="ADAL" clId="{CDD3A680-70A0-4B3B-95E5-5D6AACE401AF}" dt="2021-08-26T10:15:56.968" v="754"/>
          <ac:graphicFrameMkLst>
            <pc:docMk/>
            <pc:sldMk cId="422741358" sldId="294"/>
            <ac:graphicFrameMk id="4" creationId="{5B8E0FA0-6CF8-4B0A-ADCD-99E317352CEC}"/>
          </ac:graphicFrameMkLst>
        </pc:graphicFrameChg>
        <pc:picChg chg="add mod">
          <ac:chgData name="Di Mattia Alessandro Edoardo Giorgio David" userId="f8954a66-e5ad-4a1c-9536-1d2117047f5f" providerId="ADAL" clId="{CDD3A680-70A0-4B3B-95E5-5D6AACE401AF}" dt="2021-08-26T10:16:40.792" v="757" actId="1076"/>
          <ac:picMkLst>
            <pc:docMk/>
            <pc:sldMk cId="422741358" sldId="294"/>
            <ac:picMk id="5" creationId="{9DC4631B-7CBE-4B38-B9E6-0BD97BFE0FD2}"/>
          </ac:picMkLst>
        </pc:picChg>
      </pc:sldChg>
      <pc:sldChg chg="addSp modSp new mod modClrScheme chgLayout">
        <pc:chgData name="Di Mattia Alessandro Edoardo Giorgio David" userId="f8954a66-e5ad-4a1c-9536-1d2117047f5f" providerId="ADAL" clId="{CDD3A680-70A0-4B3B-95E5-5D6AACE401AF}" dt="2021-09-17T13:53:44.274" v="10863" actId="255"/>
        <pc:sldMkLst>
          <pc:docMk/>
          <pc:sldMk cId="3804130750" sldId="295"/>
        </pc:sldMkLst>
        <pc:spChg chg="add mod">
          <ac:chgData name="Di Mattia Alessandro Edoardo Giorgio David" userId="f8954a66-e5ad-4a1c-9536-1d2117047f5f" providerId="ADAL" clId="{CDD3A680-70A0-4B3B-95E5-5D6AACE401AF}" dt="2021-08-26T10:19:35.349" v="773" actId="122"/>
          <ac:spMkLst>
            <pc:docMk/>
            <pc:sldMk cId="3804130750" sldId="295"/>
            <ac:spMk id="2" creationId="{9CAD3991-4B66-4F2F-BD1E-7FEED8CFF078}"/>
          </ac:spMkLst>
        </pc:spChg>
        <pc:spChg chg="add mod">
          <ac:chgData name="Di Mattia Alessandro Edoardo Giorgio David" userId="f8954a66-e5ad-4a1c-9536-1d2117047f5f" providerId="ADAL" clId="{CDD3A680-70A0-4B3B-95E5-5D6AACE401AF}" dt="2021-09-17T13:53:44.274" v="10863" actId="255"/>
          <ac:spMkLst>
            <pc:docMk/>
            <pc:sldMk cId="3804130750" sldId="295"/>
            <ac:spMk id="3" creationId="{0286D78F-1918-4503-AF56-191C2B39DB8A}"/>
          </ac:spMkLst>
        </pc:spChg>
      </pc:sldChg>
      <pc:sldChg chg="addSp delSp modSp new mod modClrScheme chgLayout">
        <pc:chgData name="Di Mattia Alessandro Edoardo Giorgio David" userId="f8954a66-e5ad-4a1c-9536-1d2117047f5f" providerId="ADAL" clId="{CDD3A680-70A0-4B3B-95E5-5D6AACE401AF}" dt="2021-08-26T10:21:58.881" v="788" actId="12789"/>
        <pc:sldMkLst>
          <pc:docMk/>
          <pc:sldMk cId="2958941754" sldId="296"/>
        </pc:sldMkLst>
        <pc:spChg chg="del">
          <ac:chgData name="Di Mattia Alessandro Edoardo Giorgio David" userId="f8954a66-e5ad-4a1c-9536-1d2117047f5f" providerId="ADAL" clId="{CDD3A680-70A0-4B3B-95E5-5D6AACE401AF}" dt="2021-08-26T10:21:34.427" v="784" actId="700"/>
          <ac:spMkLst>
            <pc:docMk/>
            <pc:sldMk cId="2958941754" sldId="296"/>
            <ac:spMk id="2" creationId="{BAB49A7D-34B3-43C3-8C60-F1BB3C90FF99}"/>
          </ac:spMkLst>
        </pc:spChg>
        <pc:spChg chg="del">
          <ac:chgData name="Di Mattia Alessandro Edoardo Giorgio David" userId="f8954a66-e5ad-4a1c-9536-1d2117047f5f" providerId="ADAL" clId="{CDD3A680-70A0-4B3B-95E5-5D6AACE401AF}" dt="2021-08-26T10:21:34.427" v="784" actId="700"/>
          <ac:spMkLst>
            <pc:docMk/>
            <pc:sldMk cId="2958941754" sldId="296"/>
            <ac:spMk id="3" creationId="{05C212EC-BEAB-44F1-910E-41719B6785DF}"/>
          </ac:spMkLst>
        </pc:spChg>
        <pc:picChg chg="add mod">
          <ac:chgData name="Di Mattia Alessandro Edoardo Giorgio David" userId="f8954a66-e5ad-4a1c-9536-1d2117047f5f" providerId="ADAL" clId="{CDD3A680-70A0-4B3B-95E5-5D6AACE401AF}" dt="2021-08-26T10:21:58.881" v="788" actId="12789"/>
          <ac:picMkLst>
            <pc:docMk/>
            <pc:sldMk cId="2958941754" sldId="296"/>
            <ac:picMk id="4" creationId="{481E0528-CDB3-4A64-8201-464948C26A53}"/>
          </ac:picMkLst>
        </pc:picChg>
      </pc:sldChg>
      <pc:sldChg chg="addSp delSp modSp new mod modClrScheme chgLayout">
        <pc:chgData name="Di Mattia Alessandro Edoardo Giorgio David" userId="f8954a66-e5ad-4a1c-9536-1d2117047f5f" providerId="ADAL" clId="{CDD3A680-70A0-4B3B-95E5-5D6AACE401AF}" dt="2021-08-26T10:26:27.956" v="793"/>
        <pc:sldMkLst>
          <pc:docMk/>
          <pc:sldMk cId="751128815" sldId="297"/>
        </pc:sldMkLst>
        <pc:spChg chg="add mod">
          <ac:chgData name="Di Mattia Alessandro Edoardo Giorgio David" userId="f8954a66-e5ad-4a1c-9536-1d2117047f5f" providerId="ADAL" clId="{CDD3A680-70A0-4B3B-95E5-5D6AACE401AF}" dt="2021-08-26T10:25:21.196" v="792" actId="122"/>
          <ac:spMkLst>
            <pc:docMk/>
            <pc:sldMk cId="751128815" sldId="297"/>
            <ac:spMk id="2" creationId="{BB602728-82E4-431F-A781-BA0C9656C09C}"/>
          </ac:spMkLst>
        </pc:spChg>
        <pc:spChg chg="add del mod">
          <ac:chgData name="Di Mattia Alessandro Edoardo Giorgio David" userId="f8954a66-e5ad-4a1c-9536-1d2117047f5f" providerId="ADAL" clId="{CDD3A680-70A0-4B3B-95E5-5D6AACE401AF}" dt="2021-08-26T10:26:27.956" v="793"/>
          <ac:spMkLst>
            <pc:docMk/>
            <pc:sldMk cId="751128815" sldId="297"/>
            <ac:spMk id="3" creationId="{6404D91C-0FB5-4998-80CA-0E23E503337A}"/>
          </ac:spMkLst>
        </pc:spChg>
        <pc:picChg chg="add mod">
          <ac:chgData name="Di Mattia Alessandro Edoardo Giorgio David" userId="f8954a66-e5ad-4a1c-9536-1d2117047f5f" providerId="ADAL" clId="{CDD3A680-70A0-4B3B-95E5-5D6AACE401AF}" dt="2021-08-26T10:26:27.956" v="793"/>
          <ac:picMkLst>
            <pc:docMk/>
            <pc:sldMk cId="751128815" sldId="297"/>
            <ac:picMk id="4" creationId="{B6083223-0C19-4625-B839-F59AF9E467E6}"/>
          </ac:picMkLst>
        </pc:picChg>
      </pc:sldChg>
      <pc:sldChg chg="modSp new mod">
        <pc:chgData name="Di Mattia Alessandro Edoardo Giorgio David" userId="f8954a66-e5ad-4a1c-9536-1d2117047f5f" providerId="ADAL" clId="{CDD3A680-70A0-4B3B-95E5-5D6AACE401AF}" dt="2021-08-26T12:01:30.825" v="1097" actId="20577"/>
        <pc:sldMkLst>
          <pc:docMk/>
          <pc:sldMk cId="1204931054" sldId="298"/>
        </pc:sldMkLst>
        <pc:spChg chg="mod">
          <ac:chgData name="Di Mattia Alessandro Edoardo Giorgio David" userId="f8954a66-e5ad-4a1c-9536-1d2117047f5f" providerId="ADAL" clId="{CDD3A680-70A0-4B3B-95E5-5D6AACE401AF}" dt="2021-08-26T11:46:41.214" v="796" actId="122"/>
          <ac:spMkLst>
            <pc:docMk/>
            <pc:sldMk cId="1204931054" sldId="298"/>
            <ac:spMk id="2" creationId="{D687D5E9-C61B-4112-BCB0-BE99D99CDEEC}"/>
          </ac:spMkLst>
        </pc:spChg>
        <pc:spChg chg="mod">
          <ac:chgData name="Di Mattia Alessandro Edoardo Giorgio David" userId="f8954a66-e5ad-4a1c-9536-1d2117047f5f" providerId="ADAL" clId="{CDD3A680-70A0-4B3B-95E5-5D6AACE401AF}" dt="2021-08-26T12:01:30.825" v="1097" actId="20577"/>
          <ac:spMkLst>
            <pc:docMk/>
            <pc:sldMk cId="1204931054" sldId="298"/>
            <ac:spMk id="3" creationId="{71AA0D9A-573E-464B-9A1E-E1F4D9E4A4EE}"/>
          </ac:spMkLst>
        </pc:spChg>
      </pc:sldChg>
      <pc:sldChg chg="modSp new mod">
        <pc:chgData name="Di Mattia Alessandro Edoardo Giorgio David" userId="f8954a66-e5ad-4a1c-9536-1d2117047f5f" providerId="ADAL" clId="{CDD3A680-70A0-4B3B-95E5-5D6AACE401AF}" dt="2021-08-26T12:04:57.651" v="1101"/>
        <pc:sldMkLst>
          <pc:docMk/>
          <pc:sldMk cId="2407881802" sldId="299"/>
        </pc:sldMkLst>
        <pc:spChg chg="mod">
          <ac:chgData name="Di Mattia Alessandro Edoardo Giorgio David" userId="f8954a66-e5ad-4a1c-9536-1d2117047f5f" providerId="ADAL" clId="{CDD3A680-70A0-4B3B-95E5-5D6AACE401AF}" dt="2021-08-26T12:01:52.282" v="1100" actId="122"/>
          <ac:spMkLst>
            <pc:docMk/>
            <pc:sldMk cId="2407881802" sldId="299"/>
            <ac:spMk id="2" creationId="{26ABB9B6-F717-4B8F-803B-677381F49D58}"/>
          </ac:spMkLst>
        </pc:spChg>
        <pc:spChg chg="mod">
          <ac:chgData name="Di Mattia Alessandro Edoardo Giorgio David" userId="f8954a66-e5ad-4a1c-9536-1d2117047f5f" providerId="ADAL" clId="{CDD3A680-70A0-4B3B-95E5-5D6AACE401AF}" dt="2021-08-26T12:04:57.651" v="1101"/>
          <ac:spMkLst>
            <pc:docMk/>
            <pc:sldMk cId="2407881802" sldId="299"/>
            <ac:spMk id="3" creationId="{572FEE07-299D-4294-8B97-0E6E4FA3A2BE}"/>
          </ac:spMkLst>
        </pc:spChg>
      </pc:sldChg>
      <pc:sldChg chg="modSp new mod">
        <pc:chgData name="Di Mattia Alessandro Edoardo Giorgio David" userId="f8954a66-e5ad-4a1c-9536-1d2117047f5f" providerId="ADAL" clId="{CDD3A680-70A0-4B3B-95E5-5D6AACE401AF}" dt="2021-09-17T14:05:07.840" v="10870" actId="255"/>
        <pc:sldMkLst>
          <pc:docMk/>
          <pc:sldMk cId="4088423911" sldId="300"/>
        </pc:sldMkLst>
        <pc:spChg chg="mod">
          <ac:chgData name="Di Mattia Alessandro Edoardo Giorgio David" userId="f8954a66-e5ad-4a1c-9536-1d2117047f5f" providerId="ADAL" clId="{CDD3A680-70A0-4B3B-95E5-5D6AACE401AF}" dt="2021-08-26T12:05:29.149" v="1104" actId="122"/>
          <ac:spMkLst>
            <pc:docMk/>
            <pc:sldMk cId="4088423911" sldId="300"/>
            <ac:spMk id="2" creationId="{F4CCD474-02C5-4D5E-BD0B-DB3CB7997CE3}"/>
          </ac:spMkLst>
        </pc:spChg>
        <pc:spChg chg="mod">
          <ac:chgData name="Di Mattia Alessandro Edoardo Giorgio David" userId="f8954a66-e5ad-4a1c-9536-1d2117047f5f" providerId="ADAL" clId="{CDD3A680-70A0-4B3B-95E5-5D6AACE401AF}" dt="2021-09-17T14:05:07.840" v="10870" actId="255"/>
          <ac:spMkLst>
            <pc:docMk/>
            <pc:sldMk cId="4088423911" sldId="300"/>
            <ac:spMk id="3" creationId="{B3D45BE2-C87C-47BB-945E-5BF827D6B052}"/>
          </ac:spMkLst>
        </pc:spChg>
      </pc:sldChg>
      <pc:sldChg chg="modSp new mod">
        <pc:chgData name="Di Mattia Alessandro Edoardo Giorgio David" userId="f8954a66-e5ad-4a1c-9536-1d2117047f5f" providerId="ADAL" clId="{CDD3A680-70A0-4B3B-95E5-5D6AACE401AF}" dt="2021-09-17T14:04:56.439" v="10869" actId="255"/>
        <pc:sldMkLst>
          <pc:docMk/>
          <pc:sldMk cId="3489902843" sldId="301"/>
        </pc:sldMkLst>
        <pc:spChg chg="mod">
          <ac:chgData name="Di Mattia Alessandro Edoardo Giorgio David" userId="f8954a66-e5ad-4a1c-9536-1d2117047f5f" providerId="ADAL" clId="{CDD3A680-70A0-4B3B-95E5-5D6AACE401AF}" dt="2021-08-26T12:12:45.227" v="1482" actId="122"/>
          <ac:spMkLst>
            <pc:docMk/>
            <pc:sldMk cId="3489902843" sldId="301"/>
            <ac:spMk id="2" creationId="{D3E967D6-61AC-4D8E-BAC0-78D6FDB46B90}"/>
          </ac:spMkLst>
        </pc:spChg>
        <pc:spChg chg="mod">
          <ac:chgData name="Di Mattia Alessandro Edoardo Giorgio David" userId="f8954a66-e5ad-4a1c-9536-1d2117047f5f" providerId="ADAL" clId="{CDD3A680-70A0-4B3B-95E5-5D6AACE401AF}" dt="2021-09-17T14:04:56.439" v="10869" actId="255"/>
          <ac:spMkLst>
            <pc:docMk/>
            <pc:sldMk cId="3489902843" sldId="301"/>
            <ac:spMk id="3" creationId="{4570A9BA-C130-46BC-963A-A94DA92A4608}"/>
          </ac:spMkLst>
        </pc:spChg>
      </pc:sldChg>
      <pc:sldChg chg="modSp new mod">
        <pc:chgData name="Di Mattia Alessandro Edoardo Giorgio David" userId="f8954a66-e5ad-4a1c-9536-1d2117047f5f" providerId="ADAL" clId="{CDD3A680-70A0-4B3B-95E5-5D6AACE401AF}" dt="2021-09-17T14:05:32.225" v="10871" actId="255"/>
        <pc:sldMkLst>
          <pc:docMk/>
          <pc:sldMk cId="1935820678" sldId="302"/>
        </pc:sldMkLst>
        <pc:spChg chg="mod">
          <ac:chgData name="Di Mattia Alessandro Edoardo Giorgio David" userId="f8954a66-e5ad-4a1c-9536-1d2117047f5f" providerId="ADAL" clId="{CDD3A680-70A0-4B3B-95E5-5D6AACE401AF}" dt="2021-08-26T12:17:14.747" v="1534" actId="122"/>
          <ac:spMkLst>
            <pc:docMk/>
            <pc:sldMk cId="1935820678" sldId="302"/>
            <ac:spMk id="2" creationId="{E83A1901-EE45-43B4-8014-45FAAF380C14}"/>
          </ac:spMkLst>
        </pc:spChg>
        <pc:spChg chg="mod">
          <ac:chgData name="Di Mattia Alessandro Edoardo Giorgio David" userId="f8954a66-e5ad-4a1c-9536-1d2117047f5f" providerId="ADAL" clId="{CDD3A680-70A0-4B3B-95E5-5D6AACE401AF}" dt="2021-09-17T14:05:32.225" v="10871" actId="255"/>
          <ac:spMkLst>
            <pc:docMk/>
            <pc:sldMk cId="1935820678" sldId="302"/>
            <ac:spMk id="3" creationId="{896681A2-FD9C-4415-8AB5-86D70DCBE7E2}"/>
          </ac:spMkLst>
        </pc:spChg>
      </pc:sldChg>
      <pc:sldChg chg="addSp delSp modSp new mod">
        <pc:chgData name="Di Mattia Alessandro Edoardo Giorgio David" userId="f8954a66-e5ad-4a1c-9536-1d2117047f5f" providerId="ADAL" clId="{CDD3A680-70A0-4B3B-95E5-5D6AACE401AF}" dt="2021-08-26T12:23:09.299" v="1579"/>
        <pc:sldMkLst>
          <pc:docMk/>
          <pc:sldMk cId="831921405" sldId="303"/>
        </pc:sldMkLst>
        <pc:spChg chg="mod">
          <ac:chgData name="Di Mattia Alessandro Edoardo Giorgio David" userId="f8954a66-e5ad-4a1c-9536-1d2117047f5f" providerId="ADAL" clId="{CDD3A680-70A0-4B3B-95E5-5D6AACE401AF}" dt="2021-08-26T12:21:56.092" v="1578" actId="122"/>
          <ac:spMkLst>
            <pc:docMk/>
            <pc:sldMk cId="831921405" sldId="303"/>
            <ac:spMk id="2" creationId="{699670B4-A180-4FB7-85A5-E7B0ECB07EF3}"/>
          </ac:spMkLst>
        </pc:spChg>
        <pc:spChg chg="del">
          <ac:chgData name="Di Mattia Alessandro Edoardo Giorgio David" userId="f8954a66-e5ad-4a1c-9536-1d2117047f5f" providerId="ADAL" clId="{CDD3A680-70A0-4B3B-95E5-5D6AACE401AF}" dt="2021-08-26T12:23:09.299" v="1579"/>
          <ac:spMkLst>
            <pc:docMk/>
            <pc:sldMk cId="831921405" sldId="303"/>
            <ac:spMk id="3" creationId="{200ACC3F-2AFD-431F-9C3B-46736AB0A672}"/>
          </ac:spMkLst>
        </pc:spChg>
        <pc:picChg chg="add mod">
          <ac:chgData name="Di Mattia Alessandro Edoardo Giorgio David" userId="f8954a66-e5ad-4a1c-9536-1d2117047f5f" providerId="ADAL" clId="{CDD3A680-70A0-4B3B-95E5-5D6AACE401AF}" dt="2021-08-26T12:23:09.299" v="1579"/>
          <ac:picMkLst>
            <pc:docMk/>
            <pc:sldMk cId="831921405" sldId="303"/>
            <ac:picMk id="4" creationId="{469CDDD2-5EF3-4A20-AD14-1254B15F02FC}"/>
          </ac:picMkLst>
        </pc:picChg>
      </pc:sldChg>
      <pc:sldChg chg="modSp new mod">
        <pc:chgData name="Di Mattia Alessandro Edoardo Giorgio David" userId="f8954a66-e5ad-4a1c-9536-1d2117047f5f" providerId="ADAL" clId="{CDD3A680-70A0-4B3B-95E5-5D6AACE401AF}" dt="2021-09-17T14:06:09.566" v="10872" actId="255"/>
        <pc:sldMkLst>
          <pc:docMk/>
          <pc:sldMk cId="2260148978" sldId="304"/>
        </pc:sldMkLst>
        <pc:spChg chg="mod">
          <ac:chgData name="Di Mattia Alessandro Edoardo Giorgio David" userId="f8954a66-e5ad-4a1c-9536-1d2117047f5f" providerId="ADAL" clId="{CDD3A680-70A0-4B3B-95E5-5D6AACE401AF}" dt="2021-08-26T12:29:13.670" v="1585" actId="122"/>
          <ac:spMkLst>
            <pc:docMk/>
            <pc:sldMk cId="2260148978" sldId="304"/>
            <ac:spMk id="2" creationId="{F454555D-49EF-407C-B125-397A40A8DBD6}"/>
          </ac:spMkLst>
        </pc:spChg>
        <pc:spChg chg="mod">
          <ac:chgData name="Di Mattia Alessandro Edoardo Giorgio David" userId="f8954a66-e5ad-4a1c-9536-1d2117047f5f" providerId="ADAL" clId="{CDD3A680-70A0-4B3B-95E5-5D6AACE401AF}" dt="2021-09-17T14:06:09.566" v="10872" actId="255"/>
          <ac:spMkLst>
            <pc:docMk/>
            <pc:sldMk cId="2260148978" sldId="304"/>
            <ac:spMk id="3" creationId="{90F3714A-FF6E-4D0D-B6DC-D7BF65D71AC0}"/>
          </ac:spMkLst>
        </pc:spChg>
      </pc:sldChg>
      <pc:sldChg chg="addSp modSp new mod">
        <pc:chgData name="Di Mattia Alessandro Edoardo Giorgio David" userId="f8954a66-e5ad-4a1c-9536-1d2117047f5f" providerId="ADAL" clId="{CDD3A680-70A0-4B3B-95E5-5D6AACE401AF}" dt="2021-09-17T14:09:26.749" v="10879" actId="20577"/>
        <pc:sldMkLst>
          <pc:docMk/>
          <pc:sldMk cId="857219401" sldId="305"/>
        </pc:sldMkLst>
        <pc:spChg chg="mod">
          <ac:chgData name="Di Mattia Alessandro Edoardo Giorgio David" userId="f8954a66-e5ad-4a1c-9536-1d2117047f5f" providerId="ADAL" clId="{CDD3A680-70A0-4B3B-95E5-5D6AACE401AF}" dt="2021-08-26T12:49:50.314" v="1823" actId="122"/>
          <ac:spMkLst>
            <pc:docMk/>
            <pc:sldMk cId="857219401" sldId="305"/>
            <ac:spMk id="2" creationId="{BD7E0C5F-4882-4993-A598-B19716F2BCF6}"/>
          </ac:spMkLst>
        </pc:spChg>
        <pc:spChg chg="mod">
          <ac:chgData name="Di Mattia Alessandro Edoardo Giorgio David" userId="f8954a66-e5ad-4a1c-9536-1d2117047f5f" providerId="ADAL" clId="{CDD3A680-70A0-4B3B-95E5-5D6AACE401AF}" dt="2021-09-17T14:09:26.749" v="10879" actId="20577"/>
          <ac:spMkLst>
            <pc:docMk/>
            <pc:sldMk cId="857219401" sldId="305"/>
            <ac:spMk id="3" creationId="{CC3B4534-CEF0-415F-BC3A-10376F214C95}"/>
          </ac:spMkLst>
        </pc:spChg>
        <pc:picChg chg="add mod">
          <ac:chgData name="Di Mattia Alessandro Edoardo Giorgio David" userId="f8954a66-e5ad-4a1c-9536-1d2117047f5f" providerId="ADAL" clId="{CDD3A680-70A0-4B3B-95E5-5D6AACE401AF}" dt="2021-08-26T12:50:14.074" v="1829" actId="1076"/>
          <ac:picMkLst>
            <pc:docMk/>
            <pc:sldMk cId="857219401" sldId="305"/>
            <ac:picMk id="4" creationId="{A4CFD918-4173-4060-BAF8-8AAB78F5D763}"/>
          </ac:picMkLst>
        </pc:picChg>
      </pc:sldChg>
      <pc:sldChg chg="addSp delSp modSp new mod">
        <pc:chgData name="Di Mattia Alessandro Edoardo Giorgio David" userId="f8954a66-e5ad-4a1c-9536-1d2117047f5f" providerId="ADAL" clId="{CDD3A680-70A0-4B3B-95E5-5D6AACE401AF}" dt="2021-09-17T14:07:11.410" v="10874" actId="255"/>
        <pc:sldMkLst>
          <pc:docMk/>
          <pc:sldMk cId="1731353798" sldId="306"/>
        </pc:sldMkLst>
        <pc:spChg chg="mod">
          <ac:chgData name="Di Mattia Alessandro Edoardo Giorgio David" userId="f8954a66-e5ad-4a1c-9536-1d2117047f5f" providerId="ADAL" clId="{CDD3A680-70A0-4B3B-95E5-5D6AACE401AF}" dt="2021-09-02T15:20:41.781" v="1918" actId="790"/>
          <ac:spMkLst>
            <pc:docMk/>
            <pc:sldMk cId="1731353798" sldId="306"/>
            <ac:spMk id="2" creationId="{7EC01715-7E32-4E9D-9ED1-CA6C6CF03338}"/>
          </ac:spMkLst>
        </pc:spChg>
        <pc:spChg chg="mod">
          <ac:chgData name="Di Mattia Alessandro Edoardo Giorgio David" userId="f8954a66-e5ad-4a1c-9536-1d2117047f5f" providerId="ADAL" clId="{CDD3A680-70A0-4B3B-95E5-5D6AACE401AF}" dt="2021-09-17T14:07:11.410" v="10874" actId="255"/>
          <ac:spMkLst>
            <pc:docMk/>
            <pc:sldMk cId="1731353798" sldId="306"/>
            <ac:spMk id="3" creationId="{2D430180-4BB9-4AD7-AA64-E3AA96044BF1}"/>
          </ac:spMkLst>
        </pc:spChg>
        <pc:picChg chg="add del">
          <ac:chgData name="Di Mattia Alessandro Edoardo Giorgio David" userId="f8954a66-e5ad-4a1c-9536-1d2117047f5f" providerId="ADAL" clId="{CDD3A680-70A0-4B3B-95E5-5D6AACE401AF}" dt="2021-09-02T15:31:21.837" v="2164" actId="22"/>
          <ac:picMkLst>
            <pc:docMk/>
            <pc:sldMk cId="1731353798" sldId="306"/>
            <ac:picMk id="5" creationId="{DEAF1691-53A0-4202-9950-60FBC95CCA5F}"/>
          </ac:picMkLst>
        </pc:picChg>
      </pc:sldChg>
      <pc:sldChg chg="addSp delSp modSp new mod addCm delCm">
        <pc:chgData name="Di Mattia Alessandro Edoardo Giorgio David" userId="f8954a66-e5ad-4a1c-9536-1d2117047f5f" providerId="ADAL" clId="{CDD3A680-70A0-4B3B-95E5-5D6AACE401AF}" dt="2021-09-02T15:37:13.969" v="2220" actId="1076"/>
        <pc:sldMkLst>
          <pc:docMk/>
          <pc:sldMk cId="393636126" sldId="307"/>
        </pc:sldMkLst>
        <pc:spChg chg="mod">
          <ac:chgData name="Di Mattia Alessandro Edoardo Giorgio David" userId="f8954a66-e5ad-4a1c-9536-1d2117047f5f" providerId="ADAL" clId="{CDD3A680-70A0-4B3B-95E5-5D6AACE401AF}" dt="2021-09-02T15:31:53.142" v="2182" actId="790"/>
          <ac:spMkLst>
            <pc:docMk/>
            <pc:sldMk cId="393636126" sldId="307"/>
            <ac:spMk id="2" creationId="{3156B10D-7EBA-4478-9293-A150E1BAE672}"/>
          </ac:spMkLst>
        </pc:spChg>
        <pc:spChg chg="del">
          <ac:chgData name="Di Mattia Alessandro Edoardo Giorgio David" userId="f8954a66-e5ad-4a1c-9536-1d2117047f5f" providerId="ADAL" clId="{CDD3A680-70A0-4B3B-95E5-5D6AACE401AF}" dt="2021-09-02T15:31:43.292" v="2180" actId="22"/>
          <ac:spMkLst>
            <pc:docMk/>
            <pc:sldMk cId="393636126" sldId="307"/>
            <ac:spMk id="3" creationId="{28C4402A-40E5-4763-B138-6D541A0DA21D}"/>
          </ac:spMkLst>
        </pc:spChg>
        <pc:spChg chg="add mod">
          <ac:chgData name="Di Mattia Alessandro Edoardo Giorgio David" userId="f8954a66-e5ad-4a1c-9536-1d2117047f5f" providerId="ADAL" clId="{CDD3A680-70A0-4B3B-95E5-5D6AACE401AF}" dt="2021-09-02T15:37:13.969" v="2220" actId="1076"/>
          <ac:spMkLst>
            <pc:docMk/>
            <pc:sldMk cId="393636126" sldId="307"/>
            <ac:spMk id="6" creationId="{7118283C-1B2F-47DF-B0E1-3CCD3129A438}"/>
          </ac:spMkLst>
        </pc:spChg>
        <pc:picChg chg="add mod ord">
          <ac:chgData name="Di Mattia Alessandro Edoardo Giorgio David" userId="f8954a66-e5ad-4a1c-9536-1d2117047f5f" providerId="ADAL" clId="{CDD3A680-70A0-4B3B-95E5-5D6AACE401AF}" dt="2021-09-02T15:31:45.943" v="2181" actId="14100"/>
          <ac:picMkLst>
            <pc:docMk/>
            <pc:sldMk cId="393636126" sldId="307"/>
            <ac:picMk id="5" creationId="{F68AFCA4-6258-413A-BDA6-EEC3E083368C}"/>
          </ac:picMkLst>
        </pc:picChg>
      </pc:sldChg>
      <pc:sldChg chg="addSp delSp modSp new mod">
        <pc:chgData name="Di Mattia Alessandro Edoardo Giorgio David" userId="f8954a66-e5ad-4a1c-9536-1d2117047f5f" providerId="ADAL" clId="{CDD3A680-70A0-4B3B-95E5-5D6AACE401AF}" dt="2021-09-03T13:28:22.480" v="2336" actId="14100"/>
        <pc:sldMkLst>
          <pc:docMk/>
          <pc:sldMk cId="1267565031" sldId="308"/>
        </pc:sldMkLst>
        <pc:spChg chg="mod">
          <ac:chgData name="Di Mattia Alessandro Edoardo Giorgio David" userId="f8954a66-e5ad-4a1c-9536-1d2117047f5f" providerId="ADAL" clId="{CDD3A680-70A0-4B3B-95E5-5D6AACE401AF}" dt="2021-09-03T13:25:20.803" v="2290" actId="790"/>
          <ac:spMkLst>
            <pc:docMk/>
            <pc:sldMk cId="1267565031" sldId="308"/>
            <ac:spMk id="2" creationId="{ED8A4BAB-ACF7-463A-92C9-5B03594CCD49}"/>
          </ac:spMkLst>
        </pc:spChg>
        <pc:spChg chg="del">
          <ac:chgData name="Di Mattia Alessandro Edoardo Giorgio David" userId="f8954a66-e5ad-4a1c-9536-1d2117047f5f" providerId="ADAL" clId="{CDD3A680-70A0-4B3B-95E5-5D6AACE401AF}" dt="2021-09-03T13:25:09.666" v="2288" actId="22"/>
          <ac:spMkLst>
            <pc:docMk/>
            <pc:sldMk cId="1267565031" sldId="308"/>
            <ac:spMk id="3" creationId="{5C479443-7C4B-4EE6-832E-72630138FEC4}"/>
          </ac:spMkLst>
        </pc:spChg>
        <pc:graphicFrameChg chg="add mod modGraphic">
          <ac:chgData name="Di Mattia Alessandro Edoardo Giorgio David" userId="f8954a66-e5ad-4a1c-9536-1d2117047f5f" providerId="ADAL" clId="{CDD3A680-70A0-4B3B-95E5-5D6AACE401AF}" dt="2021-09-03T13:28:22.480" v="2336" actId="14100"/>
          <ac:graphicFrameMkLst>
            <pc:docMk/>
            <pc:sldMk cId="1267565031" sldId="308"/>
            <ac:graphicFrameMk id="8" creationId="{347C241F-E6FA-4E0C-A70D-4AAD0AA4D82C}"/>
          </ac:graphicFrameMkLst>
        </pc:graphicFrameChg>
        <pc:picChg chg="add mod ord">
          <ac:chgData name="Di Mattia Alessandro Edoardo Giorgio David" userId="f8954a66-e5ad-4a1c-9536-1d2117047f5f" providerId="ADAL" clId="{CDD3A680-70A0-4B3B-95E5-5D6AACE401AF}" dt="2021-09-03T13:25:12.674" v="2289" actId="1076"/>
          <ac:picMkLst>
            <pc:docMk/>
            <pc:sldMk cId="1267565031" sldId="308"/>
            <ac:picMk id="5" creationId="{A87A3773-C138-40AA-8239-8A5AD6251E43}"/>
          </ac:picMkLst>
        </pc:picChg>
      </pc:sldChg>
      <pc:sldChg chg="modSp new mod">
        <pc:chgData name="Di Mattia Alessandro Edoardo Giorgio David" userId="f8954a66-e5ad-4a1c-9536-1d2117047f5f" providerId="ADAL" clId="{CDD3A680-70A0-4B3B-95E5-5D6AACE401AF}" dt="2021-09-03T13:38:24.429" v="2419" actId="20577"/>
        <pc:sldMkLst>
          <pc:docMk/>
          <pc:sldMk cId="1495894822" sldId="309"/>
        </pc:sldMkLst>
        <pc:spChg chg="mod">
          <ac:chgData name="Di Mattia Alessandro Edoardo Giorgio David" userId="f8954a66-e5ad-4a1c-9536-1d2117047f5f" providerId="ADAL" clId="{CDD3A680-70A0-4B3B-95E5-5D6AACE401AF}" dt="2021-09-03T13:29:00.564" v="2339" actId="122"/>
          <ac:spMkLst>
            <pc:docMk/>
            <pc:sldMk cId="1495894822" sldId="309"/>
            <ac:spMk id="2" creationId="{C2D998EA-557B-4A70-B566-5D4605B20B0B}"/>
          </ac:spMkLst>
        </pc:spChg>
        <pc:spChg chg="mod">
          <ac:chgData name="Di Mattia Alessandro Edoardo Giorgio David" userId="f8954a66-e5ad-4a1c-9536-1d2117047f5f" providerId="ADAL" clId="{CDD3A680-70A0-4B3B-95E5-5D6AACE401AF}" dt="2021-09-03T13:38:24.429" v="2419" actId="20577"/>
          <ac:spMkLst>
            <pc:docMk/>
            <pc:sldMk cId="1495894822" sldId="309"/>
            <ac:spMk id="3" creationId="{48BF33AD-948A-483A-AF43-D1DC48A8AF0D}"/>
          </ac:spMkLst>
        </pc:spChg>
      </pc:sldChg>
      <pc:sldChg chg="modSp new mod">
        <pc:chgData name="Di Mattia Alessandro Edoardo Giorgio David" userId="f8954a66-e5ad-4a1c-9536-1d2117047f5f" providerId="ADAL" clId="{CDD3A680-70A0-4B3B-95E5-5D6AACE401AF}" dt="2021-09-03T13:50:43.004" v="2898" actId="20577"/>
        <pc:sldMkLst>
          <pc:docMk/>
          <pc:sldMk cId="2494358137" sldId="310"/>
        </pc:sldMkLst>
        <pc:spChg chg="mod">
          <ac:chgData name="Di Mattia Alessandro Edoardo Giorgio David" userId="f8954a66-e5ad-4a1c-9536-1d2117047f5f" providerId="ADAL" clId="{CDD3A680-70A0-4B3B-95E5-5D6AACE401AF}" dt="2021-09-03T13:45:41.084" v="2541" actId="20577"/>
          <ac:spMkLst>
            <pc:docMk/>
            <pc:sldMk cId="2494358137" sldId="310"/>
            <ac:spMk id="2" creationId="{05C85CDD-5FE8-408E-A170-65194B88CA6A}"/>
          </ac:spMkLst>
        </pc:spChg>
        <pc:spChg chg="mod">
          <ac:chgData name="Di Mattia Alessandro Edoardo Giorgio David" userId="f8954a66-e5ad-4a1c-9536-1d2117047f5f" providerId="ADAL" clId="{CDD3A680-70A0-4B3B-95E5-5D6AACE401AF}" dt="2021-09-03T13:50:43.004" v="2898" actId="20577"/>
          <ac:spMkLst>
            <pc:docMk/>
            <pc:sldMk cId="2494358137" sldId="310"/>
            <ac:spMk id="3" creationId="{87A055C9-4EAC-4596-AE25-B43D889176DD}"/>
          </ac:spMkLst>
        </pc:spChg>
      </pc:sldChg>
      <pc:sldChg chg="modSp new mod">
        <pc:chgData name="Di Mattia Alessandro Edoardo Giorgio David" userId="f8954a66-e5ad-4a1c-9536-1d2117047f5f" providerId="ADAL" clId="{CDD3A680-70A0-4B3B-95E5-5D6AACE401AF}" dt="2021-09-17T14:13:05.117" v="10880" actId="255"/>
        <pc:sldMkLst>
          <pc:docMk/>
          <pc:sldMk cId="3051364830" sldId="311"/>
        </pc:sldMkLst>
        <pc:spChg chg="mod">
          <ac:chgData name="Di Mattia Alessandro Edoardo Giorgio David" userId="f8954a66-e5ad-4a1c-9536-1d2117047f5f" providerId="ADAL" clId="{CDD3A680-70A0-4B3B-95E5-5D6AACE401AF}" dt="2021-09-03T13:51:23.234" v="2913" actId="122"/>
          <ac:spMkLst>
            <pc:docMk/>
            <pc:sldMk cId="3051364830" sldId="311"/>
            <ac:spMk id="2" creationId="{9B0F930E-6A0D-4B2E-9201-EB4B5464F99F}"/>
          </ac:spMkLst>
        </pc:spChg>
        <pc:spChg chg="mod">
          <ac:chgData name="Di Mattia Alessandro Edoardo Giorgio David" userId="f8954a66-e5ad-4a1c-9536-1d2117047f5f" providerId="ADAL" clId="{CDD3A680-70A0-4B3B-95E5-5D6AACE401AF}" dt="2021-09-17T14:13:05.117" v="10880" actId="255"/>
          <ac:spMkLst>
            <pc:docMk/>
            <pc:sldMk cId="3051364830" sldId="311"/>
            <ac:spMk id="3" creationId="{BAF68436-6FA4-48EC-96D3-EAD7274DA571}"/>
          </ac:spMkLst>
        </pc:spChg>
      </pc:sldChg>
      <pc:sldChg chg="addSp delSp modSp new mod">
        <pc:chgData name="Di Mattia Alessandro Edoardo Giorgio David" userId="f8954a66-e5ad-4a1c-9536-1d2117047f5f" providerId="ADAL" clId="{CDD3A680-70A0-4B3B-95E5-5D6AACE401AF}" dt="2021-09-03T13:58:54.838" v="3075" actId="12789"/>
        <pc:sldMkLst>
          <pc:docMk/>
          <pc:sldMk cId="2825439095" sldId="312"/>
        </pc:sldMkLst>
        <pc:spChg chg="mod">
          <ac:chgData name="Di Mattia Alessandro Edoardo Giorgio David" userId="f8954a66-e5ad-4a1c-9536-1d2117047f5f" providerId="ADAL" clId="{CDD3A680-70A0-4B3B-95E5-5D6AACE401AF}" dt="2021-09-03T13:58:19.776" v="3070" actId="20577"/>
          <ac:spMkLst>
            <pc:docMk/>
            <pc:sldMk cId="2825439095" sldId="312"/>
            <ac:spMk id="2" creationId="{D1EF9F94-42B7-4B38-B830-78E6AB40D305}"/>
          </ac:spMkLst>
        </pc:spChg>
        <pc:spChg chg="del">
          <ac:chgData name="Di Mattia Alessandro Edoardo Giorgio David" userId="f8954a66-e5ad-4a1c-9536-1d2117047f5f" providerId="ADAL" clId="{CDD3A680-70A0-4B3B-95E5-5D6AACE401AF}" dt="2021-09-03T13:58:22.170" v="3071"/>
          <ac:spMkLst>
            <pc:docMk/>
            <pc:sldMk cId="2825439095" sldId="312"/>
            <ac:spMk id="3" creationId="{EE696043-AD97-4C59-A28E-D747836588A3}"/>
          </ac:spMkLst>
        </pc:spChg>
        <pc:picChg chg="add mod">
          <ac:chgData name="Di Mattia Alessandro Edoardo Giorgio David" userId="f8954a66-e5ad-4a1c-9536-1d2117047f5f" providerId="ADAL" clId="{CDD3A680-70A0-4B3B-95E5-5D6AACE401AF}" dt="2021-09-03T13:58:54.838" v="3075" actId="12789"/>
          <ac:picMkLst>
            <pc:docMk/>
            <pc:sldMk cId="2825439095" sldId="312"/>
            <ac:picMk id="1026" creationId="{13A6F768-C131-44E9-8659-D3607C7CD49D}"/>
          </ac:picMkLst>
        </pc:picChg>
      </pc:sldChg>
      <pc:sldChg chg="addSp delSp modSp new mod modClrScheme chgLayout">
        <pc:chgData name="Di Mattia Alessandro Edoardo Giorgio David" userId="f8954a66-e5ad-4a1c-9536-1d2117047f5f" providerId="ADAL" clId="{CDD3A680-70A0-4B3B-95E5-5D6AACE401AF}" dt="2021-09-03T15:11:14.969" v="3244" actId="12788"/>
        <pc:sldMkLst>
          <pc:docMk/>
          <pc:sldMk cId="378395753" sldId="313"/>
        </pc:sldMkLst>
        <pc:spChg chg="del">
          <ac:chgData name="Di Mattia Alessandro Edoardo Giorgio David" userId="f8954a66-e5ad-4a1c-9536-1d2117047f5f" providerId="ADAL" clId="{CDD3A680-70A0-4B3B-95E5-5D6AACE401AF}" dt="2021-09-03T15:10:59.785" v="3239" actId="700"/>
          <ac:spMkLst>
            <pc:docMk/>
            <pc:sldMk cId="378395753" sldId="313"/>
            <ac:spMk id="2" creationId="{10456E52-9B07-43EB-AECA-7261BA1BB3CB}"/>
          </ac:spMkLst>
        </pc:spChg>
        <pc:spChg chg="del">
          <ac:chgData name="Di Mattia Alessandro Edoardo Giorgio David" userId="f8954a66-e5ad-4a1c-9536-1d2117047f5f" providerId="ADAL" clId="{CDD3A680-70A0-4B3B-95E5-5D6AACE401AF}" dt="2021-09-03T15:10:59.785" v="3239" actId="700"/>
          <ac:spMkLst>
            <pc:docMk/>
            <pc:sldMk cId="378395753" sldId="313"/>
            <ac:spMk id="3" creationId="{0FFC9CB4-C083-4F5B-8279-DF6E7B97D6B6}"/>
          </ac:spMkLst>
        </pc:spChg>
        <pc:picChg chg="add mod">
          <ac:chgData name="Di Mattia Alessandro Edoardo Giorgio David" userId="f8954a66-e5ad-4a1c-9536-1d2117047f5f" providerId="ADAL" clId="{CDD3A680-70A0-4B3B-95E5-5D6AACE401AF}" dt="2021-09-03T15:11:14.969" v="3244" actId="12788"/>
          <ac:picMkLst>
            <pc:docMk/>
            <pc:sldMk cId="378395753" sldId="313"/>
            <ac:picMk id="5" creationId="{A29B042E-536F-4DC0-AC52-B1EEE6415848}"/>
          </ac:picMkLst>
        </pc:picChg>
      </pc:sldChg>
      <pc:sldChg chg="addSp modSp new mod modClrScheme chgLayout">
        <pc:chgData name="Di Mattia Alessandro Edoardo Giorgio David" userId="f8954a66-e5ad-4a1c-9536-1d2117047f5f" providerId="ADAL" clId="{CDD3A680-70A0-4B3B-95E5-5D6AACE401AF}" dt="2021-09-17T14:36:51.437" v="10884" actId="27636"/>
        <pc:sldMkLst>
          <pc:docMk/>
          <pc:sldMk cId="3190573897" sldId="314"/>
        </pc:sldMkLst>
        <pc:spChg chg="add mod">
          <ac:chgData name="Di Mattia Alessandro Edoardo Giorgio David" userId="f8954a66-e5ad-4a1c-9536-1d2117047f5f" providerId="ADAL" clId="{CDD3A680-70A0-4B3B-95E5-5D6AACE401AF}" dt="2021-09-03T15:11:54.201" v="3262" actId="122"/>
          <ac:spMkLst>
            <pc:docMk/>
            <pc:sldMk cId="3190573897" sldId="314"/>
            <ac:spMk id="2" creationId="{4C7CDBEE-1595-4129-9416-313194D4347B}"/>
          </ac:spMkLst>
        </pc:spChg>
        <pc:spChg chg="add mod">
          <ac:chgData name="Di Mattia Alessandro Edoardo Giorgio David" userId="f8954a66-e5ad-4a1c-9536-1d2117047f5f" providerId="ADAL" clId="{CDD3A680-70A0-4B3B-95E5-5D6AACE401AF}" dt="2021-09-17T14:36:51.437" v="10884" actId="27636"/>
          <ac:spMkLst>
            <pc:docMk/>
            <pc:sldMk cId="3190573897" sldId="314"/>
            <ac:spMk id="3" creationId="{2F071C00-3342-46D0-97C8-F97D778971AA}"/>
          </ac:spMkLst>
        </pc:spChg>
      </pc:sldChg>
      <pc:sldChg chg="modSp new mod">
        <pc:chgData name="Di Mattia Alessandro Edoardo Giorgio David" userId="f8954a66-e5ad-4a1c-9536-1d2117047f5f" providerId="ADAL" clId="{CDD3A680-70A0-4B3B-95E5-5D6AACE401AF}" dt="2021-09-17T14:16:08.430" v="10882" actId="255"/>
        <pc:sldMkLst>
          <pc:docMk/>
          <pc:sldMk cId="975567761" sldId="315"/>
        </pc:sldMkLst>
        <pc:spChg chg="mod">
          <ac:chgData name="Di Mattia Alessandro Edoardo Giorgio David" userId="f8954a66-e5ad-4a1c-9536-1d2117047f5f" providerId="ADAL" clId="{CDD3A680-70A0-4B3B-95E5-5D6AACE401AF}" dt="2021-09-03T15:28:11.594" v="3867" actId="122"/>
          <ac:spMkLst>
            <pc:docMk/>
            <pc:sldMk cId="975567761" sldId="315"/>
            <ac:spMk id="2" creationId="{9BE30AAB-42FD-4AE6-BC7B-8FD9A95007D4}"/>
          </ac:spMkLst>
        </pc:spChg>
        <pc:spChg chg="mod">
          <ac:chgData name="Di Mattia Alessandro Edoardo Giorgio David" userId="f8954a66-e5ad-4a1c-9536-1d2117047f5f" providerId="ADAL" clId="{CDD3A680-70A0-4B3B-95E5-5D6AACE401AF}" dt="2021-09-17T14:16:08.430" v="10882" actId="255"/>
          <ac:spMkLst>
            <pc:docMk/>
            <pc:sldMk cId="975567761" sldId="315"/>
            <ac:spMk id="3" creationId="{D6ACFB55-33F9-4723-BCB4-ABFADE908E34}"/>
          </ac:spMkLst>
        </pc:spChg>
      </pc:sldChg>
      <pc:sldChg chg="addSp delSp modSp new mod modClrScheme chgLayout">
        <pc:chgData name="Di Mattia Alessandro Edoardo Giorgio David" userId="f8954a66-e5ad-4a1c-9536-1d2117047f5f" providerId="ADAL" clId="{CDD3A680-70A0-4B3B-95E5-5D6AACE401AF}" dt="2021-09-03T15:59:55.415" v="4243" actId="1076"/>
        <pc:sldMkLst>
          <pc:docMk/>
          <pc:sldMk cId="2420248663" sldId="316"/>
        </pc:sldMkLst>
        <pc:spChg chg="del">
          <ac:chgData name="Di Mattia Alessandro Edoardo Giorgio David" userId="f8954a66-e5ad-4a1c-9536-1d2117047f5f" providerId="ADAL" clId="{CDD3A680-70A0-4B3B-95E5-5D6AACE401AF}" dt="2021-09-03T15:58:42.688" v="4240" actId="700"/>
          <ac:spMkLst>
            <pc:docMk/>
            <pc:sldMk cId="2420248663" sldId="316"/>
            <ac:spMk id="2" creationId="{5903E5B0-4DE1-49B0-AAD9-8EE22F14C797}"/>
          </ac:spMkLst>
        </pc:spChg>
        <pc:spChg chg="del">
          <ac:chgData name="Di Mattia Alessandro Edoardo Giorgio David" userId="f8954a66-e5ad-4a1c-9536-1d2117047f5f" providerId="ADAL" clId="{CDD3A680-70A0-4B3B-95E5-5D6AACE401AF}" dt="2021-09-03T15:58:42.688" v="4240" actId="700"/>
          <ac:spMkLst>
            <pc:docMk/>
            <pc:sldMk cId="2420248663" sldId="316"/>
            <ac:spMk id="3" creationId="{33056345-B0A5-4B95-8ABF-8EC76590ADFA}"/>
          </ac:spMkLst>
        </pc:spChg>
        <pc:picChg chg="add mod">
          <ac:chgData name="Di Mattia Alessandro Edoardo Giorgio David" userId="f8954a66-e5ad-4a1c-9536-1d2117047f5f" providerId="ADAL" clId="{CDD3A680-70A0-4B3B-95E5-5D6AACE401AF}" dt="2021-09-03T15:59:55.415" v="4243" actId="1076"/>
          <ac:picMkLst>
            <pc:docMk/>
            <pc:sldMk cId="2420248663" sldId="316"/>
            <ac:picMk id="4" creationId="{E4A162C3-DF9D-494F-9389-46A3E7BBEAF3}"/>
          </ac:picMkLst>
        </pc:picChg>
      </pc:sldChg>
      <pc:sldChg chg="addSp modSp new mod modClrScheme chgLayout">
        <pc:chgData name="Di Mattia Alessandro Edoardo Giorgio David" userId="f8954a66-e5ad-4a1c-9536-1d2117047f5f" providerId="ADAL" clId="{CDD3A680-70A0-4B3B-95E5-5D6AACE401AF}" dt="2021-09-09T13:20:19.014" v="9385" actId="255"/>
        <pc:sldMkLst>
          <pc:docMk/>
          <pc:sldMk cId="808802499" sldId="317"/>
        </pc:sldMkLst>
        <pc:spChg chg="add mod">
          <ac:chgData name="Di Mattia Alessandro Edoardo Giorgio David" userId="f8954a66-e5ad-4a1c-9536-1d2117047f5f" providerId="ADAL" clId="{CDD3A680-70A0-4B3B-95E5-5D6AACE401AF}" dt="2021-09-06T08:50:49.372" v="4500" actId="20577"/>
          <ac:spMkLst>
            <pc:docMk/>
            <pc:sldMk cId="808802499" sldId="317"/>
            <ac:spMk id="2" creationId="{449E0F35-A011-43E7-BD49-298F5A0F14ED}"/>
          </ac:spMkLst>
        </pc:spChg>
        <pc:spChg chg="add mod">
          <ac:chgData name="Di Mattia Alessandro Edoardo Giorgio David" userId="f8954a66-e5ad-4a1c-9536-1d2117047f5f" providerId="ADAL" clId="{CDD3A680-70A0-4B3B-95E5-5D6AACE401AF}" dt="2021-09-09T13:20:19.014" v="9385" actId="255"/>
          <ac:spMkLst>
            <pc:docMk/>
            <pc:sldMk cId="808802499" sldId="317"/>
            <ac:spMk id="3" creationId="{7D9F480F-639E-4F93-9DD5-7B09B9E64847}"/>
          </ac:spMkLst>
        </pc:spChg>
      </pc:sldChg>
      <pc:sldChg chg="addSp delSp modSp new mod modClrScheme chgLayout">
        <pc:chgData name="Di Mattia Alessandro Edoardo Giorgio David" userId="f8954a66-e5ad-4a1c-9536-1d2117047f5f" providerId="ADAL" clId="{CDD3A680-70A0-4B3B-95E5-5D6AACE401AF}" dt="2021-09-06T08:49:13.329" v="4465" actId="1076"/>
        <pc:sldMkLst>
          <pc:docMk/>
          <pc:sldMk cId="3322520885" sldId="318"/>
        </pc:sldMkLst>
        <pc:spChg chg="del">
          <ac:chgData name="Di Mattia Alessandro Edoardo Giorgio David" userId="f8954a66-e5ad-4a1c-9536-1d2117047f5f" providerId="ADAL" clId="{CDD3A680-70A0-4B3B-95E5-5D6AACE401AF}" dt="2021-09-06T08:40:51.051" v="4450" actId="700"/>
          <ac:spMkLst>
            <pc:docMk/>
            <pc:sldMk cId="3322520885" sldId="318"/>
            <ac:spMk id="2" creationId="{84B7464F-0370-4A7D-9605-7CD4BA0C5EBF}"/>
          </ac:spMkLst>
        </pc:spChg>
        <pc:spChg chg="del">
          <ac:chgData name="Di Mattia Alessandro Edoardo Giorgio David" userId="f8954a66-e5ad-4a1c-9536-1d2117047f5f" providerId="ADAL" clId="{CDD3A680-70A0-4B3B-95E5-5D6AACE401AF}" dt="2021-09-06T08:40:51.051" v="4450" actId="700"/>
          <ac:spMkLst>
            <pc:docMk/>
            <pc:sldMk cId="3322520885" sldId="318"/>
            <ac:spMk id="3" creationId="{70581C3B-3194-4567-97BC-1A380D7467D9}"/>
          </ac:spMkLst>
        </pc:spChg>
        <pc:picChg chg="add del mod">
          <ac:chgData name="Di Mattia Alessandro Edoardo Giorgio David" userId="f8954a66-e5ad-4a1c-9536-1d2117047f5f" providerId="ADAL" clId="{CDD3A680-70A0-4B3B-95E5-5D6AACE401AF}" dt="2021-09-06T08:48:49.707" v="4459" actId="478"/>
          <ac:picMkLst>
            <pc:docMk/>
            <pc:sldMk cId="3322520885" sldId="318"/>
            <ac:picMk id="5" creationId="{16BDFB37-21A7-4EF0-8689-BC033BF04A5C}"/>
          </ac:picMkLst>
        </pc:picChg>
        <pc:picChg chg="add mod">
          <ac:chgData name="Di Mattia Alessandro Edoardo Giorgio David" userId="f8954a66-e5ad-4a1c-9536-1d2117047f5f" providerId="ADAL" clId="{CDD3A680-70A0-4B3B-95E5-5D6AACE401AF}" dt="2021-09-06T08:49:13.329" v="4465" actId="1076"/>
          <ac:picMkLst>
            <pc:docMk/>
            <pc:sldMk cId="3322520885" sldId="318"/>
            <ac:picMk id="7" creationId="{32A4989D-2029-4FAE-8A54-C5FCF17BE41F}"/>
          </ac:picMkLst>
        </pc:picChg>
      </pc:sldChg>
      <pc:sldChg chg="addSp modSp new mod modClrScheme chgLayout">
        <pc:chgData name="Di Mattia Alessandro Edoardo Giorgio David" userId="f8954a66-e5ad-4a1c-9536-1d2117047f5f" providerId="ADAL" clId="{CDD3A680-70A0-4B3B-95E5-5D6AACE401AF}" dt="2021-09-17T14:43:12.905" v="10885" actId="255"/>
        <pc:sldMkLst>
          <pc:docMk/>
          <pc:sldMk cId="305413344" sldId="319"/>
        </pc:sldMkLst>
        <pc:spChg chg="add mod">
          <ac:chgData name="Di Mattia Alessandro Edoardo Giorgio David" userId="f8954a66-e5ad-4a1c-9536-1d2117047f5f" providerId="ADAL" clId="{CDD3A680-70A0-4B3B-95E5-5D6AACE401AF}" dt="2021-09-06T08:55:38.835" v="4637" actId="122"/>
          <ac:spMkLst>
            <pc:docMk/>
            <pc:sldMk cId="305413344" sldId="319"/>
            <ac:spMk id="2" creationId="{B7F44CDB-8AA2-475E-8FB4-8A7FF16FBB11}"/>
          </ac:spMkLst>
        </pc:spChg>
        <pc:spChg chg="add mod">
          <ac:chgData name="Di Mattia Alessandro Edoardo Giorgio David" userId="f8954a66-e5ad-4a1c-9536-1d2117047f5f" providerId="ADAL" clId="{CDD3A680-70A0-4B3B-95E5-5D6AACE401AF}" dt="2021-09-17T14:43:12.905" v="10885" actId="255"/>
          <ac:spMkLst>
            <pc:docMk/>
            <pc:sldMk cId="305413344" sldId="319"/>
            <ac:spMk id="3" creationId="{88BCF5D6-9A45-4191-80DC-A3EA35381D2D}"/>
          </ac:spMkLst>
        </pc:spChg>
      </pc:sldChg>
      <pc:sldChg chg="new del">
        <pc:chgData name="Di Mattia Alessandro Edoardo Giorgio David" userId="f8954a66-e5ad-4a1c-9536-1d2117047f5f" providerId="ADAL" clId="{CDD3A680-70A0-4B3B-95E5-5D6AACE401AF}" dt="2021-09-06T08:52:28.621" v="4594" actId="2696"/>
        <pc:sldMkLst>
          <pc:docMk/>
          <pc:sldMk cId="2801634557" sldId="319"/>
        </pc:sldMkLst>
      </pc:sldChg>
      <pc:sldChg chg="modSp new mod">
        <pc:chgData name="Di Mattia Alessandro Edoardo Giorgio David" userId="f8954a66-e5ad-4a1c-9536-1d2117047f5f" providerId="ADAL" clId="{CDD3A680-70A0-4B3B-95E5-5D6AACE401AF}" dt="2021-09-17T14:43:34.437" v="10886" actId="255"/>
        <pc:sldMkLst>
          <pc:docMk/>
          <pc:sldMk cId="2647203940" sldId="320"/>
        </pc:sldMkLst>
        <pc:spChg chg="mod">
          <ac:chgData name="Di Mattia Alessandro Edoardo Giorgio David" userId="f8954a66-e5ad-4a1c-9536-1d2117047f5f" providerId="ADAL" clId="{CDD3A680-70A0-4B3B-95E5-5D6AACE401AF}" dt="2021-09-06T08:58:50.468" v="4653" actId="122"/>
          <ac:spMkLst>
            <pc:docMk/>
            <pc:sldMk cId="2647203940" sldId="320"/>
            <ac:spMk id="2" creationId="{82AC0C6E-7475-43E9-BA3B-CBF7DDC11C5D}"/>
          </ac:spMkLst>
        </pc:spChg>
        <pc:spChg chg="mod">
          <ac:chgData name="Di Mattia Alessandro Edoardo Giorgio David" userId="f8954a66-e5ad-4a1c-9536-1d2117047f5f" providerId="ADAL" clId="{CDD3A680-70A0-4B3B-95E5-5D6AACE401AF}" dt="2021-09-17T14:43:34.437" v="10886" actId="255"/>
          <ac:spMkLst>
            <pc:docMk/>
            <pc:sldMk cId="2647203940" sldId="320"/>
            <ac:spMk id="3" creationId="{C586B415-2D44-486C-94C6-6FB1572ED64B}"/>
          </ac:spMkLst>
        </pc:spChg>
      </pc:sldChg>
      <pc:sldChg chg="modSp new mod">
        <pc:chgData name="Di Mattia Alessandro Edoardo Giorgio David" userId="f8954a66-e5ad-4a1c-9536-1d2117047f5f" providerId="ADAL" clId="{CDD3A680-70A0-4B3B-95E5-5D6AACE401AF}" dt="2021-09-09T13:19:13.545" v="9382" actId="20577"/>
        <pc:sldMkLst>
          <pc:docMk/>
          <pc:sldMk cId="2707799317" sldId="321"/>
        </pc:sldMkLst>
        <pc:spChg chg="mod">
          <ac:chgData name="Di Mattia Alessandro Edoardo Giorgio David" userId="f8954a66-e5ad-4a1c-9536-1d2117047f5f" providerId="ADAL" clId="{CDD3A680-70A0-4B3B-95E5-5D6AACE401AF}" dt="2021-09-06T09:18:27.125" v="5493" actId="122"/>
          <ac:spMkLst>
            <pc:docMk/>
            <pc:sldMk cId="2707799317" sldId="321"/>
            <ac:spMk id="2" creationId="{6296F203-B47A-440C-BB90-8C421DF76CE2}"/>
          </ac:spMkLst>
        </pc:spChg>
        <pc:spChg chg="mod">
          <ac:chgData name="Di Mattia Alessandro Edoardo Giorgio David" userId="f8954a66-e5ad-4a1c-9536-1d2117047f5f" providerId="ADAL" clId="{CDD3A680-70A0-4B3B-95E5-5D6AACE401AF}" dt="2021-09-09T13:19:13.545" v="9382" actId="20577"/>
          <ac:spMkLst>
            <pc:docMk/>
            <pc:sldMk cId="2707799317" sldId="321"/>
            <ac:spMk id="3" creationId="{E51FF42C-5FD6-4CC8-9795-A2D6D0E52633}"/>
          </ac:spMkLst>
        </pc:spChg>
      </pc:sldChg>
      <pc:sldChg chg="modSp new mod">
        <pc:chgData name="Di Mattia Alessandro Edoardo Giorgio David" userId="f8954a66-e5ad-4a1c-9536-1d2117047f5f" providerId="ADAL" clId="{CDD3A680-70A0-4B3B-95E5-5D6AACE401AF}" dt="2021-09-17T15:32:46.802" v="10971" actId="20577"/>
        <pc:sldMkLst>
          <pc:docMk/>
          <pc:sldMk cId="2157758138" sldId="322"/>
        </pc:sldMkLst>
        <pc:spChg chg="mod">
          <ac:chgData name="Di Mattia Alessandro Edoardo Giorgio David" userId="f8954a66-e5ad-4a1c-9536-1d2117047f5f" providerId="ADAL" clId="{CDD3A680-70A0-4B3B-95E5-5D6AACE401AF}" dt="2021-09-06T13:47:50.830" v="6449"/>
          <ac:spMkLst>
            <pc:docMk/>
            <pc:sldMk cId="2157758138" sldId="322"/>
            <ac:spMk id="2" creationId="{C7E0D38D-D9BD-47DF-A1BE-DE9F337C46C1}"/>
          </ac:spMkLst>
        </pc:spChg>
        <pc:spChg chg="mod">
          <ac:chgData name="Di Mattia Alessandro Edoardo Giorgio David" userId="f8954a66-e5ad-4a1c-9536-1d2117047f5f" providerId="ADAL" clId="{CDD3A680-70A0-4B3B-95E5-5D6AACE401AF}" dt="2021-09-17T15:32:46.802" v="10971" actId="20577"/>
          <ac:spMkLst>
            <pc:docMk/>
            <pc:sldMk cId="2157758138" sldId="322"/>
            <ac:spMk id="3" creationId="{0FBEE257-C71A-42B8-85F7-989A066F1891}"/>
          </ac:spMkLst>
        </pc:spChg>
      </pc:sldChg>
      <pc:sldChg chg="modSp new mod">
        <pc:chgData name="Di Mattia Alessandro Edoardo Giorgio David" userId="f8954a66-e5ad-4a1c-9536-1d2117047f5f" providerId="ADAL" clId="{CDD3A680-70A0-4B3B-95E5-5D6AACE401AF}" dt="2021-09-06T14:35:38.169" v="7330" actId="20577"/>
        <pc:sldMkLst>
          <pc:docMk/>
          <pc:sldMk cId="1376154131" sldId="323"/>
        </pc:sldMkLst>
        <pc:spChg chg="mod">
          <ac:chgData name="Di Mattia Alessandro Edoardo Giorgio David" userId="f8954a66-e5ad-4a1c-9536-1d2117047f5f" providerId="ADAL" clId="{CDD3A680-70A0-4B3B-95E5-5D6AACE401AF}" dt="2021-09-06T14:32:05.612" v="7276" actId="207"/>
          <ac:spMkLst>
            <pc:docMk/>
            <pc:sldMk cId="1376154131" sldId="323"/>
            <ac:spMk id="2" creationId="{2E17D8A5-7DE3-4C5E-8324-92D763C9D38C}"/>
          </ac:spMkLst>
        </pc:spChg>
        <pc:spChg chg="mod">
          <ac:chgData name="Di Mattia Alessandro Edoardo Giorgio David" userId="f8954a66-e5ad-4a1c-9536-1d2117047f5f" providerId="ADAL" clId="{CDD3A680-70A0-4B3B-95E5-5D6AACE401AF}" dt="2021-09-06T14:35:38.169" v="7330" actId="20577"/>
          <ac:spMkLst>
            <pc:docMk/>
            <pc:sldMk cId="1376154131" sldId="323"/>
            <ac:spMk id="3" creationId="{C53CD75B-FFB7-4C7D-84B4-684FBA53CC46}"/>
          </ac:spMkLst>
        </pc:spChg>
      </pc:sldChg>
      <pc:sldChg chg="modSp new mod">
        <pc:chgData name="Di Mattia Alessandro Edoardo Giorgio David" userId="f8954a66-e5ad-4a1c-9536-1d2117047f5f" providerId="ADAL" clId="{CDD3A680-70A0-4B3B-95E5-5D6AACE401AF}" dt="2021-09-09T13:19:48.419" v="9384" actId="20577"/>
        <pc:sldMkLst>
          <pc:docMk/>
          <pc:sldMk cId="2329310411" sldId="324"/>
        </pc:sldMkLst>
        <pc:spChg chg="mod">
          <ac:chgData name="Di Mattia Alessandro Edoardo Giorgio David" userId="f8954a66-e5ad-4a1c-9536-1d2117047f5f" providerId="ADAL" clId="{CDD3A680-70A0-4B3B-95E5-5D6AACE401AF}" dt="2021-09-06T14:38:26.470" v="7367" actId="122"/>
          <ac:spMkLst>
            <pc:docMk/>
            <pc:sldMk cId="2329310411" sldId="324"/>
            <ac:spMk id="2" creationId="{A71982B5-F73D-4282-9D65-9251632326A4}"/>
          </ac:spMkLst>
        </pc:spChg>
        <pc:spChg chg="mod">
          <ac:chgData name="Di Mattia Alessandro Edoardo Giorgio David" userId="f8954a66-e5ad-4a1c-9536-1d2117047f5f" providerId="ADAL" clId="{CDD3A680-70A0-4B3B-95E5-5D6AACE401AF}" dt="2021-09-09T13:19:48.419" v="9384" actId="20577"/>
          <ac:spMkLst>
            <pc:docMk/>
            <pc:sldMk cId="2329310411" sldId="324"/>
            <ac:spMk id="3" creationId="{14DDE2C9-C263-41D0-AFB1-63E92D2DBD73}"/>
          </ac:spMkLst>
        </pc:spChg>
      </pc:sldChg>
      <pc:sldChg chg="modSp new mod">
        <pc:chgData name="Di Mattia Alessandro Edoardo Giorgio David" userId="f8954a66-e5ad-4a1c-9536-1d2117047f5f" providerId="ADAL" clId="{CDD3A680-70A0-4B3B-95E5-5D6AACE401AF}" dt="2021-09-17T14:54:13.770" v="10906" actId="255"/>
        <pc:sldMkLst>
          <pc:docMk/>
          <pc:sldMk cId="3401550023" sldId="325"/>
        </pc:sldMkLst>
        <pc:spChg chg="mod">
          <ac:chgData name="Di Mattia Alessandro Edoardo Giorgio David" userId="f8954a66-e5ad-4a1c-9536-1d2117047f5f" providerId="ADAL" clId="{CDD3A680-70A0-4B3B-95E5-5D6AACE401AF}" dt="2021-09-06T14:49:41.051" v="7552" actId="790"/>
          <ac:spMkLst>
            <pc:docMk/>
            <pc:sldMk cId="3401550023" sldId="325"/>
            <ac:spMk id="2" creationId="{36E583BD-3138-4823-8401-610808E98D7D}"/>
          </ac:spMkLst>
        </pc:spChg>
        <pc:spChg chg="mod">
          <ac:chgData name="Di Mattia Alessandro Edoardo Giorgio David" userId="f8954a66-e5ad-4a1c-9536-1d2117047f5f" providerId="ADAL" clId="{CDD3A680-70A0-4B3B-95E5-5D6AACE401AF}" dt="2021-09-17T14:54:13.770" v="10906" actId="255"/>
          <ac:spMkLst>
            <pc:docMk/>
            <pc:sldMk cId="3401550023" sldId="325"/>
            <ac:spMk id="3" creationId="{05F9DC6B-BE2E-4F44-8683-124873E3D646}"/>
          </ac:spMkLst>
        </pc:spChg>
      </pc:sldChg>
      <pc:sldChg chg="modSp new mod">
        <pc:chgData name="Di Mattia Alessandro Edoardo Giorgio David" userId="f8954a66-e5ad-4a1c-9536-1d2117047f5f" providerId="ADAL" clId="{CDD3A680-70A0-4B3B-95E5-5D6AACE401AF}" dt="2021-09-09T14:00:00.916" v="9868" actId="20577"/>
        <pc:sldMkLst>
          <pc:docMk/>
          <pc:sldMk cId="2162421466" sldId="326"/>
        </pc:sldMkLst>
        <pc:spChg chg="mod">
          <ac:chgData name="Di Mattia Alessandro Edoardo Giorgio David" userId="f8954a66-e5ad-4a1c-9536-1d2117047f5f" providerId="ADAL" clId="{CDD3A680-70A0-4B3B-95E5-5D6AACE401AF}" dt="2021-09-09T13:10:36.856" v="9356" actId="20577"/>
          <ac:spMkLst>
            <pc:docMk/>
            <pc:sldMk cId="2162421466" sldId="326"/>
            <ac:spMk id="2" creationId="{E8395A78-72F7-4455-9BBD-5128F2E570E9}"/>
          </ac:spMkLst>
        </pc:spChg>
        <pc:spChg chg="mod">
          <ac:chgData name="Di Mattia Alessandro Edoardo Giorgio David" userId="f8954a66-e5ad-4a1c-9536-1d2117047f5f" providerId="ADAL" clId="{CDD3A680-70A0-4B3B-95E5-5D6AACE401AF}" dt="2021-09-09T14:00:00.916" v="9868" actId="20577"/>
          <ac:spMkLst>
            <pc:docMk/>
            <pc:sldMk cId="2162421466" sldId="326"/>
            <ac:spMk id="3" creationId="{35D9D16A-1A02-4991-A7C6-50588B6A7D1C}"/>
          </ac:spMkLst>
        </pc:spChg>
      </pc:sldChg>
      <pc:sldChg chg="addSp delSp modSp new mod modClrScheme chgLayout">
        <pc:chgData name="Di Mattia Alessandro Edoardo Giorgio David" userId="f8954a66-e5ad-4a1c-9536-1d2117047f5f" providerId="ADAL" clId="{CDD3A680-70A0-4B3B-95E5-5D6AACE401AF}" dt="2021-09-07T13:43:26.731" v="8707" actId="478"/>
        <pc:sldMkLst>
          <pc:docMk/>
          <pc:sldMk cId="3437827163" sldId="327"/>
        </pc:sldMkLst>
        <pc:spChg chg="del">
          <ac:chgData name="Di Mattia Alessandro Edoardo Giorgio David" userId="f8954a66-e5ad-4a1c-9536-1d2117047f5f" providerId="ADAL" clId="{CDD3A680-70A0-4B3B-95E5-5D6AACE401AF}" dt="2021-09-06T15:12:13.229" v="8241" actId="700"/>
          <ac:spMkLst>
            <pc:docMk/>
            <pc:sldMk cId="3437827163" sldId="327"/>
            <ac:spMk id="2" creationId="{56712DFF-3DC4-4956-B375-9A126B0E879B}"/>
          </ac:spMkLst>
        </pc:spChg>
        <pc:spChg chg="del">
          <ac:chgData name="Di Mattia Alessandro Edoardo Giorgio David" userId="f8954a66-e5ad-4a1c-9536-1d2117047f5f" providerId="ADAL" clId="{CDD3A680-70A0-4B3B-95E5-5D6AACE401AF}" dt="2021-09-06T15:11:57.917" v="8240"/>
          <ac:spMkLst>
            <pc:docMk/>
            <pc:sldMk cId="3437827163" sldId="327"/>
            <ac:spMk id="3" creationId="{F894F9CC-889C-4B2D-B9E8-35E4CCAC1859}"/>
          </ac:spMkLst>
        </pc:spChg>
        <pc:picChg chg="add del mod">
          <ac:chgData name="Di Mattia Alessandro Edoardo Giorgio David" userId="f8954a66-e5ad-4a1c-9536-1d2117047f5f" providerId="ADAL" clId="{CDD3A680-70A0-4B3B-95E5-5D6AACE401AF}" dt="2021-09-07T13:43:26.341" v="8706" actId="22"/>
          <ac:picMkLst>
            <pc:docMk/>
            <pc:sldMk cId="3437827163" sldId="327"/>
            <ac:picMk id="3" creationId="{4E73968E-604B-4F79-B7FC-21BBDA403295}"/>
          </ac:picMkLst>
        </pc:picChg>
        <pc:picChg chg="add del mod ord">
          <ac:chgData name="Di Mattia Alessandro Edoardo Giorgio David" userId="f8954a66-e5ad-4a1c-9536-1d2117047f5f" providerId="ADAL" clId="{CDD3A680-70A0-4B3B-95E5-5D6AACE401AF}" dt="2021-09-07T13:43:26.731" v="8707" actId="478"/>
          <ac:picMkLst>
            <pc:docMk/>
            <pc:sldMk cId="3437827163" sldId="327"/>
            <ac:picMk id="4" creationId="{5665A8FF-DEFB-47AF-9C2F-D3082902FB43}"/>
          </ac:picMkLst>
        </pc:picChg>
      </pc:sldChg>
      <pc:sldChg chg="addSp modSp new mod modClrScheme chgLayout">
        <pc:chgData name="Di Mattia Alessandro Edoardo Giorgio David" userId="f8954a66-e5ad-4a1c-9536-1d2117047f5f" providerId="ADAL" clId="{CDD3A680-70A0-4B3B-95E5-5D6AACE401AF}" dt="2021-09-09T11:26:18.071" v="9354" actId="20577"/>
        <pc:sldMkLst>
          <pc:docMk/>
          <pc:sldMk cId="1843198118" sldId="328"/>
        </pc:sldMkLst>
        <pc:spChg chg="add mod">
          <ac:chgData name="Di Mattia Alessandro Edoardo Giorgio David" userId="f8954a66-e5ad-4a1c-9536-1d2117047f5f" providerId="ADAL" clId="{CDD3A680-70A0-4B3B-95E5-5D6AACE401AF}" dt="2021-09-06T15:16:58.677" v="8449" actId="122"/>
          <ac:spMkLst>
            <pc:docMk/>
            <pc:sldMk cId="1843198118" sldId="328"/>
            <ac:spMk id="2" creationId="{9EB8F142-00CC-45C2-A83A-7EB184639E08}"/>
          </ac:spMkLst>
        </pc:spChg>
        <pc:spChg chg="add mod">
          <ac:chgData name="Di Mattia Alessandro Edoardo Giorgio David" userId="f8954a66-e5ad-4a1c-9536-1d2117047f5f" providerId="ADAL" clId="{CDD3A680-70A0-4B3B-95E5-5D6AACE401AF}" dt="2021-09-09T11:26:18.071" v="9354" actId="20577"/>
          <ac:spMkLst>
            <pc:docMk/>
            <pc:sldMk cId="1843198118" sldId="328"/>
            <ac:spMk id="3" creationId="{F8A79BF8-D417-45E1-BC43-F0729499BA03}"/>
          </ac:spMkLst>
        </pc:spChg>
      </pc:sldChg>
      <pc:sldChg chg="addSp delSp modSp new mod modClrScheme chgLayout">
        <pc:chgData name="Di Mattia Alessandro Edoardo Giorgio David" userId="f8954a66-e5ad-4a1c-9536-1d2117047f5f" providerId="ADAL" clId="{CDD3A680-70A0-4B3B-95E5-5D6AACE401AF}" dt="2021-09-06T15:34:33.392" v="8606" actId="12788"/>
        <pc:sldMkLst>
          <pc:docMk/>
          <pc:sldMk cId="2662181927" sldId="329"/>
        </pc:sldMkLst>
        <pc:spChg chg="del">
          <ac:chgData name="Di Mattia Alessandro Edoardo Giorgio David" userId="f8954a66-e5ad-4a1c-9536-1d2117047f5f" providerId="ADAL" clId="{CDD3A680-70A0-4B3B-95E5-5D6AACE401AF}" dt="2021-09-06T15:34:22.531" v="8604" actId="700"/>
          <ac:spMkLst>
            <pc:docMk/>
            <pc:sldMk cId="2662181927" sldId="329"/>
            <ac:spMk id="2" creationId="{B239F656-B54F-4FE7-AC13-647159EB8D2B}"/>
          </ac:spMkLst>
        </pc:spChg>
        <pc:spChg chg="del">
          <ac:chgData name="Di Mattia Alessandro Edoardo Giorgio David" userId="f8954a66-e5ad-4a1c-9536-1d2117047f5f" providerId="ADAL" clId="{CDD3A680-70A0-4B3B-95E5-5D6AACE401AF}" dt="2021-09-06T15:34:13.933" v="8602"/>
          <ac:spMkLst>
            <pc:docMk/>
            <pc:sldMk cId="2662181927" sldId="329"/>
            <ac:spMk id="3" creationId="{D0B8E4B7-BF4B-48CB-9301-FBDAA08102C0}"/>
          </ac:spMkLst>
        </pc:spChg>
        <pc:picChg chg="add mod ord">
          <ac:chgData name="Di Mattia Alessandro Edoardo Giorgio David" userId="f8954a66-e5ad-4a1c-9536-1d2117047f5f" providerId="ADAL" clId="{CDD3A680-70A0-4B3B-95E5-5D6AACE401AF}" dt="2021-09-06T15:34:33.392" v="8606" actId="12788"/>
          <ac:picMkLst>
            <pc:docMk/>
            <pc:sldMk cId="2662181927" sldId="329"/>
            <ac:picMk id="4" creationId="{DC71271F-0BDF-47BE-A77C-FB830EC88494}"/>
          </ac:picMkLst>
        </pc:picChg>
      </pc:sldChg>
      <pc:sldChg chg="addSp modSp new del mod modClrScheme chgLayout">
        <pc:chgData name="Di Mattia Alessandro Edoardo Giorgio David" userId="f8954a66-e5ad-4a1c-9536-1d2117047f5f" providerId="ADAL" clId="{CDD3A680-70A0-4B3B-95E5-5D6AACE401AF}" dt="2021-09-07T14:11:40.600" v="8964" actId="2696"/>
        <pc:sldMkLst>
          <pc:docMk/>
          <pc:sldMk cId="803073443" sldId="330"/>
        </pc:sldMkLst>
        <pc:spChg chg="add mod">
          <ac:chgData name="Di Mattia Alessandro Edoardo Giorgio David" userId="f8954a66-e5ad-4a1c-9536-1d2117047f5f" providerId="ADAL" clId="{CDD3A680-70A0-4B3B-95E5-5D6AACE401AF}" dt="2021-09-06T15:35:32.165" v="8610" actId="122"/>
          <ac:spMkLst>
            <pc:docMk/>
            <pc:sldMk cId="803073443" sldId="330"/>
            <ac:spMk id="2" creationId="{A9C593AF-C345-4AD6-B998-6207670E645F}"/>
          </ac:spMkLst>
        </pc:spChg>
        <pc:spChg chg="add mod">
          <ac:chgData name="Di Mattia Alessandro Edoardo Giorgio David" userId="f8954a66-e5ad-4a1c-9536-1d2117047f5f" providerId="ADAL" clId="{CDD3A680-70A0-4B3B-95E5-5D6AACE401AF}" dt="2021-09-06T15:36:06.609" v="8673" actId="20577"/>
          <ac:spMkLst>
            <pc:docMk/>
            <pc:sldMk cId="803073443" sldId="330"/>
            <ac:spMk id="3" creationId="{FC3C2742-579F-4685-A7F9-BD89DE3CC86C}"/>
          </ac:spMkLst>
        </pc:spChg>
      </pc:sldChg>
      <pc:sldChg chg="modSp new mod">
        <pc:chgData name="Di Mattia Alessandro Edoardo Giorgio David" userId="f8954a66-e5ad-4a1c-9536-1d2117047f5f" providerId="ADAL" clId="{CDD3A680-70A0-4B3B-95E5-5D6AACE401AF}" dt="2021-09-07T14:41:23.792" v="9343" actId="255"/>
        <pc:sldMkLst>
          <pc:docMk/>
          <pc:sldMk cId="3623829537" sldId="330"/>
        </pc:sldMkLst>
        <pc:spChg chg="mod">
          <ac:chgData name="Di Mattia Alessandro Edoardo Giorgio David" userId="f8954a66-e5ad-4a1c-9536-1d2117047f5f" providerId="ADAL" clId="{CDD3A680-70A0-4B3B-95E5-5D6AACE401AF}" dt="2021-09-07T14:16:40.219" v="9051" actId="20577"/>
          <ac:spMkLst>
            <pc:docMk/>
            <pc:sldMk cId="3623829537" sldId="330"/>
            <ac:spMk id="2" creationId="{9389EAEE-2AF4-47D0-9BFF-AC79EA8BBDDD}"/>
          </ac:spMkLst>
        </pc:spChg>
        <pc:spChg chg="mod">
          <ac:chgData name="Di Mattia Alessandro Edoardo Giorgio David" userId="f8954a66-e5ad-4a1c-9536-1d2117047f5f" providerId="ADAL" clId="{CDD3A680-70A0-4B3B-95E5-5D6AACE401AF}" dt="2021-09-07T14:41:23.792" v="9343" actId="255"/>
          <ac:spMkLst>
            <pc:docMk/>
            <pc:sldMk cId="3623829537" sldId="330"/>
            <ac:spMk id="3" creationId="{9294DB2D-7169-4460-AE6B-31DB9B4D33F4}"/>
          </ac:spMkLst>
        </pc:spChg>
      </pc:sldChg>
      <pc:sldChg chg="addSp modSp new mod modClrScheme chgLayout">
        <pc:chgData name="Di Mattia Alessandro Edoardo Giorgio David" userId="f8954a66-e5ad-4a1c-9536-1d2117047f5f" providerId="ADAL" clId="{CDD3A680-70A0-4B3B-95E5-5D6AACE401AF}" dt="2021-09-07T14:41:11.975" v="9342" actId="255"/>
        <pc:sldMkLst>
          <pc:docMk/>
          <pc:sldMk cId="2381370227" sldId="331"/>
        </pc:sldMkLst>
        <pc:spChg chg="add mod">
          <ac:chgData name="Di Mattia Alessandro Edoardo Giorgio David" userId="f8954a66-e5ad-4a1c-9536-1d2117047f5f" providerId="ADAL" clId="{CDD3A680-70A0-4B3B-95E5-5D6AACE401AF}" dt="2021-09-07T14:41:01.902" v="9341" actId="20577"/>
          <ac:spMkLst>
            <pc:docMk/>
            <pc:sldMk cId="2381370227" sldId="331"/>
            <ac:spMk id="2" creationId="{037F6D96-7B95-4692-986F-553E002350E2}"/>
          </ac:spMkLst>
        </pc:spChg>
        <pc:spChg chg="add mod">
          <ac:chgData name="Di Mattia Alessandro Edoardo Giorgio David" userId="f8954a66-e5ad-4a1c-9536-1d2117047f5f" providerId="ADAL" clId="{CDD3A680-70A0-4B3B-95E5-5D6AACE401AF}" dt="2021-09-07T14:41:11.975" v="9342" actId="255"/>
          <ac:spMkLst>
            <pc:docMk/>
            <pc:sldMk cId="2381370227" sldId="331"/>
            <ac:spMk id="3" creationId="{722F5B8C-2F54-4705-BC8E-2EE7B3036F68}"/>
          </ac:spMkLst>
        </pc:spChg>
      </pc:sldChg>
      <pc:sldChg chg="addSp delSp modSp new mod modClrScheme chgLayout">
        <pc:chgData name="Di Mattia Alessandro Edoardo Giorgio David" userId="f8954a66-e5ad-4a1c-9536-1d2117047f5f" providerId="ADAL" clId="{CDD3A680-70A0-4B3B-95E5-5D6AACE401AF}" dt="2021-09-07T14:43:01.391" v="9352" actId="14100"/>
        <pc:sldMkLst>
          <pc:docMk/>
          <pc:sldMk cId="2199071209" sldId="332"/>
        </pc:sldMkLst>
        <pc:spChg chg="del">
          <ac:chgData name="Di Mattia Alessandro Edoardo Giorgio David" userId="f8954a66-e5ad-4a1c-9536-1d2117047f5f" providerId="ADAL" clId="{CDD3A680-70A0-4B3B-95E5-5D6AACE401AF}" dt="2021-09-07T14:42:47.783" v="9349" actId="700"/>
          <ac:spMkLst>
            <pc:docMk/>
            <pc:sldMk cId="2199071209" sldId="332"/>
            <ac:spMk id="2" creationId="{46DC0298-C9AE-4DCB-9511-DE2B2B7A26CE}"/>
          </ac:spMkLst>
        </pc:spChg>
        <pc:spChg chg="del">
          <ac:chgData name="Di Mattia Alessandro Edoardo Giorgio David" userId="f8954a66-e5ad-4a1c-9536-1d2117047f5f" providerId="ADAL" clId="{CDD3A680-70A0-4B3B-95E5-5D6AACE401AF}" dt="2021-09-07T14:42:43.828" v="9348"/>
          <ac:spMkLst>
            <pc:docMk/>
            <pc:sldMk cId="2199071209" sldId="332"/>
            <ac:spMk id="3" creationId="{8047B2BA-7428-44C8-99BD-5F21E5C6E64A}"/>
          </ac:spMkLst>
        </pc:spChg>
        <pc:picChg chg="add mod ord">
          <ac:chgData name="Di Mattia Alessandro Edoardo Giorgio David" userId="f8954a66-e5ad-4a1c-9536-1d2117047f5f" providerId="ADAL" clId="{CDD3A680-70A0-4B3B-95E5-5D6AACE401AF}" dt="2021-09-07T14:43:01.391" v="9352" actId="14100"/>
          <ac:picMkLst>
            <pc:docMk/>
            <pc:sldMk cId="2199071209" sldId="332"/>
            <ac:picMk id="4" creationId="{1971F22F-CE3B-45AE-A036-6611D1B3C989}"/>
          </ac:picMkLst>
        </pc:picChg>
      </pc:sldChg>
      <pc:sldChg chg="modSp add mod">
        <pc:chgData name="Di Mattia Alessandro Edoardo Giorgio David" userId="f8954a66-e5ad-4a1c-9536-1d2117047f5f" providerId="ADAL" clId="{CDD3A680-70A0-4B3B-95E5-5D6AACE401AF}" dt="2021-09-17T14:54:25.121" v="10907" actId="255"/>
        <pc:sldMkLst>
          <pc:docMk/>
          <pc:sldMk cId="3998298552" sldId="333"/>
        </pc:sldMkLst>
        <pc:spChg chg="mod">
          <ac:chgData name="Di Mattia Alessandro Edoardo Giorgio David" userId="f8954a66-e5ad-4a1c-9536-1d2117047f5f" providerId="ADAL" clId="{CDD3A680-70A0-4B3B-95E5-5D6AACE401AF}" dt="2021-09-17T14:54:25.121" v="10907" actId="255"/>
          <ac:spMkLst>
            <pc:docMk/>
            <pc:sldMk cId="3998298552" sldId="333"/>
            <ac:spMk id="3" creationId="{05F9DC6B-BE2E-4F44-8683-124873E3D646}"/>
          </ac:spMkLst>
        </pc:spChg>
      </pc:sldChg>
      <pc:sldChg chg="modSp add mod">
        <pc:chgData name="Di Mattia Alessandro Edoardo Giorgio David" userId="f8954a66-e5ad-4a1c-9536-1d2117047f5f" providerId="ADAL" clId="{CDD3A680-70A0-4B3B-95E5-5D6AACE401AF}" dt="2021-09-17T14:54:37.913" v="10908" actId="255"/>
        <pc:sldMkLst>
          <pc:docMk/>
          <pc:sldMk cId="52285566" sldId="334"/>
        </pc:sldMkLst>
        <pc:spChg chg="mod">
          <ac:chgData name="Di Mattia Alessandro Edoardo Giorgio David" userId="f8954a66-e5ad-4a1c-9536-1d2117047f5f" providerId="ADAL" clId="{CDD3A680-70A0-4B3B-95E5-5D6AACE401AF}" dt="2021-09-17T14:54:37.913" v="10908" actId="255"/>
          <ac:spMkLst>
            <pc:docMk/>
            <pc:sldMk cId="52285566" sldId="334"/>
            <ac:spMk id="3" creationId="{05F9DC6B-BE2E-4F44-8683-124873E3D646}"/>
          </ac:spMkLst>
        </pc:spChg>
      </pc:sldChg>
      <pc:sldChg chg="addSp modSp new mod modClrScheme chgLayout">
        <pc:chgData name="Di Mattia Alessandro Edoardo Giorgio David" userId="f8954a66-e5ad-4a1c-9536-1d2117047f5f" providerId="ADAL" clId="{CDD3A680-70A0-4B3B-95E5-5D6AACE401AF}" dt="2021-09-09T14:41:23.463" v="10446" actId="1076"/>
        <pc:sldMkLst>
          <pc:docMk/>
          <pc:sldMk cId="3878715250" sldId="335"/>
        </pc:sldMkLst>
        <pc:spChg chg="add mod">
          <ac:chgData name="Di Mattia Alessandro Edoardo Giorgio David" userId="f8954a66-e5ad-4a1c-9536-1d2117047f5f" providerId="ADAL" clId="{CDD3A680-70A0-4B3B-95E5-5D6AACE401AF}" dt="2021-09-09T14:23:41.977" v="10182" actId="790"/>
          <ac:spMkLst>
            <pc:docMk/>
            <pc:sldMk cId="3878715250" sldId="335"/>
            <ac:spMk id="2" creationId="{1CDFCFDC-64C3-40D1-8401-417ABF5AEBB9}"/>
          </ac:spMkLst>
        </pc:spChg>
        <pc:spChg chg="add mod">
          <ac:chgData name="Di Mattia Alessandro Edoardo Giorgio David" userId="f8954a66-e5ad-4a1c-9536-1d2117047f5f" providerId="ADAL" clId="{CDD3A680-70A0-4B3B-95E5-5D6AACE401AF}" dt="2021-09-09T14:38:28.766" v="10441" actId="20577"/>
          <ac:spMkLst>
            <pc:docMk/>
            <pc:sldMk cId="3878715250" sldId="335"/>
            <ac:spMk id="3" creationId="{13E5D5CF-34D9-4DC9-A590-0C88FFF7C892}"/>
          </ac:spMkLst>
        </pc:spChg>
        <pc:picChg chg="add mod">
          <ac:chgData name="Di Mattia Alessandro Edoardo Giorgio David" userId="f8954a66-e5ad-4a1c-9536-1d2117047f5f" providerId="ADAL" clId="{CDD3A680-70A0-4B3B-95E5-5D6AACE401AF}" dt="2021-09-09T14:41:23.463" v="10446" actId="1076"/>
          <ac:picMkLst>
            <pc:docMk/>
            <pc:sldMk cId="3878715250" sldId="335"/>
            <ac:picMk id="5" creationId="{8BAF00BC-F74D-4499-84B3-3B50121DEC0A}"/>
          </ac:picMkLst>
        </pc:picChg>
      </pc:sldChg>
      <pc:sldChg chg="modSp new mod">
        <pc:chgData name="Di Mattia Alessandro Edoardo Giorgio David" userId="f8954a66-e5ad-4a1c-9536-1d2117047f5f" providerId="ADAL" clId="{CDD3A680-70A0-4B3B-95E5-5D6AACE401AF}" dt="2021-09-09T14:46:29.621" v="10521" actId="20577"/>
        <pc:sldMkLst>
          <pc:docMk/>
          <pc:sldMk cId="1196585320" sldId="336"/>
        </pc:sldMkLst>
        <pc:spChg chg="mod">
          <ac:chgData name="Di Mattia Alessandro Edoardo Giorgio David" userId="f8954a66-e5ad-4a1c-9536-1d2117047f5f" providerId="ADAL" clId="{CDD3A680-70A0-4B3B-95E5-5D6AACE401AF}" dt="2021-09-09T14:45:15.176" v="10497" actId="20577"/>
          <ac:spMkLst>
            <pc:docMk/>
            <pc:sldMk cId="1196585320" sldId="336"/>
            <ac:spMk id="2" creationId="{F270F0E8-2F57-4071-BD49-0361AE245713}"/>
          </ac:spMkLst>
        </pc:spChg>
        <pc:spChg chg="mod">
          <ac:chgData name="Di Mattia Alessandro Edoardo Giorgio David" userId="f8954a66-e5ad-4a1c-9536-1d2117047f5f" providerId="ADAL" clId="{CDD3A680-70A0-4B3B-95E5-5D6AACE401AF}" dt="2021-09-09T14:46:29.621" v="10521" actId="20577"/>
          <ac:spMkLst>
            <pc:docMk/>
            <pc:sldMk cId="1196585320" sldId="336"/>
            <ac:spMk id="3" creationId="{1FB50D10-88CC-4C44-8733-96208BE58BD2}"/>
          </ac:spMkLst>
        </pc:spChg>
      </pc:sldChg>
      <pc:sldChg chg="addSp delSp modSp new mod">
        <pc:chgData name="Di Mattia Alessandro Edoardo Giorgio David" userId="f8954a66-e5ad-4a1c-9536-1d2117047f5f" providerId="ADAL" clId="{CDD3A680-70A0-4B3B-95E5-5D6AACE401AF}" dt="2021-09-20T07:28:31.411" v="10980" actId="20577"/>
        <pc:sldMkLst>
          <pc:docMk/>
          <pc:sldMk cId="3412144097" sldId="337"/>
        </pc:sldMkLst>
        <pc:spChg chg="mod">
          <ac:chgData name="Di Mattia Alessandro Edoardo Giorgio David" userId="f8954a66-e5ad-4a1c-9536-1d2117047f5f" providerId="ADAL" clId="{CDD3A680-70A0-4B3B-95E5-5D6AACE401AF}" dt="2021-09-20T07:28:31.411" v="10980" actId="20577"/>
          <ac:spMkLst>
            <pc:docMk/>
            <pc:sldMk cId="3412144097" sldId="337"/>
            <ac:spMk id="2" creationId="{DEFD1029-23FD-4702-A606-84FBC7A03F88}"/>
          </ac:spMkLst>
        </pc:spChg>
        <pc:spChg chg="del">
          <ac:chgData name="Di Mattia Alessandro Edoardo Giorgio David" userId="f8954a66-e5ad-4a1c-9536-1d2117047f5f" providerId="ADAL" clId="{CDD3A680-70A0-4B3B-95E5-5D6AACE401AF}" dt="2021-09-09T14:48:28.969" v="10523"/>
          <ac:spMkLst>
            <pc:docMk/>
            <pc:sldMk cId="3412144097" sldId="337"/>
            <ac:spMk id="3" creationId="{10802D33-277B-4961-98A9-41688A75B89B}"/>
          </ac:spMkLst>
        </pc:spChg>
        <pc:picChg chg="add mod">
          <ac:chgData name="Di Mattia Alessandro Edoardo Giorgio David" userId="f8954a66-e5ad-4a1c-9536-1d2117047f5f" providerId="ADAL" clId="{CDD3A680-70A0-4B3B-95E5-5D6AACE401AF}" dt="2021-09-09T14:48:28.969" v="10523"/>
          <ac:picMkLst>
            <pc:docMk/>
            <pc:sldMk cId="3412144097" sldId="337"/>
            <ac:picMk id="4" creationId="{CD9FD5B1-721B-4710-84CA-0F53E9C09FDB}"/>
          </ac:picMkLst>
        </pc:picChg>
      </pc:sldChg>
      <pc:sldChg chg="addSp delSp modSp new mod">
        <pc:chgData name="Di Mattia Alessandro Edoardo Giorgio David" userId="f8954a66-e5ad-4a1c-9536-1d2117047f5f" providerId="ADAL" clId="{CDD3A680-70A0-4B3B-95E5-5D6AACE401AF}" dt="2021-09-09T14:52:25.600" v="10529"/>
        <pc:sldMkLst>
          <pc:docMk/>
          <pc:sldMk cId="734881783" sldId="338"/>
        </pc:sldMkLst>
        <pc:spChg chg="mod">
          <ac:chgData name="Di Mattia Alessandro Edoardo Giorgio David" userId="f8954a66-e5ad-4a1c-9536-1d2117047f5f" providerId="ADAL" clId="{CDD3A680-70A0-4B3B-95E5-5D6AACE401AF}" dt="2021-09-09T14:49:10.320" v="10528"/>
          <ac:spMkLst>
            <pc:docMk/>
            <pc:sldMk cId="734881783" sldId="338"/>
            <ac:spMk id="2" creationId="{856946AD-6FD8-4A0E-8F45-A9734B94C7B9}"/>
          </ac:spMkLst>
        </pc:spChg>
        <pc:spChg chg="del">
          <ac:chgData name="Di Mattia Alessandro Edoardo Giorgio David" userId="f8954a66-e5ad-4a1c-9536-1d2117047f5f" providerId="ADAL" clId="{CDD3A680-70A0-4B3B-95E5-5D6AACE401AF}" dt="2021-09-09T14:52:25.600" v="10529"/>
          <ac:spMkLst>
            <pc:docMk/>
            <pc:sldMk cId="734881783" sldId="338"/>
            <ac:spMk id="3" creationId="{65E162B5-7388-474F-B218-31A00E2D8A49}"/>
          </ac:spMkLst>
        </pc:spChg>
        <pc:picChg chg="add mod">
          <ac:chgData name="Di Mattia Alessandro Edoardo Giorgio David" userId="f8954a66-e5ad-4a1c-9536-1d2117047f5f" providerId="ADAL" clId="{CDD3A680-70A0-4B3B-95E5-5D6AACE401AF}" dt="2021-09-09T14:52:25.600" v="10529"/>
          <ac:picMkLst>
            <pc:docMk/>
            <pc:sldMk cId="734881783" sldId="338"/>
            <ac:picMk id="4" creationId="{D47F4B04-5A19-4728-B33D-FF557D603D75}"/>
          </ac:picMkLst>
        </pc:picChg>
      </pc:sldChg>
      <pc:sldChg chg="modSp new mod">
        <pc:chgData name="Di Mattia Alessandro Edoardo Giorgio David" userId="f8954a66-e5ad-4a1c-9536-1d2117047f5f" providerId="ADAL" clId="{CDD3A680-70A0-4B3B-95E5-5D6AACE401AF}" dt="2021-09-20T07:53:19.585" v="11546" actId="20577"/>
        <pc:sldMkLst>
          <pc:docMk/>
          <pc:sldMk cId="1841387797" sldId="339"/>
        </pc:sldMkLst>
        <pc:spChg chg="mod">
          <ac:chgData name="Di Mattia Alessandro Edoardo Giorgio David" userId="f8954a66-e5ad-4a1c-9536-1d2117047f5f" providerId="ADAL" clId="{CDD3A680-70A0-4B3B-95E5-5D6AACE401AF}" dt="2021-09-20T07:29:53.997" v="10993" actId="790"/>
          <ac:spMkLst>
            <pc:docMk/>
            <pc:sldMk cId="1841387797" sldId="339"/>
            <ac:spMk id="2" creationId="{2BDB0724-8854-4922-9DC8-2DB3E8207E9F}"/>
          </ac:spMkLst>
        </pc:spChg>
        <pc:spChg chg="mod">
          <ac:chgData name="Di Mattia Alessandro Edoardo Giorgio David" userId="f8954a66-e5ad-4a1c-9536-1d2117047f5f" providerId="ADAL" clId="{CDD3A680-70A0-4B3B-95E5-5D6AACE401AF}" dt="2021-09-20T07:53:19.585" v="11546" actId="20577"/>
          <ac:spMkLst>
            <pc:docMk/>
            <pc:sldMk cId="1841387797" sldId="339"/>
            <ac:spMk id="3" creationId="{0BD58A40-8316-4E53-88D8-77D5B8D2DD6C}"/>
          </ac:spMkLst>
        </pc:spChg>
      </pc:sldChg>
      <pc:sldMasterChg chg="addSp modSp mod modSldLayout">
        <pc:chgData name="Di Mattia Alessandro Edoardo Giorgio David" userId="f8954a66-e5ad-4a1c-9536-1d2117047f5f" providerId="ADAL" clId="{CDD3A680-70A0-4B3B-95E5-5D6AACE401AF}" dt="2021-09-09T13:58:53.238" v="9863" actId="1076"/>
        <pc:sldMasterMkLst>
          <pc:docMk/>
          <pc:sldMasterMk cId="626235760" sldId="2147483684"/>
        </pc:sldMasterMkLst>
        <pc:spChg chg="add mod">
          <ac:chgData name="Di Mattia Alessandro Edoardo Giorgio David" userId="f8954a66-e5ad-4a1c-9536-1d2117047f5f" providerId="ADAL" clId="{CDD3A680-70A0-4B3B-95E5-5D6AACE401AF}" dt="2021-09-09T13:58:53.238" v="9863" actId="1076"/>
          <ac:spMkLst>
            <pc:docMk/>
            <pc:sldMasterMk cId="626235760" sldId="2147483684"/>
            <ac:spMk id="2" creationId="{694CB108-4A1C-4218-9FA9-7C3065D8017E}"/>
          </ac:spMkLst>
        </pc:spChg>
        <pc:sldLayoutChg chg="addSp delSp modSp mod">
          <pc:chgData name="Di Mattia Alessandro Edoardo Giorgio David" userId="f8954a66-e5ad-4a1c-9536-1d2117047f5f" providerId="ADAL" clId="{CDD3A680-70A0-4B3B-95E5-5D6AACE401AF}" dt="2021-09-09T13:58:25.144" v="9859" actId="478"/>
          <pc:sldLayoutMkLst>
            <pc:docMk/>
            <pc:sldMasterMk cId="626235760" sldId="2147483684"/>
            <pc:sldLayoutMk cId="2014852939" sldId="2147483685"/>
          </pc:sldLayoutMkLst>
          <pc:spChg chg="add del mod">
            <ac:chgData name="Di Mattia Alessandro Edoardo Giorgio David" userId="f8954a66-e5ad-4a1c-9536-1d2117047f5f" providerId="ADAL" clId="{CDD3A680-70A0-4B3B-95E5-5D6AACE401AF}" dt="2021-09-09T13:58:25.144" v="9859" actId="478"/>
            <ac:spMkLst>
              <pc:docMk/>
              <pc:sldMasterMk cId="626235760" sldId="2147483684"/>
              <pc:sldLayoutMk cId="2014852939" sldId="2147483685"/>
              <ac:spMk id="4" creationId="{BCABABDB-DC79-4CAC-B055-22783CB88034}"/>
            </ac:spMkLst>
          </pc:spChg>
        </pc:sldLayoutChg>
      </pc:sldMasterChg>
    </pc:docChg>
  </pc:docChgLst>
  <pc:docChgLst>
    <pc:chgData name="Di Mattia Alessandro Edoardo Giorgio David" userId="f8954a66-e5ad-4a1c-9536-1d2117047f5f" providerId="ADAL" clId="{AC787D5D-10B8-4750-885F-805D7C9E9737}"/>
    <pc:docChg chg="undo custSel addSld modSld">
      <pc:chgData name="Di Mattia Alessandro Edoardo Giorgio David" userId="f8954a66-e5ad-4a1c-9536-1d2117047f5f" providerId="ADAL" clId="{AC787D5D-10B8-4750-885F-805D7C9E9737}" dt="2021-08-20T15:21:02.985" v="455" actId="20577"/>
      <pc:docMkLst>
        <pc:docMk/>
      </pc:docMkLst>
      <pc:sldChg chg="modSp new mod">
        <pc:chgData name="Di Mattia Alessandro Edoardo Giorgio David" userId="f8954a66-e5ad-4a1c-9536-1d2117047f5f" providerId="ADAL" clId="{AC787D5D-10B8-4750-885F-805D7C9E9737}" dt="2021-08-20T14:45:37.819" v="298" actId="20577"/>
        <pc:sldMkLst>
          <pc:docMk/>
          <pc:sldMk cId="3870998453" sldId="298"/>
        </pc:sldMkLst>
        <pc:spChg chg="mod">
          <ac:chgData name="Di Mattia Alessandro Edoardo Giorgio David" userId="f8954a66-e5ad-4a1c-9536-1d2117047f5f" providerId="ADAL" clId="{AC787D5D-10B8-4750-885F-805D7C9E9737}" dt="2021-08-20T14:38:55.348" v="14" actId="122"/>
          <ac:spMkLst>
            <pc:docMk/>
            <pc:sldMk cId="3870998453" sldId="298"/>
            <ac:spMk id="2" creationId="{CC70B360-B3ED-43E5-A748-F5B5C403C878}"/>
          </ac:spMkLst>
        </pc:spChg>
        <pc:spChg chg="mod">
          <ac:chgData name="Di Mattia Alessandro Edoardo Giorgio David" userId="f8954a66-e5ad-4a1c-9536-1d2117047f5f" providerId="ADAL" clId="{AC787D5D-10B8-4750-885F-805D7C9E9737}" dt="2021-08-20T14:45:37.819" v="298" actId="20577"/>
          <ac:spMkLst>
            <pc:docMk/>
            <pc:sldMk cId="3870998453" sldId="298"/>
            <ac:spMk id="3" creationId="{7AB3AA8F-0BE3-46AB-A9D7-309F7F97E4C0}"/>
          </ac:spMkLst>
        </pc:spChg>
      </pc:sldChg>
      <pc:sldChg chg="addSp delSp modSp new mod modClrScheme chgLayout">
        <pc:chgData name="Di Mattia Alessandro Edoardo Giorgio David" userId="f8954a66-e5ad-4a1c-9536-1d2117047f5f" providerId="ADAL" clId="{AC787D5D-10B8-4750-885F-805D7C9E9737}" dt="2021-08-20T14:46:06.034" v="304"/>
        <pc:sldMkLst>
          <pc:docMk/>
          <pc:sldMk cId="316752284" sldId="299"/>
        </pc:sldMkLst>
        <pc:spChg chg="del">
          <ac:chgData name="Di Mattia Alessandro Edoardo Giorgio David" userId="f8954a66-e5ad-4a1c-9536-1d2117047f5f" providerId="ADAL" clId="{AC787D5D-10B8-4750-885F-805D7C9E9737}" dt="2021-08-20T14:46:03.679" v="303" actId="700"/>
          <ac:spMkLst>
            <pc:docMk/>
            <pc:sldMk cId="316752284" sldId="299"/>
            <ac:spMk id="2" creationId="{D510B283-081F-43CE-96F6-08C288F3DFFB}"/>
          </ac:spMkLst>
        </pc:spChg>
        <pc:spChg chg="del mod">
          <ac:chgData name="Di Mattia Alessandro Edoardo Giorgio David" userId="f8954a66-e5ad-4a1c-9536-1d2117047f5f" providerId="ADAL" clId="{AC787D5D-10B8-4750-885F-805D7C9E9737}" dt="2021-08-20T14:46:03.679" v="303" actId="700"/>
          <ac:spMkLst>
            <pc:docMk/>
            <pc:sldMk cId="316752284" sldId="299"/>
            <ac:spMk id="3" creationId="{61373EFE-DB58-42AD-8DA9-E7D7FBC43DC0}"/>
          </ac:spMkLst>
        </pc:spChg>
        <pc:picChg chg="add">
          <ac:chgData name="Di Mattia Alessandro Edoardo Giorgio David" userId="f8954a66-e5ad-4a1c-9536-1d2117047f5f" providerId="ADAL" clId="{AC787D5D-10B8-4750-885F-805D7C9E9737}" dt="2021-08-20T14:46:06.034" v="304"/>
          <ac:picMkLst>
            <pc:docMk/>
            <pc:sldMk cId="316752284" sldId="299"/>
            <ac:picMk id="4" creationId="{34E6A750-E0B8-41C0-A1C7-288A84AD5D95}"/>
          </ac:picMkLst>
        </pc:picChg>
      </pc:sldChg>
      <pc:sldChg chg="addSp modSp new mod">
        <pc:chgData name="Di Mattia Alessandro Edoardo Giorgio David" userId="f8954a66-e5ad-4a1c-9536-1d2117047f5f" providerId="ADAL" clId="{AC787D5D-10B8-4750-885F-805D7C9E9737}" dt="2021-08-20T14:51:41.672" v="307" actId="1076"/>
        <pc:sldMkLst>
          <pc:docMk/>
          <pc:sldMk cId="3144966826" sldId="300"/>
        </pc:sldMkLst>
        <pc:picChg chg="add mod">
          <ac:chgData name="Di Mattia Alessandro Edoardo Giorgio David" userId="f8954a66-e5ad-4a1c-9536-1d2117047f5f" providerId="ADAL" clId="{AC787D5D-10B8-4750-885F-805D7C9E9737}" dt="2021-08-20T14:51:41.672" v="307" actId="1076"/>
          <ac:picMkLst>
            <pc:docMk/>
            <pc:sldMk cId="3144966826" sldId="300"/>
            <ac:picMk id="2" creationId="{E613DE37-F2C5-40EB-9E94-3226883C95DB}"/>
          </ac:picMkLst>
        </pc:picChg>
      </pc:sldChg>
      <pc:sldChg chg="addSp modSp new mod modClrScheme chgLayout">
        <pc:chgData name="Di Mattia Alessandro Edoardo Giorgio David" userId="f8954a66-e5ad-4a1c-9536-1d2117047f5f" providerId="ADAL" clId="{AC787D5D-10B8-4750-885F-805D7C9E9737}" dt="2021-08-20T15:09:51.424" v="406" actId="20577"/>
        <pc:sldMkLst>
          <pc:docMk/>
          <pc:sldMk cId="941163814" sldId="301"/>
        </pc:sldMkLst>
        <pc:spChg chg="add mod">
          <ac:chgData name="Di Mattia Alessandro Edoardo Giorgio David" userId="f8954a66-e5ad-4a1c-9536-1d2117047f5f" providerId="ADAL" clId="{AC787D5D-10B8-4750-885F-805D7C9E9737}" dt="2021-08-20T14:59:05.983" v="313" actId="122"/>
          <ac:spMkLst>
            <pc:docMk/>
            <pc:sldMk cId="941163814" sldId="301"/>
            <ac:spMk id="2" creationId="{03192228-75B4-4CBA-B91B-AFD69837867A}"/>
          </ac:spMkLst>
        </pc:spChg>
        <pc:spChg chg="add mod">
          <ac:chgData name="Di Mattia Alessandro Edoardo Giorgio David" userId="f8954a66-e5ad-4a1c-9536-1d2117047f5f" providerId="ADAL" clId="{AC787D5D-10B8-4750-885F-805D7C9E9737}" dt="2021-08-20T15:09:51.424" v="406" actId="20577"/>
          <ac:spMkLst>
            <pc:docMk/>
            <pc:sldMk cId="941163814" sldId="301"/>
            <ac:spMk id="3" creationId="{A954FACC-FED0-4D82-87FB-6B26DCE06EC6}"/>
          </ac:spMkLst>
        </pc:spChg>
      </pc:sldChg>
      <pc:sldChg chg="addSp delSp modSp new mod">
        <pc:chgData name="Di Mattia Alessandro Edoardo Giorgio David" userId="f8954a66-e5ad-4a1c-9536-1d2117047f5f" providerId="ADAL" clId="{AC787D5D-10B8-4750-885F-805D7C9E9737}" dt="2021-08-20T15:00:15.602" v="322" actId="14100"/>
        <pc:sldMkLst>
          <pc:docMk/>
          <pc:sldMk cId="1062955294" sldId="302"/>
        </pc:sldMkLst>
        <pc:spChg chg="mod">
          <ac:chgData name="Di Mattia Alessandro Edoardo Giorgio David" userId="f8954a66-e5ad-4a1c-9536-1d2117047f5f" providerId="ADAL" clId="{AC787D5D-10B8-4750-885F-805D7C9E9737}" dt="2021-08-20T15:00:08.576" v="321" actId="122"/>
          <ac:spMkLst>
            <pc:docMk/>
            <pc:sldMk cId="1062955294" sldId="302"/>
            <ac:spMk id="2" creationId="{25EF509A-071D-411C-A0B0-D4208223146E}"/>
          </ac:spMkLst>
        </pc:spChg>
        <pc:spChg chg="del">
          <ac:chgData name="Di Mattia Alessandro Edoardo Giorgio David" userId="f8954a66-e5ad-4a1c-9536-1d2117047f5f" providerId="ADAL" clId="{AC787D5D-10B8-4750-885F-805D7C9E9737}" dt="2021-08-20T14:59:42.063" v="318"/>
          <ac:spMkLst>
            <pc:docMk/>
            <pc:sldMk cId="1062955294" sldId="302"/>
            <ac:spMk id="3" creationId="{BE19CB99-A33A-4A01-9905-9D0C3914D9D2}"/>
          </ac:spMkLst>
        </pc:spChg>
        <pc:picChg chg="add mod">
          <ac:chgData name="Di Mattia Alessandro Edoardo Giorgio David" userId="f8954a66-e5ad-4a1c-9536-1d2117047f5f" providerId="ADAL" clId="{AC787D5D-10B8-4750-885F-805D7C9E9737}" dt="2021-08-20T15:00:15.602" v="322" actId="14100"/>
          <ac:picMkLst>
            <pc:docMk/>
            <pc:sldMk cId="1062955294" sldId="302"/>
            <ac:picMk id="4" creationId="{5ED3C2D6-63C5-460B-A836-842FEB2B0177}"/>
          </ac:picMkLst>
        </pc:picChg>
      </pc:sldChg>
      <pc:sldChg chg="modSp new mod">
        <pc:chgData name="Di Mattia Alessandro Edoardo Giorgio David" userId="f8954a66-e5ad-4a1c-9536-1d2117047f5f" providerId="ADAL" clId="{AC787D5D-10B8-4750-885F-805D7C9E9737}" dt="2021-08-20T15:09:36.335" v="398" actId="14"/>
        <pc:sldMkLst>
          <pc:docMk/>
          <pc:sldMk cId="2044962240" sldId="303"/>
        </pc:sldMkLst>
        <pc:spChg chg="mod">
          <ac:chgData name="Di Mattia Alessandro Edoardo Giorgio David" userId="f8954a66-e5ad-4a1c-9536-1d2117047f5f" providerId="ADAL" clId="{AC787D5D-10B8-4750-885F-805D7C9E9737}" dt="2021-08-20T15:00:32.711" v="325" actId="122"/>
          <ac:spMkLst>
            <pc:docMk/>
            <pc:sldMk cId="2044962240" sldId="303"/>
            <ac:spMk id="2" creationId="{29243411-1081-421F-B743-6D9D5E11545B}"/>
          </ac:spMkLst>
        </pc:spChg>
        <pc:spChg chg="mod">
          <ac:chgData name="Di Mattia Alessandro Edoardo Giorgio David" userId="f8954a66-e5ad-4a1c-9536-1d2117047f5f" providerId="ADAL" clId="{AC787D5D-10B8-4750-885F-805D7C9E9737}" dt="2021-08-20T15:09:36.335" v="398" actId="14"/>
          <ac:spMkLst>
            <pc:docMk/>
            <pc:sldMk cId="2044962240" sldId="303"/>
            <ac:spMk id="3" creationId="{2A3AA81C-414F-4D7B-9C0E-C805FF24F569}"/>
          </ac:spMkLst>
        </pc:spChg>
      </pc:sldChg>
      <pc:sldChg chg="addSp delSp modSp new mod">
        <pc:chgData name="Di Mattia Alessandro Edoardo Giorgio David" userId="f8954a66-e5ad-4a1c-9536-1d2117047f5f" providerId="ADAL" clId="{AC787D5D-10B8-4750-885F-805D7C9E9737}" dt="2021-08-20T15:12:13.433" v="412"/>
        <pc:sldMkLst>
          <pc:docMk/>
          <pc:sldMk cId="3567292898" sldId="304"/>
        </pc:sldMkLst>
        <pc:spChg chg="mod">
          <ac:chgData name="Di Mattia Alessandro Edoardo Giorgio David" userId="f8954a66-e5ad-4a1c-9536-1d2117047f5f" providerId="ADAL" clId="{AC787D5D-10B8-4750-885F-805D7C9E9737}" dt="2021-08-20T15:10:13.213" v="409" actId="122"/>
          <ac:spMkLst>
            <pc:docMk/>
            <pc:sldMk cId="3567292898" sldId="304"/>
            <ac:spMk id="2" creationId="{B9A891B8-FCF3-4D10-8095-90B579A3DB40}"/>
          </ac:spMkLst>
        </pc:spChg>
        <pc:spChg chg="add del">
          <ac:chgData name="Di Mattia Alessandro Edoardo Giorgio David" userId="f8954a66-e5ad-4a1c-9536-1d2117047f5f" providerId="ADAL" clId="{AC787D5D-10B8-4750-885F-805D7C9E9737}" dt="2021-08-20T15:12:13.433" v="412"/>
          <ac:spMkLst>
            <pc:docMk/>
            <pc:sldMk cId="3567292898" sldId="304"/>
            <ac:spMk id="3" creationId="{DB645B7F-AD3D-4CAA-AD5D-BE21722A27B2}"/>
          </ac:spMkLst>
        </pc:spChg>
        <pc:picChg chg="add del mod">
          <ac:chgData name="Di Mattia Alessandro Edoardo Giorgio David" userId="f8954a66-e5ad-4a1c-9536-1d2117047f5f" providerId="ADAL" clId="{AC787D5D-10B8-4750-885F-805D7C9E9737}" dt="2021-08-20T15:11:48.619" v="411"/>
          <ac:picMkLst>
            <pc:docMk/>
            <pc:sldMk cId="3567292898" sldId="304"/>
            <ac:picMk id="4" creationId="{A0D49A57-9517-4AB9-A940-65FDCC83E125}"/>
          </ac:picMkLst>
        </pc:picChg>
        <pc:picChg chg="add mod">
          <ac:chgData name="Di Mattia Alessandro Edoardo Giorgio David" userId="f8954a66-e5ad-4a1c-9536-1d2117047f5f" providerId="ADAL" clId="{AC787D5D-10B8-4750-885F-805D7C9E9737}" dt="2021-08-20T15:12:13.433" v="412"/>
          <ac:picMkLst>
            <pc:docMk/>
            <pc:sldMk cId="3567292898" sldId="304"/>
            <ac:picMk id="5" creationId="{4596526A-0688-4381-B13F-22A6737478DA}"/>
          </ac:picMkLst>
        </pc:picChg>
      </pc:sldChg>
      <pc:sldChg chg="modSp new mod">
        <pc:chgData name="Di Mattia Alessandro Edoardo Giorgio David" userId="f8954a66-e5ad-4a1c-9536-1d2117047f5f" providerId="ADAL" clId="{AC787D5D-10B8-4750-885F-805D7C9E9737}" dt="2021-08-20T15:21:02.985" v="455" actId="20577"/>
        <pc:sldMkLst>
          <pc:docMk/>
          <pc:sldMk cId="2754829911" sldId="305"/>
        </pc:sldMkLst>
        <pc:spChg chg="mod">
          <ac:chgData name="Di Mattia Alessandro Edoardo Giorgio David" userId="f8954a66-e5ad-4a1c-9536-1d2117047f5f" providerId="ADAL" clId="{AC787D5D-10B8-4750-885F-805D7C9E9737}" dt="2021-08-20T15:16:02.926" v="427" actId="122"/>
          <ac:spMkLst>
            <pc:docMk/>
            <pc:sldMk cId="2754829911" sldId="305"/>
            <ac:spMk id="2" creationId="{11C634F8-0591-458A-96D5-622BD02845C3}"/>
          </ac:spMkLst>
        </pc:spChg>
        <pc:spChg chg="mod">
          <ac:chgData name="Di Mattia Alessandro Edoardo Giorgio David" userId="f8954a66-e5ad-4a1c-9536-1d2117047f5f" providerId="ADAL" clId="{AC787D5D-10B8-4750-885F-805D7C9E9737}" dt="2021-08-20T15:21:02.985" v="455" actId="20577"/>
          <ac:spMkLst>
            <pc:docMk/>
            <pc:sldMk cId="2754829911" sldId="305"/>
            <ac:spMk id="3" creationId="{D47B4779-A817-46F6-AAA3-146DBB18D8B5}"/>
          </ac:spMkLst>
        </pc:spChg>
      </pc:sldChg>
    </pc:docChg>
  </pc:docChgLst>
  <pc:docChgLst>
    <pc:chgData name="Alessandro Edoardo Giorgio David" userId="f8954a66-e5ad-4a1c-9536-1d2117047f5f" providerId="ADAL" clId="{5FDFF4E9-53C5-47C3-A5F0-F9BF9C8F5EB8}"/>
    <pc:docChg chg="undo redo custSel addSld delSld modSld sldOrd">
      <pc:chgData name="Alessandro Edoardo Giorgio David" userId="f8954a66-e5ad-4a1c-9536-1d2117047f5f" providerId="ADAL" clId="{5FDFF4E9-53C5-47C3-A5F0-F9BF9C8F5EB8}" dt="2021-10-27T05:34:18.057" v="13700" actId="20577"/>
      <pc:docMkLst>
        <pc:docMk/>
      </pc:docMkLst>
      <pc:sldChg chg="modSp mod">
        <pc:chgData name="Alessandro Edoardo Giorgio David" userId="f8954a66-e5ad-4a1c-9536-1d2117047f5f" providerId="ADAL" clId="{5FDFF4E9-53C5-47C3-A5F0-F9BF9C8F5EB8}" dt="2021-10-14T08:31:21.016" v="4218" actId="20577"/>
        <pc:sldMkLst>
          <pc:docMk/>
          <pc:sldMk cId="3153607966" sldId="280"/>
        </pc:sldMkLst>
        <pc:spChg chg="mod">
          <ac:chgData name="Alessandro Edoardo Giorgio David" userId="f8954a66-e5ad-4a1c-9536-1d2117047f5f" providerId="ADAL" clId="{5FDFF4E9-53C5-47C3-A5F0-F9BF9C8F5EB8}" dt="2021-10-14T08:31:21.016" v="4218" actId="20577"/>
          <ac:spMkLst>
            <pc:docMk/>
            <pc:sldMk cId="3153607966" sldId="280"/>
            <ac:spMk id="2" creationId="{683FD103-5EF1-48AB-8EC6-4C1921FB118B}"/>
          </ac:spMkLst>
        </pc:spChg>
      </pc:sldChg>
      <pc:sldChg chg="del ord">
        <pc:chgData name="Alessandro Edoardo Giorgio David" userId="f8954a66-e5ad-4a1c-9536-1d2117047f5f" providerId="ADAL" clId="{5FDFF4E9-53C5-47C3-A5F0-F9BF9C8F5EB8}" dt="2021-10-03T05:10:03.446" v="2" actId="2696"/>
        <pc:sldMkLst>
          <pc:docMk/>
          <pc:sldMk cId="291511216" sldId="281"/>
        </pc:sldMkLst>
      </pc:sldChg>
      <pc:sldChg chg="modSp new mod">
        <pc:chgData name="Alessandro Edoardo Giorgio David" userId="f8954a66-e5ad-4a1c-9536-1d2117047f5f" providerId="ADAL" clId="{5FDFF4E9-53C5-47C3-A5F0-F9BF9C8F5EB8}" dt="2021-10-03T05:27:25.413" v="427" actId="20577"/>
        <pc:sldMkLst>
          <pc:docMk/>
          <pc:sldMk cId="3234740405" sldId="281"/>
        </pc:sldMkLst>
        <pc:spChg chg="mod">
          <ac:chgData name="Alessandro Edoardo Giorgio David" userId="f8954a66-e5ad-4a1c-9536-1d2117047f5f" providerId="ADAL" clId="{5FDFF4E9-53C5-47C3-A5F0-F9BF9C8F5EB8}" dt="2021-10-03T05:11:43.393" v="80" actId="122"/>
          <ac:spMkLst>
            <pc:docMk/>
            <pc:sldMk cId="3234740405" sldId="281"/>
            <ac:spMk id="2" creationId="{139D6354-5F16-4AE8-BCB6-3474B1E142FF}"/>
          </ac:spMkLst>
        </pc:spChg>
        <pc:spChg chg="mod">
          <ac:chgData name="Alessandro Edoardo Giorgio David" userId="f8954a66-e5ad-4a1c-9536-1d2117047f5f" providerId="ADAL" clId="{5FDFF4E9-53C5-47C3-A5F0-F9BF9C8F5EB8}" dt="2021-10-03T05:27:25.413" v="427" actId="20577"/>
          <ac:spMkLst>
            <pc:docMk/>
            <pc:sldMk cId="3234740405" sldId="281"/>
            <ac:spMk id="3" creationId="{94604D02-EE47-4B89-8310-258B4ADFA787}"/>
          </ac:spMkLst>
        </pc:spChg>
      </pc:sldChg>
      <pc:sldChg chg="addSp delSp modSp new mod modClrScheme chgLayout">
        <pc:chgData name="Alessandro Edoardo Giorgio David" userId="f8954a66-e5ad-4a1c-9536-1d2117047f5f" providerId="ADAL" clId="{5FDFF4E9-53C5-47C3-A5F0-F9BF9C8F5EB8}" dt="2021-10-03T06:15:56.227" v="997"/>
        <pc:sldMkLst>
          <pc:docMk/>
          <pc:sldMk cId="502066698" sldId="282"/>
        </pc:sldMkLst>
        <pc:spChg chg="del">
          <ac:chgData name="Alessandro Edoardo Giorgio David" userId="f8954a66-e5ad-4a1c-9536-1d2117047f5f" providerId="ADAL" clId="{5FDFF4E9-53C5-47C3-A5F0-F9BF9C8F5EB8}" dt="2021-10-03T05:32:26.259" v="429" actId="700"/>
          <ac:spMkLst>
            <pc:docMk/>
            <pc:sldMk cId="502066698" sldId="282"/>
            <ac:spMk id="2" creationId="{CE9DC261-BF40-4992-A3E6-64B1C486ED6C}"/>
          </ac:spMkLst>
        </pc:spChg>
        <pc:spChg chg="del">
          <ac:chgData name="Alessandro Edoardo Giorgio David" userId="f8954a66-e5ad-4a1c-9536-1d2117047f5f" providerId="ADAL" clId="{5FDFF4E9-53C5-47C3-A5F0-F9BF9C8F5EB8}" dt="2021-10-03T05:32:26.259" v="429" actId="700"/>
          <ac:spMkLst>
            <pc:docMk/>
            <pc:sldMk cId="502066698" sldId="282"/>
            <ac:spMk id="3" creationId="{E237BA34-0ACF-4FF8-931B-2912115EE9B3}"/>
          </ac:spMkLst>
        </pc:spChg>
        <pc:spChg chg="add mod">
          <ac:chgData name="Alessandro Edoardo Giorgio David" userId="f8954a66-e5ad-4a1c-9536-1d2117047f5f" providerId="ADAL" clId="{5FDFF4E9-53C5-47C3-A5F0-F9BF9C8F5EB8}" dt="2021-10-03T05:38:21.405" v="483" actId="1076"/>
          <ac:spMkLst>
            <pc:docMk/>
            <pc:sldMk cId="502066698" sldId="282"/>
            <ac:spMk id="12" creationId="{5BEF0805-008E-4FD1-9208-6A7E51C5FB68}"/>
          </ac:spMkLst>
        </pc:spChg>
        <pc:spChg chg="add mod">
          <ac:chgData name="Alessandro Edoardo Giorgio David" userId="f8954a66-e5ad-4a1c-9536-1d2117047f5f" providerId="ADAL" clId="{5FDFF4E9-53C5-47C3-A5F0-F9BF9C8F5EB8}" dt="2021-10-03T05:44:27.667" v="533" actId="1076"/>
          <ac:spMkLst>
            <pc:docMk/>
            <pc:sldMk cId="502066698" sldId="282"/>
            <ac:spMk id="13" creationId="{84379331-7D4A-496D-8AA5-1ECBB9666C58}"/>
          </ac:spMkLst>
        </pc:spChg>
        <pc:spChg chg="add mod">
          <ac:chgData name="Alessandro Edoardo Giorgio David" userId="f8954a66-e5ad-4a1c-9536-1d2117047f5f" providerId="ADAL" clId="{5FDFF4E9-53C5-47C3-A5F0-F9BF9C8F5EB8}" dt="2021-10-03T05:44:24.246" v="532" actId="1076"/>
          <ac:spMkLst>
            <pc:docMk/>
            <pc:sldMk cId="502066698" sldId="282"/>
            <ac:spMk id="14" creationId="{E737200B-BC63-4D83-ADDD-D8568A6C0868}"/>
          </ac:spMkLst>
        </pc:spChg>
        <pc:spChg chg="add mod">
          <ac:chgData name="Alessandro Edoardo Giorgio David" userId="f8954a66-e5ad-4a1c-9536-1d2117047f5f" providerId="ADAL" clId="{5FDFF4E9-53C5-47C3-A5F0-F9BF9C8F5EB8}" dt="2021-10-03T06:14:38.504" v="993" actId="1076"/>
          <ac:spMkLst>
            <pc:docMk/>
            <pc:sldMk cId="502066698" sldId="282"/>
            <ac:spMk id="15" creationId="{26FD728B-8177-4FFF-862F-90EDF9CAF7AE}"/>
          </ac:spMkLst>
        </pc:spChg>
        <pc:spChg chg="add mod">
          <ac:chgData name="Alessandro Edoardo Giorgio David" userId="f8954a66-e5ad-4a1c-9536-1d2117047f5f" providerId="ADAL" clId="{5FDFF4E9-53C5-47C3-A5F0-F9BF9C8F5EB8}" dt="2021-10-03T05:41:10.712" v="511" actId="20577"/>
          <ac:spMkLst>
            <pc:docMk/>
            <pc:sldMk cId="502066698" sldId="282"/>
            <ac:spMk id="16" creationId="{BF6E96CD-B349-41BE-95DC-AD95805515EC}"/>
          </ac:spMkLst>
        </pc:spChg>
        <pc:spChg chg="add mod">
          <ac:chgData name="Alessandro Edoardo Giorgio David" userId="f8954a66-e5ad-4a1c-9536-1d2117047f5f" providerId="ADAL" clId="{5FDFF4E9-53C5-47C3-A5F0-F9BF9C8F5EB8}" dt="2021-10-03T05:44:17.649" v="531" actId="14100"/>
          <ac:spMkLst>
            <pc:docMk/>
            <pc:sldMk cId="502066698" sldId="282"/>
            <ac:spMk id="21" creationId="{170ECC23-5880-42C7-9384-1712F96CF8AB}"/>
          </ac:spMkLst>
        </pc:spChg>
        <pc:spChg chg="add mod">
          <ac:chgData name="Alessandro Edoardo Giorgio David" userId="f8954a66-e5ad-4a1c-9536-1d2117047f5f" providerId="ADAL" clId="{5FDFF4E9-53C5-47C3-A5F0-F9BF9C8F5EB8}" dt="2021-10-03T05:44:49.994" v="540" actId="1076"/>
          <ac:spMkLst>
            <pc:docMk/>
            <pc:sldMk cId="502066698" sldId="282"/>
            <ac:spMk id="22" creationId="{798C3F94-0F2B-4B7F-A997-4917AD06329D}"/>
          </ac:spMkLst>
        </pc:spChg>
        <pc:spChg chg="add del mod">
          <ac:chgData name="Alessandro Edoardo Giorgio David" userId="f8954a66-e5ad-4a1c-9536-1d2117047f5f" providerId="ADAL" clId="{5FDFF4E9-53C5-47C3-A5F0-F9BF9C8F5EB8}" dt="2021-10-03T05:47:06.639" v="544" actId="478"/>
          <ac:spMkLst>
            <pc:docMk/>
            <pc:sldMk cId="502066698" sldId="282"/>
            <ac:spMk id="23" creationId="{7AA10204-8969-45F3-AB10-CCE27C5E9B2F}"/>
          </ac:spMkLst>
        </pc:spChg>
        <pc:spChg chg="add del">
          <ac:chgData name="Alessandro Edoardo Giorgio David" userId="f8954a66-e5ad-4a1c-9536-1d2117047f5f" providerId="ADAL" clId="{5FDFF4E9-53C5-47C3-A5F0-F9BF9C8F5EB8}" dt="2021-10-03T05:47:18.328" v="546" actId="11529"/>
          <ac:spMkLst>
            <pc:docMk/>
            <pc:sldMk cId="502066698" sldId="282"/>
            <ac:spMk id="24" creationId="{186422BB-D56A-4C49-AF44-D1ECED2184B1}"/>
          </ac:spMkLst>
        </pc:spChg>
        <pc:spChg chg="add del">
          <ac:chgData name="Alessandro Edoardo Giorgio David" userId="f8954a66-e5ad-4a1c-9536-1d2117047f5f" providerId="ADAL" clId="{5FDFF4E9-53C5-47C3-A5F0-F9BF9C8F5EB8}" dt="2021-10-03T05:48:08.410" v="548" actId="478"/>
          <ac:spMkLst>
            <pc:docMk/>
            <pc:sldMk cId="502066698" sldId="282"/>
            <ac:spMk id="25" creationId="{D2A8DEFD-173A-4A15-8BD7-F00462BE0D06}"/>
          </ac:spMkLst>
        </pc:spChg>
        <pc:spChg chg="add mod">
          <ac:chgData name="Alessandro Edoardo Giorgio David" userId="f8954a66-e5ad-4a1c-9536-1d2117047f5f" providerId="ADAL" clId="{5FDFF4E9-53C5-47C3-A5F0-F9BF9C8F5EB8}" dt="2021-10-03T06:14:56.218" v="994" actId="14100"/>
          <ac:spMkLst>
            <pc:docMk/>
            <pc:sldMk cId="502066698" sldId="282"/>
            <ac:spMk id="26" creationId="{4BA57186-E462-4166-9142-5B4DD27AD9B1}"/>
          </ac:spMkLst>
        </pc:spChg>
        <pc:spChg chg="add del mod">
          <ac:chgData name="Alessandro Edoardo Giorgio David" userId="f8954a66-e5ad-4a1c-9536-1d2117047f5f" providerId="ADAL" clId="{5FDFF4E9-53C5-47C3-A5F0-F9BF9C8F5EB8}" dt="2021-10-03T06:15:56.227" v="997"/>
          <ac:spMkLst>
            <pc:docMk/>
            <pc:sldMk cId="502066698" sldId="282"/>
            <ac:spMk id="40" creationId="{BD650DD4-D0A3-4CEF-85D3-80B9B3693F6C}"/>
          </ac:spMkLst>
        </pc:spChg>
        <pc:cxnChg chg="add mod">
          <ac:chgData name="Alessandro Edoardo Giorgio David" userId="f8954a66-e5ad-4a1c-9536-1d2117047f5f" providerId="ADAL" clId="{5FDFF4E9-53C5-47C3-A5F0-F9BF9C8F5EB8}" dt="2021-10-03T05:32:39.865" v="431" actId="13822"/>
          <ac:cxnSpMkLst>
            <pc:docMk/>
            <pc:sldMk cId="502066698" sldId="282"/>
            <ac:cxnSpMk id="5" creationId="{15302573-09C8-4F89-ADF8-FF37B58BB199}"/>
          </ac:cxnSpMkLst>
        </pc:cxnChg>
        <pc:cxnChg chg="add mod">
          <ac:chgData name="Alessandro Edoardo Giorgio David" userId="f8954a66-e5ad-4a1c-9536-1d2117047f5f" providerId="ADAL" clId="{5FDFF4E9-53C5-47C3-A5F0-F9BF9C8F5EB8}" dt="2021-10-03T05:33:46.079" v="433" actId="13822"/>
          <ac:cxnSpMkLst>
            <pc:docMk/>
            <pc:sldMk cId="502066698" sldId="282"/>
            <ac:cxnSpMk id="7" creationId="{D0EA1EDD-676A-4B78-B101-A5B80CD86B15}"/>
          </ac:cxnSpMkLst>
        </pc:cxnChg>
        <pc:cxnChg chg="add mod">
          <ac:chgData name="Alessandro Edoardo Giorgio David" userId="f8954a66-e5ad-4a1c-9536-1d2117047f5f" providerId="ADAL" clId="{5FDFF4E9-53C5-47C3-A5F0-F9BF9C8F5EB8}" dt="2021-10-03T05:35:35.228" v="443" actId="1582"/>
          <ac:cxnSpMkLst>
            <pc:docMk/>
            <pc:sldMk cId="502066698" sldId="282"/>
            <ac:cxnSpMk id="9" creationId="{DDEA6F26-2BF8-447E-BA3A-7195260E7DBA}"/>
          </ac:cxnSpMkLst>
        </pc:cxnChg>
        <pc:cxnChg chg="add del mod">
          <ac:chgData name="Alessandro Edoardo Giorgio David" userId="f8954a66-e5ad-4a1c-9536-1d2117047f5f" providerId="ADAL" clId="{5FDFF4E9-53C5-47C3-A5F0-F9BF9C8F5EB8}" dt="2021-10-03T06:13:45.307" v="982" actId="478"/>
          <ac:cxnSpMkLst>
            <pc:docMk/>
            <pc:sldMk cId="502066698" sldId="282"/>
            <ac:cxnSpMk id="11" creationId="{85703E5C-06A8-4BA2-A2F9-472C0356CAE6}"/>
          </ac:cxnSpMkLst>
        </pc:cxnChg>
        <pc:cxnChg chg="add mod">
          <ac:chgData name="Alessandro Edoardo Giorgio David" userId="f8954a66-e5ad-4a1c-9536-1d2117047f5f" providerId="ADAL" clId="{5FDFF4E9-53C5-47C3-A5F0-F9BF9C8F5EB8}" dt="2021-10-03T06:12:03.374" v="965" actId="692"/>
          <ac:cxnSpMkLst>
            <pc:docMk/>
            <pc:sldMk cId="502066698" sldId="282"/>
            <ac:cxnSpMk id="18" creationId="{0808D1F7-A65B-40CA-A36F-D1B01730DAEC}"/>
          </ac:cxnSpMkLst>
        </pc:cxnChg>
        <pc:cxnChg chg="add mod">
          <ac:chgData name="Alessandro Edoardo Giorgio David" userId="f8954a66-e5ad-4a1c-9536-1d2117047f5f" providerId="ADAL" clId="{5FDFF4E9-53C5-47C3-A5F0-F9BF9C8F5EB8}" dt="2021-10-03T06:11:28.795" v="958" actId="692"/>
          <ac:cxnSpMkLst>
            <pc:docMk/>
            <pc:sldMk cId="502066698" sldId="282"/>
            <ac:cxnSpMk id="20" creationId="{5CCDDF5F-50A1-44B7-A905-685D4AB6B442}"/>
          </ac:cxnSpMkLst>
        </pc:cxnChg>
        <pc:cxnChg chg="add del mod">
          <ac:chgData name="Alessandro Edoardo Giorgio David" userId="f8954a66-e5ad-4a1c-9536-1d2117047f5f" providerId="ADAL" clId="{5FDFF4E9-53C5-47C3-A5F0-F9BF9C8F5EB8}" dt="2021-10-03T06:13:59.204" v="984" actId="11529"/>
          <ac:cxnSpMkLst>
            <pc:docMk/>
            <pc:sldMk cId="502066698" sldId="282"/>
            <ac:cxnSpMk id="36" creationId="{FA482DBF-BF27-41CC-9463-4E7588D7FA24}"/>
          </ac:cxnSpMkLst>
        </pc:cxnChg>
        <pc:cxnChg chg="add mod">
          <ac:chgData name="Alessandro Edoardo Giorgio David" userId="f8954a66-e5ad-4a1c-9536-1d2117047f5f" providerId="ADAL" clId="{5FDFF4E9-53C5-47C3-A5F0-F9BF9C8F5EB8}" dt="2021-10-03T06:14:56.218" v="994" actId="14100"/>
          <ac:cxnSpMkLst>
            <pc:docMk/>
            <pc:sldMk cId="502066698" sldId="282"/>
            <ac:cxnSpMk id="38" creationId="{6D568BBF-03DE-47C0-8E46-7E136797BD88}"/>
          </ac:cxnSpMkLst>
        </pc:cxnChg>
      </pc:sldChg>
      <pc:sldChg chg="del">
        <pc:chgData name="Alessandro Edoardo Giorgio David" userId="f8954a66-e5ad-4a1c-9536-1d2117047f5f" providerId="ADAL" clId="{5FDFF4E9-53C5-47C3-A5F0-F9BF9C8F5EB8}" dt="2021-10-03T05:10:03.446" v="2" actId="2696"/>
        <pc:sldMkLst>
          <pc:docMk/>
          <pc:sldMk cId="3550936586" sldId="282"/>
        </pc:sldMkLst>
      </pc:sldChg>
      <pc:sldChg chg="del">
        <pc:chgData name="Alessandro Edoardo Giorgio David" userId="f8954a66-e5ad-4a1c-9536-1d2117047f5f" providerId="ADAL" clId="{5FDFF4E9-53C5-47C3-A5F0-F9BF9C8F5EB8}" dt="2021-10-03T05:10:03.446" v="2" actId="2696"/>
        <pc:sldMkLst>
          <pc:docMk/>
          <pc:sldMk cId="1274739233" sldId="283"/>
        </pc:sldMkLst>
      </pc:sldChg>
      <pc:sldChg chg="addSp delSp modSp new mod modClrScheme chgLayout">
        <pc:chgData name="Alessandro Edoardo Giorgio David" userId="f8954a66-e5ad-4a1c-9536-1d2117047f5f" providerId="ADAL" clId="{5FDFF4E9-53C5-47C3-A5F0-F9BF9C8F5EB8}" dt="2021-10-14T09:14:23.706" v="5536" actId="790"/>
        <pc:sldMkLst>
          <pc:docMk/>
          <pc:sldMk cId="4243808713" sldId="283"/>
        </pc:sldMkLst>
        <pc:spChg chg="add mod ord">
          <ac:chgData name="Alessandro Edoardo Giorgio David" userId="f8954a66-e5ad-4a1c-9536-1d2117047f5f" providerId="ADAL" clId="{5FDFF4E9-53C5-47C3-A5F0-F9BF9C8F5EB8}" dt="2021-10-03T06:24:08.902" v="1089" actId="700"/>
          <ac:spMkLst>
            <pc:docMk/>
            <pc:sldMk cId="4243808713" sldId="283"/>
            <ac:spMk id="2" creationId="{3918A853-BE4E-4F82-840C-554FBED64CF4}"/>
          </ac:spMkLst>
        </pc:spChg>
        <pc:spChg chg="add del mod">
          <ac:chgData name="Alessandro Edoardo Giorgio David" userId="f8954a66-e5ad-4a1c-9536-1d2117047f5f" providerId="ADAL" clId="{5FDFF4E9-53C5-47C3-A5F0-F9BF9C8F5EB8}" dt="2021-10-03T06:24:08.902" v="1089" actId="700"/>
          <ac:spMkLst>
            <pc:docMk/>
            <pc:sldMk cId="4243808713" sldId="283"/>
            <ac:spMk id="3" creationId="{3D028CD4-67C3-47C8-A69F-8B39A9A1395C}"/>
          </ac:spMkLst>
        </pc:spChg>
        <pc:spChg chg="add del mod">
          <ac:chgData name="Alessandro Edoardo Giorgio David" userId="f8954a66-e5ad-4a1c-9536-1d2117047f5f" providerId="ADAL" clId="{5FDFF4E9-53C5-47C3-A5F0-F9BF9C8F5EB8}" dt="2021-10-03T06:24:08.910" v="1091"/>
          <ac:spMkLst>
            <pc:docMk/>
            <pc:sldMk cId="4243808713" sldId="283"/>
            <ac:spMk id="22" creationId="{3EFF0A96-0242-4744-B36D-1B5AC45CB796}"/>
          </ac:spMkLst>
        </pc:spChg>
        <pc:spChg chg="add mod">
          <ac:chgData name="Alessandro Edoardo Giorgio David" userId="f8954a66-e5ad-4a1c-9536-1d2117047f5f" providerId="ADAL" clId="{5FDFF4E9-53C5-47C3-A5F0-F9BF9C8F5EB8}" dt="2021-10-03T06:25:00.426" v="1100" actId="122"/>
          <ac:spMkLst>
            <pc:docMk/>
            <pc:sldMk cId="4243808713" sldId="283"/>
            <ac:spMk id="23" creationId="{D4DFB165-6A92-4FEA-A313-FE242264EC70}"/>
          </ac:spMkLst>
        </pc:spChg>
        <pc:spChg chg="add mod">
          <ac:chgData name="Alessandro Edoardo Giorgio David" userId="f8954a66-e5ad-4a1c-9536-1d2117047f5f" providerId="ADAL" clId="{5FDFF4E9-53C5-47C3-A5F0-F9BF9C8F5EB8}" dt="2021-10-03T06:24:58.099" v="1099" actId="122"/>
          <ac:spMkLst>
            <pc:docMk/>
            <pc:sldMk cId="4243808713" sldId="283"/>
            <ac:spMk id="24" creationId="{CCE9B802-9D62-4B55-A7F3-1665E56FF953}"/>
          </ac:spMkLst>
        </pc:spChg>
        <pc:spChg chg="add mod">
          <ac:chgData name="Alessandro Edoardo Giorgio David" userId="f8954a66-e5ad-4a1c-9536-1d2117047f5f" providerId="ADAL" clId="{5FDFF4E9-53C5-47C3-A5F0-F9BF9C8F5EB8}" dt="2021-10-03T06:26:31.941" v="1167" actId="790"/>
          <ac:spMkLst>
            <pc:docMk/>
            <pc:sldMk cId="4243808713" sldId="283"/>
            <ac:spMk id="25" creationId="{C6442EEB-7F09-4FDE-BC29-65D119E0C998}"/>
          </ac:spMkLst>
        </pc:spChg>
        <pc:spChg chg="add mod">
          <ac:chgData name="Alessandro Edoardo Giorgio David" userId="f8954a66-e5ad-4a1c-9536-1d2117047f5f" providerId="ADAL" clId="{5FDFF4E9-53C5-47C3-A5F0-F9BF9C8F5EB8}" dt="2021-10-03T06:27:02.273" v="1183" actId="1076"/>
          <ac:spMkLst>
            <pc:docMk/>
            <pc:sldMk cId="4243808713" sldId="283"/>
            <ac:spMk id="26" creationId="{16B80A28-E2F0-4B5A-BDC9-341161BAF327}"/>
          </ac:spMkLst>
        </pc:spChg>
        <pc:spChg chg="add mod">
          <ac:chgData name="Alessandro Edoardo Giorgio David" userId="f8954a66-e5ad-4a1c-9536-1d2117047f5f" providerId="ADAL" clId="{5FDFF4E9-53C5-47C3-A5F0-F9BF9C8F5EB8}" dt="2021-10-14T09:14:23.706" v="5536" actId="790"/>
          <ac:spMkLst>
            <pc:docMk/>
            <pc:sldMk cId="4243808713" sldId="283"/>
            <ac:spMk id="27" creationId="{80BB4134-1E06-4F5E-94DC-8BF2FA04ECB9}"/>
          </ac:spMkLst>
        </pc:spChg>
        <pc:spChg chg="add mod">
          <ac:chgData name="Alessandro Edoardo Giorgio David" userId="f8954a66-e5ad-4a1c-9536-1d2117047f5f" providerId="ADAL" clId="{5FDFF4E9-53C5-47C3-A5F0-F9BF9C8F5EB8}" dt="2021-10-03T06:27:20.551" v="1192" actId="1076"/>
          <ac:spMkLst>
            <pc:docMk/>
            <pc:sldMk cId="4243808713" sldId="283"/>
            <ac:spMk id="28" creationId="{EBACA12B-B70D-4A2E-A624-4FF593A90665}"/>
          </ac:spMkLst>
        </pc:spChg>
        <pc:spChg chg="add del mod">
          <ac:chgData name="Alessandro Edoardo Giorgio David" userId="f8954a66-e5ad-4a1c-9536-1d2117047f5f" providerId="ADAL" clId="{5FDFF4E9-53C5-47C3-A5F0-F9BF9C8F5EB8}" dt="2021-10-03T06:28:38.459" v="1217" actId="478"/>
          <ac:spMkLst>
            <pc:docMk/>
            <pc:sldMk cId="4243808713" sldId="283"/>
            <ac:spMk id="30" creationId="{7024853A-5ABC-43F7-9B43-0CD699F1E701}"/>
          </ac:spMkLst>
        </pc:spChg>
        <pc:spChg chg="add del">
          <ac:chgData name="Alessandro Edoardo Giorgio David" userId="f8954a66-e5ad-4a1c-9536-1d2117047f5f" providerId="ADAL" clId="{5FDFF4E9-53C5-47C3-A5F0-F9BF9C8F5EB8}" dt="2021-10-03T06:29:03.601" v="1219" actId="11529"/>
          <ac:spMkLst>
            <pc:docMk/>
            <pc:sldMk cId="4243808713" sldId="283"/>
            <ac:spMk id="31" creationId="{ECB97481-3984-4997-B5AC-F72B0AFF597B}"/>
          </ac:spMkLst>
        </pc:spChg>
        <pc:spChg chg="add mod">
          <ac:chgData name="Alessandro Edoardo Giorgio David" userId="f8954a66-e5ad-4a1c-9536-1d2117047f5f" providerId="ADAL" clId="{5FDFF4E9-53C5-47C3-A5F0-F9BF9C8F5EB8}" dt="2021-10-03T06:31:45.557" v="1266" actId="206"/>
          <ac:spMkLst>
            <pc:docMk/>
            <pc:sldMk cId="4243808713" sldId="283"/>
            <ac:spMk id="32" creationId="{36B33FC6-A934-4A86-8680-389522FF5337}"/>
          </ac:spMkLst>
        </pc:spChg>
        <pc:spChg chg="add mod">
          <ac:chgData name="Alessandro Edoardo Giorgio David" userId="f8954a66-e5ad-4a1c-9536-1d2117047f5f" providerId="ADAL" clId="{5FDFF4E9-53C5-47C3-A5F0-F9BF9C8F5EB8}" dt="2021-10-03T06:33:19.492" v="1314" actId="2085"/>
          <ac:spMkLst>
            <pc:docMk/>
            <pc:sldMk cId="4243808713" sldId="283"/>
            <ac:spMk id="33" creationId="{49C5AD79-A660-4E87-8C8E-D24C6076D588}"/>
          </ac:spMkLst>
        </pc:spChg>
        <pc:spChg chg="add mod">
          <ac:chgData name="Alessandro Edoardo Giorgio David" userId="f8954a66-e5ad-4a1c-9536-1d2117047f5f" providerId="ADAL" clId="{5FDFF4E9-53C5-47C3-A5F0-F9BF9C8F5EB8}" dt="2021-10-03T06:34:19.840" v="1338" actId="122"/>
          <ac:spMkLst>
            <pc:docMk/>
            <pc:sldMk cId="4243808713" sldId="283"/>
            <ac:spMk id="34" creationId="{78F2582A-0A90-42C2-ABA1-BF1564A44E11}"/>
          </ac:spMkLst>
        </pc:spChg>
        <pc:spChg chg="add mod">
          <ac:chgData name="Alessandro Edoardo Giorgio David" userId="f8954a66-e5ad-4a1c-9536-1d2117047f5f" providerId="ADAL" clId="{5FDFF4E9-53C5-47C3-A5F0-F9BF9C8F5EB8}" dt="2021-10-03T06:35:01.096" v="1370" actId="1076"/>
          <ac:spMkLst>
            <pc:docMk/>
            <pc:sldMk cId="4243808713" sldId="283"/>
            <ac:spMk id="35" creationId="{70FC84E1-B006-4854-A6A0-5498D10BFC7F}"/>
          </ac:spMkLst>
        </pc:spChg>
        <pc:cxnChg chg="add mod">
          <ac:chgData name="Alessandro Edoardo Giorgio David" userId="f8954a66-e5ad-4a1c-9536-1d2117047f5f" providerId="ADAL" clId="{5FDFF4E9-53C5-47C3-A5F0-F9BF9C8F5EB8}" dt="2021-10-03T06:20:16.755" v="1035" actId="13822"/>
          <ac:cxnSpMkLst>
            <pc:docMk/>
            <pc:sldMk cId="4243808713" sldId="283"/>
            <ac:cxnSpMk id="5" creationId="{C10E2D5B-3A8D-4926-A0E8-ADCDA6229757}"/>
          </ac:cxnSpMkLst>
        </pc:cxnChg>
        <pc:cxnChg chg="add mod">
          <ac:chgData name="Alessandro Edoardo Giorgio David" userId="f8954a66-e5ad-4a1c-9536-1d2117047f5f" providerId="ADAL" clId="{5FDFF4E9-53C5-47C3-A5F0-F9BF9C8F5EB8}" dt="2021-10-03T06:22:08.150" v="1058" actId="14100"/>
          <ac:cxnSpMkLst>
            <pc:docMk/>
            <pc:sldMk cId="4243808713" sldId="283"/>
            <ac:cxnSpMk id="7" creationId="{58EAAACD-5B47-437D-96AA-C7EFB46CA80D}"/>
          </ac:cxnSpMkLst>
        </pc:cxnChg>
        <pc:cxnChg chg="add mod">
          <ac:chgData name="Alessandro Edoardo Giorgio David" userId="f8954a66-e5ad-4a1c-9536-1d2117047f5f" providerId="ADAL" clId="{5FDFF4E9-53C5-47C3-A5F0-F9BF9C8F5EB8}" dt="2021-10-03T06:22:24.926" v="1062" actId="14100"/>
          <ac:cxnSpMkLst>
            <pc:docMk/>
            <pc:sldMk cId="4243808713" sldId="283"/>
            <ac:cxnSpMk id="9" creationId="{31C8B805-28C4-4261-B58C-97B515551F77}"/>
          </ac:cxnSpMkLst>
        </pc:cxnChg>
        <pc:cxnChg chg="add del">
          <ac:chgData name="Alessandro Edoardo Giorgio David" userId="f8954a66-e5ad-4a1c-9536-1d2117047f5f" providerId="ADAL" clId="{5FDFF4E9-53C5-47C3-A5F0-F9BF9C8F5EB8}" dt="2021-10-03T06:21:08.228" v="1042" actId="11529"/>
          <ac:cxnSpMkLst>
            <pc:docMk/>
            <pc:sldMk cId="4243808713" sldId="283"/>
            <ac:cxnSpMk id="12" creationId="{73E5FC76-80CF-42C7-A8CA-7C2529CD10F1}"/>
          </ac:cxnSpMkLst>
        </pc:cxnChg>
        <pc:cxnChg chg="add mod">
          <ac:chgData name="Alessandro Edoardo Giorgio David" userId="f8954a66-e5ad-4a1c-9536-1d2117047f5f" providerId="ADAL" clId="{5FDFF4E9-53C5-47C3-A5F0-F9BF9C8F5EB8}" dt="2021-10-03T06:27:33.726" v="1194" actId="14100"/>
          <ac:cxnSpMkLst>
            <pc:docMk/>
            <pc:sldMk cId="4243808713" sldId="283"/>
            <ac:cxnSpMk id="14" creationId="{F3867F79-E053-4A76-ADB5-17AB64D56617}"/>
          </ac:cxnSpMkLst>
        </pc:cxnChg>
        <pc:cxnChg chg="add mod">
          <ac:chgData name="Alessandro Edoardo Giorgio David" userId="f8954a66-e5ad-4a1c-9536-1d2117047f5f" providerId="ADAL" clId="{5FDFF4E9-53C5-47C3-A5F0-F9BF9C8F5EB8}" dt="2021-10-03T06:23:15.697" v="1073" actId="692"/>
          <ac:cxnSpMkLst>
            <pc:docMk/>
            <pc:sldMk cId="4243808713" sldId="283"/>
            <ac:cxnSpMk id="19" creationId="{D8A4B986-8C43-4D9A-B055-28E73F236E76}"/>
          </ac:cxnSpMkLst>
        </pc:cxnChg>
        <pc:cxnChg chg="add mod">
          <ac:chgData name="Alessandro Edoardo Giorgio David" userId="f8954a66-e5ad-4a1c-9536-1d2117047f5f" providerId="ADAL" clId="{5FDFF4E9-53C5-47C3-A5F0-F9BF9C8F5EB8}" dt="2021-10-03T06:23:52.300" v="1086" actId="692"/>
          <ac:cxnSpMkLst>
            <pc:docMk/>
            <pc:sldMk cId="4243808713" sldId="283"/>
            <ac:cxnSpMk id="21" creationId="{10922633-D38E-47F6-AE7A-9801C7E8BCBA}"/>
          </ac:cxnSpMkLst>
        </pc:cxnChg>
      </pc:sldChg>
      <pc:sldChg chg="addSp modSp new mod modClrScheme chgLayout">
        <pc:chgData name="Alessandro Edoardo Giorgio David" userId="f8954a66-e5ad-4a1c-9536-1d2117047f5f" providerId="ADAL" clId="{5FDFF4E9-53C5-47C3-A5F0-F9BF9C8F5EB8}" dt="2021-10-14T08:44:12.547" v="4711" actId="790"/>
        <pc:sldMkLst>
          <pc:docMk/>
          <pc:sldMk cId="635141253" sldId="284"/>
        </pc:sldMkLst>
        <pc:spChg chg="mod ord">
          <ac:chgData name="Alessandro Edoardo Giorgio David" userId="f8954a66-e5ad-4a1c-9536-1d2117047f5f" providerId="ADAL" clId="{5FDFF4E9-53C5-47C3-A5F0-F9BF9C8F5EB8}" dt="2021-10-03T07:15:56.044" v="1392" actId="700"/>
          <ac:spMkLst>
            <pc:docMk/>
            <pc:sldMk cId="635141253" sldId="284"/>
            <ac:spMk id="2" creationId="{BD78A895-6F4B-4F58-99A9-FCBD424BE747}"/>
          </ac:spMkLst>
        </pc:spChg>
        <pc:spChg chg="add mod ord">
          <ac:chgData name="Alessandro Edoardo Giorgio David" userId="f8954a66-e5ad-4a1c-9536-1d2117047f5f" providerId="ADAL" clId="{5FDFF4E9-53C5-47C3-A5F0-F9BF9C8F5EB8}" dt="2021-10-14T08:44:12.547" v="4711" actId="790"/>
          <ac:spMkLst>
            <pc:docMk/>
            <pc:sldMk cId="635141253" sldId="284"/>
            <ac:spMk id="3" creationId="{81DE557F-5669-4BE0-BA1C-1E081EF9102D}"/>
          </ac:spMkLst>
        </pc:spChg>
      </pc:sldChg>
      <pc:sldChg chg="del">
        <pc:chgData name="Alessandro Edoardo Giorgio David" userId="f8954a66-e5ad-4a1c-9536-1d2117047f5f" providerId="ADAL" clId="{5FDFF4E9-53C5-47C3-A5F0-F9BF9C8F5EB8}" dt="2021-10-03T05:10:03.446" v="2" actId="2696"/>
        <pc:sldMkLst>
          <pc:docMk/>
          <pc:sldMk cId="3662731702" sldId="284"/>
        </pc:sldMkLst>
      </pc:sldChg>
      <pc:sldChg chg="del">
        <pc:chgData name="Alessandro Edoardo Giorgio David" userId="f8954a66-e5ad-4a1c-9536-1d2117047f5f" providerId="ADAL" clId="{5FDFF4E9-53C5-47C3-A5F0-F9BF9C8F5EB8}" dt="2021-10-03T05:10:03.446" v="2" actId="2696"/>
        <pc:sldMkLst>
          <pc:docMk/>
          <pc:sldMk cId="1481967728" sldId="285"/>
        </pc:sldMkLst>
      </pc:sldChg>
      <pc:sldChg chg="modSp new mod">
        <pc:chgData name="Alessandro Edoardo Giorgio David" userId="f8954a66-e5ad-4a1c-9536-1d2117047f5f" providerId="ADAL" clId="{5FDFF4E9-53C5-47C3-A5F0-F9BF9C8F5EB8}" dt="2021-10-14T09:42:35.414" v="6379" actId="20577"/>
        <pc:sldMkLst>
          <pc:docMk/>
          <pc:sldMk cId="3133904207" sldId="285"/>
        </pc:sldMkLst>
        <pc:spChg chg="mod">
          <ac:chgData name="Alessandro Edoardo Giorgio David" userId="f8954a66-e5ad-4a1c-9536-1d2117047f5f" providerId="ADAL" clId="{5FDFF4E9-53C5-47C3-A5F0-F9BF9C8F5EB8}" dt="2021-10-03T07:20:36.103" v="1688" actId="122"/>
          <ac:spMkLst>
            <pc:docMk/>
            <pc:sldMk cId="3133904207" sldId="285"/>
            <ac:spMk id="2" creationId="{FC2F0574-29FB-4827-B6B9-73D98E82C48A}"/>
          </ac:spMkLst>
        </pc:spChg>
        <pc:spChg chg="mod">
          <ac:chgData name="Alessandro Edoardo Giorgio David" userId="f8954a66-e5ad-4a1c-9536-1d2117047f5f" providerId="ADAL" clId="{5FDFF4E9-53C5-47C3-A5F0-F9BF9C8F5EB8}" dt="2021-10-14T09:42:35.414" v="6379" actId="20577"/>
          <ac:spMkLst>
            <pc:docMk/>
            <pc:sldMk cId="3133904207" sldId="285"/>
            <ac:spMk id="3" creationId="{A5FE827F-BAEE-4509-A4EC-8280F7A60EAA}"/>
          </ac:spMkLst>
        </pc:spChg>
      </pc:sldChg>
      <pc:sldChg chg="modSp new mod">
        <pc:chgData name="Alessandro Edoardo Giorgio David" userId="f8954a66-e5ad-4a1c-9536-1d2117047f5f" providerId="ADAL" clId="{5FDFF4E9-53C5-47C3-A5F0-F9BF9C8F5EB8}" dt="2021-10-14T09:42:47.060" v="6380" actId="790"/>
        <pc:sldMkLst>
          <pc:docMk/>
          <pc:sldMk cId="900959649" sldId="286"/>
        </pc:sldMkLst>
        <pc:spChg chg="mod">
          <ac:chgData name="Alessandro Edoardo Giorgio David" userId="f8954a66-e5ad-4a1c-9536-1d2117047f5f" providerId="ADAL" clId="{5FDFF4E9-53C5-47C3-A5F0-F9BF9C8F5EB8}" dt="2021-10-14T09:42:47.060" v="6380" actId="790"/>
          <ac:spMkLst>
            <pc:docMk/>
            <pc:sldMk cId="900959649" sldId="286"/>
            <ac:spMk id="2" creationId="{25169F87-58DF-4424-A81E-CF7819CDDC4A}"/>
          </ac:spMkLst>
        </pc:spChg>
        <pc:spChg chg="mod">
          <ac:chgData name="Alessandro Edoardo Giorgio David" userId="f8954a66-e5ad-4a1c-9536-1d2117047f5f" providerId="ADAL" clId="{5FDFF4E9-53C5-47C3-A5F0-F9BF9C8F5EB8}" dt="2021-10-03T07:47:09.451" v="2678" actId="20577"/>
          <ac:spMkLst>
            <pc:docMk/>
            <pc:sldMk cId="900959649" sldId="286"/>
            <ac:spMk id="3" creationId="{DB89AAD1-9FE7-485D-A542-2CF2BD6F387F}"/>
          </ac:spMkLst>
        </pc:spChg>
      </pc:sldChg>
      <pc:sldChg chg="del">
        <pc:chgData name="Alessandro Edoardo Giorgio David" userId="f8954a66-e5ad-4a1c-9536-1d2117047f5f" providerId="ADAL" clId="{5FDFF4E9-53C5-47C3-A5F0-F9BF9C8F5EB8}" dt="2021-10-03T05:10:03.446" v="2" actId="2696"/>
        <pc:sldMkLst>
          <pc:docMk/>
          <pc:sldMk cId="2371319785" sldId="286"/>
        </pc:sldMkLst>
      </pc:sldChg>
      <pc:sldChg chg="addSp delSp modSp new mod modClrScheme chgLayout">
        <pc:chgData name="Alessandro Edoardo Giorgio David" userId="f8954a66-e5ad-4a1c-9536-1d2117047f5f" providerId="ADAL" clId="{5FDFF4E9-53C5-47C3-A5F0-F9BF9C8F5EB8}" dt="2021-10-14T10:05:39.190" v="6824" actId="20577"/>
        <pc:sldMkLst>
          <pc:docMk/>
          <pc:sldMk cId="1321102560" sldId="287"/>
        </pc:sldMkLst>
        <pc:spChg chg="del">
          <ac:chgData name="Alessandro Edoardo Giorgio David" userId="f8954a66-e5ad-4a1c-9536-1d2117047f5f" providerId="ADAL" clId="{5FDFF4E9-53C5-47C3-A5F0-F9BF9C8F5EB8}" dt="2021-10-03T07:31:26.359" v="2206" actId="700"/>
          <ac:spMkLst>
            <pc:docMk/>
            <pc:sldMk cId="1321102560" sldId="287"/>
            <ac:spMk id="2" creationId="{ED106F9F-6307-47E1-9AAD-437B25D85781}"/>
          </ac:spMkLst>
        </pc:spChg>
        <pc:spChg chg="del">
          <ac:chgData name="Alessandro Edoardo Giorgio David" userId="f8954a66-e5ad-4a1c-9536-1d2117047f5f" providerId="ADAL" clId="{5FDFF4E9-53C5-47C3-A5F0-F9BF9C8F5EB8}" dt="2021-10-03T07:31:26.359" v="2206" actId="700"/>
          <ac:spMkLst>
            <pc:docMk/>
            <pc:sldMk cId="1321102560" sldId="287"/>
            <ac:spMk id="3" creationId="{303FEE30-3D09-4CC5-A183-4D71B4DC2493}"/>
          </ac:spMkLst>
        </pc:spChg>
        <pc:spChg chg="add mod">
          <ac:chgData name="Alessandro Edoardo Giorgio David" userId="f8954a66-e5ad-4a1c-9536-1d2117047f5f" providerId="ADAL" clId="{5FDFF4E9-53C5-47C3-A5F0-F9BF9C8F5EB8}" dt="2021-10-14T10:05:39.190" v="6824" actId="20577"/>
          <ac:spMkLst>
            <pc:docMk/>
            <pc:sldMk cId="1321102560" sldId="287"/>
            <ac:spMk id="5" creationId="{C07F5C47-E20F-4431-8A20-4308EC6FF147}"/>
          </ac:spMkLst>
        </pc:spChg>
        <pc:picChg chg="add mod">
          <ac:chgData name="Alessandro Edoardo Giorgio David" userId="f8954a66-e5ad-4a1c-9536-1d2117047f5f" providerId="ADAL" clId="{5FDFF4E9-53C5-47C3-A5F0-F9BF9C8F5EB8}" dt="2021-10-03T07:44:58.388" v="2536" actId="12788"/>
          <ac:picMkLst>
            <pc:docMk/>
            <pc:sldMk cId="1321102560" sldId="287"/>
            <ac:picMk id="4" creationId="{42D4B6A6-D82A-4433-81B8-FCE3917563FD}"/>
          </ac:picMkLst>
        </pc:picChg>
      </pc:sldChg>
      <pc:sldChg chg="del">
        <pc:chgData name="Alessandro Edoardo Giorgio David" userId="f8954a66-e5ad-4a1c-9536-1d2117047f5f" providerId="ADAL" clId="{5FDFF4E9-53C5-47C3-A5F0-F9BF9C8F5EB8}" dt="2021-10-03T05:10:03.446" v="2" actId="2696"/>
        <pc:sldMkLst>
          <pc:docMk/>
          <pc:sldMk cId="2969909809" sldId="287"/>
        </pc:sldMkLst>
      </pc:sldChg>
      <pc:sldChg chg="addSp modSp new mod modClrScheme chgLayout">
        <pc:chgData name="Alessandro Edoardo Giorgio David" userId="f8954a66-e5ad-4a1c-9536-1d2117047f5f" providerId="ADAL" clId="{5FDFF4E9-53C5-47C3-A5F0-F9BF9C8F5EB8}" dt="2021-10-03T07:45:29.478" v="2539" actId="790"/>
        <pc:sldMkLst>
          <pc:docMk/>
          <pc:sldMk cId="2151033556" sldId="288"/>
        </pc:sldMkLst>
        <pc:spChg chg="add mod">
          <ac:chgData name="Alessandro Edoardo Giorgio David" userId="f8954a66-e5ad-4a1c-9536-1d2117047f5f" providerId="ADAL" clId="{5FDFF4E9-53C5-47C3-A5F0-F9BF9C8F5EB8}" dt="2021-10-03T07:45:29.478" v="2539" actId="790"/>
          <ac:spMkLst>
            <pc:docMk/>
            <pc:sldMk cId="2151033556" sldId="288"/>
            <ac:spMk id="2" creationId="{1E932992-84A9-4732-91A4-007D26BF4846}"/>
          </ac:spMkLst>
        </pc:spChg>
        <pc:spChg chg="add mod">
          <ac:chgData name="Alessandro Edoardo Giorgio David" userId="f8954a66-e5ad-4a1c-9536-1d2117047f5f" providerId="ADAL" clId="{5FDFF4E9-53C5-47C3-A5F0-F9BF9C8F5EB8}" dt="2021-10-03T07:42:28.833" v="2462" actId="5793"/>
          <ac:spMkLst>
            <pc:docMk/>
            <pc:sldMk cId="2151033556" sldId="288"/>
            <ac:spMk id="3" creationId="{DBCD111C-FA32-40F2-A207-9F6122AC31BB}"/>
          </ac:spMkLst>
        </pc:spChg>
      </pc:sldChg>
      <pc:sldChg chg="addSp modSp new mod modClrScheme chgLayout">
        <pc:chgData name="Alessandro Edoardo Giorgio David" userId="f8954a66-e5ad-4a1c-9536-1d2117047f5f" providerId="ADAL" clId="{5FDFF4E9-53C5-47C3-A5F0-F9BF9C8F5EB8}" dt="2021-10-15T11:03:27.305" v="13399" actId="20577"/>
        <pc:sldMkLst>
          <pc:docMk/>
          <pc:sldMk cId="3538181029" sldId="289"/>
        </pc:sldMkLst>
        <pc:spChg chg="add mod">
          <ac:chgData name="Alessandro Edoardo Giorgio David" userId="f8954a66-e5ad-4a1c-9536-1d2117047f5f" providerId="ADAL" clId="{5FDFF4E9-53C5-47C3-A5F0-F9BF9C8F5EB8}" dt="2021-10-03T07:47:55.297" v="2711" actId="122"/>
          <ac:spMkLst>
            <pc:docMk/>
            <pc:sldMk cId="3538181029" sldId="289"/>
            <ac:spMk id="2" creationId="{3A3D1CAE-62FC-47DC-8D82-F5A4BBB0089B}"/>
          </ac:spMkLst>
        </pc:spChg>
        <pc:spChg chg="add mod">
          <ac:chgData name="Alessandro Edoardo Giorgio David" userId="f8954a66-e5ad-4a1c-9536-1d2117047f5f" providerId="ADAL" clId="{5FDFF4E9-53C5-47C3-A5F0-F9BF9C8F5EB8}" dt="2021-10-15T11:03:27.305" v="13399" actId="20577"/>
          <ac:spMkLst>
            <pc:docMk/>
            <pc:sldMk cId="3538181029" sldId="289"/>
            <ac:spMk id="3" creationId="{D05D61AD-DFF9-42FC-8B7A-7395DC9AA61D}"/>
          </ac:spMkLst>
        </pc:spChg>
      </pc:sldChg>
      <pc:sldChg chg="modSp new mod">
        <pc:chgData name="Alessandro Edoardo Giorgio David" userId="f8954a66-e5ad-4a1c-9536-1d2117047f5f" providerId="ADAL" clId="{5FDFF4E9-53C5-47C3-A5F0-F9BF9C8F5EB8}" dt="2021-10-14T08:48:51.376" v="4768" actId="20577"/>
        <pc:sldMkLst>
          <pc:docMk/>
          <pc:sldMk cId="4047195485" sldId="290"/>
        </pc:sldMkLst>
        <pc:spChg chg="mod">
          <ac:chgData name="Alessandro Edoardo Giorgio David" userId="f8954a66-e5ad-4a1c-9536-1d2117047f5f" providerId="ADAL" clId="{5FDFF4E9-53C5-47C3-A5F0-F9BF9C8F5EB8}" dt="2021-10-03T07:57:50.738" v="2808" actId="122"/>
          <ac:spMkLst>
            <pc:docMk/>
            <pc:sldMk cId="4047195485" sldId="290"/>
            <ac:spMk id="2" creationId="{F7092D7F-8191-4795-B5B8-17970E69F4EF}"/>
          </ac:spMkLst>
        </pc:spChg>
        <pc:spChg chg="mod">
          <ac:chgData name="Alessandro Edoardo Giorgio David" userId="f8954a66-e5ad-4a1c-9536-1d2117047f5f" providerId="ADAL" clId="{5FDFF4E9-53C5-47C3-A5F0-F9BF9C8F5EB8}" dt="2021-10-14T08:48:51.376" v="4768" actId="20577"/>
          <ac:spMkLst>
            <pc:docMk/>
            <pc:sldMk cId="4047195485" sldId="290"/>
            <ac:spMk id="3" creationId="{CBF0FE1D-E497-4D04-AB9B-10BD1EFF6027}"/>
          </ac:spMkLst>
        </pc:spChg>
      </pc:sldChg>
      <pc:sldChg chg="addSp delSp modSp new mod modClrScheme chgLayout">
        <pc:chgData name="Alessandro Edoardo Giorgio David" userId="f8954a66-e5ad-4a1c-9536-1d2117047f5f" providerId="ADAL" clId="{5FDFF4E9-53C5-47C3-A5F0-F9BF9C8F5EB8}" dt="2021-10-03T13:00:40.433" v="3728" actId="12788"/>
        <pc:sldMkLst>
          <pc:docMk/>
          <pc:sldMk cId="3527628105" sldId="291"/>
        </pc:sldMkLst>
        <pc:spChg chg="mod ord">
          <ac:chgData name="Alessandro Edoardo Giorgio David" userId="f8954a66-e5ad-4a1c-9536-1d2117047f5f" providerId="ADAL" clId="{5FDFF4E9-53C5-47C3-A5F0-F9BF9C8F5EB8}" dt="2021-10-03T12:59:25.197" v="3720" actId="962"/>
          <ac:spMkLst>
            <pc:docMk/>
            <pc:sldMk cId="3527628105" sldId="291"/>
            <ac:spMk id="2" creationId="{532053BD-39A1-4E7F-BE5D-51D1CE8C517E}"/>
          </ac:spMkLst>
        </pc:spChg>
        <pc:spChg chg="del">
          <ac:chgData name="Alessandro Edoardo Giorgio David" userId="f8954a66-e5ad-4a1c-9536-1d2117047f5f" providerId="ADAL" clId="{5FDFF4E9-53C5-47C3-A5F0-F9BF9C8F5EB8}" dt="2021-10-03T12:39:25.678" v="3540" actId="700"/>
          <ac:spMkLst>
            <pc:docMk/>
            <pc:sldMk cId="3527628105" sldId="291"/>
            <ac:spMk id="3" creationId="{FE5C9DE2-5905-4A58-9C6F-6197AC79EC95}"/>
          </ac:spMkLst>
        </pc:spChg>
        <pc:spChg chg="add del mod">
          <ac:chgData name="Alessandro Edoardo Giorgio David" userId="f8954a66-e5ad-4a1c-9536-1d2117047f5f" providerId="ADAL" clId="{5FDFF4E9-53C5-47C3-A5F0-F9BF9C8F5EB8}" dt="2021-10-03T12:59:35.550" v="3721" actId="478"/>
          <ac:spMkLst>
            <pc:docMk/>
            <pc:sldMk cId="3527628105" sldId="291"/>
            <ac:spMk id="18" creationId="{39A46F78-F5EE-4679-9886-B9A09D204B1D}"/>
          </ac:spMkLst>
        </pc:spChg>
        <pc:spChg chg="add del mod">
          <ac:chgData name="Alessandro Edoardo Giorgio David" userId="f8954a66-e5ad-4a1c-9536-1d2117047f5f" providerId="ADAL" clId="{5FDFF4E9-53C5-47C3-A5F0-F9BF9C8F5EB8}" dt="2021-10-03T12:59:35.550" v="3721" actId="478"/>
          <ac:spMkLst>
            <pc:docMk/>
            <pc:sldMk cId="3527628105" sldId="291"/>
            <ac:spMk id="19" creationId="{63963638-9ECC-4843-A5FC-1F8455EBAD79}"/>
          </ac:spMkLst>
        </pc:spChg>
        <pc:spChg chg="add del mod">
          <ac:chgData name="Alessandro Edoardo Giorgio David" userId="f8954a66-e5ad-4a1c-9536-1d2117047f5f" providerId="ADAL" clId="{5FDFF4E9-53C5-47C3-A5F0-F9BF9C8F5EB8}" dt="2021-10-03T12:59:35.550" v="3721" actId="478"/>
          <ac:spMkLst>
            <pc:docMk/>
            <pc:sldMk cId="3527628105" sldId="291"/>
            <ac:spMk id="20" creationId="{5EAC39BB-CA14-49E9-80A0-9C84503B6BC5}"/>
          </ac:spMkLst>
        </pc:spChg>
        <pc:spChg chg="add del mod">
          <ac:chgData name="Alessandro Edoardo Giorgio David" userId="f8954a66-e5ad-4a1c-9536-1d2117047f5f" providerId="ADAL" clId="{5FDFF4E9-53C5-47C3-A5F0-F9BF9C8F5EB8}" dt="2021-10-03T12:59:35.550" v="3721" actId="478"/>
          <ac:spMkLst>
            <pc:docMk/>
            <pc:sldMk cId="3527628105" sldId="291"/>
            <ac:spMk id="21" creationId="{D0CC5C92-FC92-49FD-96A5-CF9D65203321}"/>
          </ac:spMkLst>
        </pc:spChg>
        <pc:spChg chg="add del mod">
          <ac:chgData name="Alessandro Edoardo Giorgio David" userId="f8954a66-e5ad-4a1c-9536-1d2117047f5f" providerId="ADAL" clId="{5FDFF4E9-53C5-47C3-A5F0-F9BF9C8F5EB8}" dt="2021-10-03T12:59:35.550" v="3721" actId="478"/>
          <ac:spMkLst>
            <pc:docMk/>
            <pc:sldMk cId="3527628105" sldId="291"/>
            <ac:spMk id="22" creationId="{FD917E23-B6D3-4ECC-A7C4-1243625CD6CF}"/>
          </ac:spMkLst>
        </pc:spChg>
        <pc:spChg chg="add del mod">
          <ac:chgData name="Alessandro Edoardo Giorgio David" userId="f8954a66-e5ad-4a1c-9536-1d2117047f5f" providerId="ADAL" clId="{5FDFF4E9-53C5-47C3-A5F0-F9BF9C8F5EB8}" dt="2021-10-03T12:59:35.550" v="3721" actId="478"/>
          <ac:spMkLst>
            <pc:docMk/>
            <pc:sldMk cId="3527628105" sldId="291"/>
            <ac:spMk id="23" creationId="{D439191C-3F3B-49C3-8AAD-09F6D81BD16B}"/>
          </ac:spMkLst>
        </pc:spChg>
        <pc:spChg chg="add del mod">
          <ac:chgData name="Alessandro Edoardo Giorgio David" userId="f8954a66-e5ad-4a1c-9536-1d2117047f5f" providerId="ADAL" clId="{5FDFF4E9-53C5-47C3-A5F0-F9BF9C8F5EB8}" dt="2021-10-03T12:59:35.550" v="3721" actId="478"/>
          <ac:spMkLst>
            <pc:docMk/>
            <pc:sldMk cId="3527628105" sldId="291"/>
            <ac:spMk id="29" creationId="{81692629-1036-4343-B27E-5AD9DAD1630D}"/>
          </ac:spMkLst>
        </pc:spChg>
        <pc:spChg chg="add del mod">
          <ac:chgData name="Alessandro Edoardo Giorgio David" userId="f8954a66-e5ad-4a1c-9536-1d2117047f5f" providerId="ADAL" clId="{5FDFF4E9-53C5-47C3-A5F0-F9BF9C8F5EB8}" dt="2021-10-03T12:59:35.550" v="3721" actId="478"/>
          <ac:spMkLst>
            <pc:docMk/>
            <pc:sldMk cId="3527628105" sldId="291"/>
            <ac:spMk id="30" creationId="{603F507D-77DC-48DC-A0BB-6E181E02595D}"/>
          </ac:spMkLst>
        </pc:spChg>
        <pc:spChg chg="add del mod">
          <ac:chgData name="Alessandro Edoardo Giorgio David" userId="f8954a66-e5ad-4a1c-9536-1d2117047f5f" providerId="ADAL" clId="{5FDFF4E9-53C5-47C3-A5F0-F9BF9C8F5EB8}" dt="2021-10-03T12:59:35.550" v="3721" actId="478"/>
          <ac:spMkLst>
            <pc:docMk/>
            <pc:sldMk cId="3527628105" sldId="291"/>
            <ac:spMk id="31" creationId="{6A3A1A08-56DD-452D-8BA1-B3521859B64C}"/>
          </ac:spMkLst>
        </pc:spChg>
        <pc:spChg chg="add del mod">
          <ac:chgData name="Alessandro Edoardo Giorgio David" userId="f8954a66-e5ad-4a1c-9536-1d2117047f5f" providerId="ADAL" clId="{5FDFF4E9-53C5-47C3-A5F0-F9BF9C8F5EB8}" dt="2021-10-03T12:59:35.550" v="3721" actId="478"/>
          <ac:spMkLst>
            <pc:docMk/>
            <pc:sldMk cId="3527628105" sldId="291"/>
            <ac:spMk id="32" creationId="{C04E0310-0630-433E-A9EF-87C567D0E64A}"/>
          </ac:spMkLst>
        </pc:spChg>
        <pc:spChg chg="add del mod">
          <ac:chgData name="Alessandro Edoardo Giorgio David" userId="f8954a66-e5ad-4a1c-9536-1d2117047f5f" providerId="ADAL" clId="{5FDFF4E9-53C5-47C3-A5F0-F9BF9C8F5EB8}" dt="2021-10-03T12:59:35.550" v="3721" actId="478"/>
          <ac:spMkLst>
            <pc:docMk/>
            <pc:sldMk cId="3527628105" sldId="291"/>
            <ac:spMk id="33" creationId="{45DB913F-2935-4487-8A29-25825CF071C6}"/>
          </ac:spMkLst>
        </pc:spChg>
        <pc:spChg chg="add del mod">
          <ac:chgData name="Alessandro Edoardo Giorgio David" userId="f8954a66-e5ad-4a1c-9536-1d2117047f5f" providerId="ADAL" clId="{5FDFF4E9-53C5-47C3-A5F0-F9BF9C8F5EB8}" dt="2021-10-03T12:59:35.550" v="3721" actId="478"/>
          <ac:spMkLst>
            <pc:docMk/>
            <pc:sldMk cId="3527628105" sldId="291"/>
            <ac:spMk id="34" creationId="{362F505A-9183-419B-8E82-BF1ECAD6265C}"/>
          </ac:spMkLst>
        </pc:spChg>
        <pc:picChg chg="add mod">
          <ac:chgData name="Alessandro Edoardo Giorgio David" userId="f8954a66-e5ad-4a1c-9536-1d2117047f5f" providerId="ADAL" clId="{5FDFF4E9-53C5-47C3-A5F0-F9BF9C8F5EB8}" dt="2021-10-03T13:00:40.433" v="3728" actId="12788"/>
          <ac:picMkLst>
            <pc:docMk/>
            <pc:sldMk cId="3527628105" sldId="291"/>
            <ac:picMk id="38" creationId="{50D31379-CDF9-4606-8E3E-8A55287B225F}"/>
          </ac:picMkLst>
        </pc:picChg>
        <pc:cxnChg chg="add del">
          <ac:chgData name="Alessandro Edoardo Giorgio David" userId="f8954a66-e5ad-4a1c-9536-1d2117047f5f" providerId="ADAL" clId="{5FDFF4E9-53C5-47C3-A5F0-F9BF9C8F5EB8}" dt="2021-10-03T12:39:48.912" v="3542" actId="11529"/>
          <ac:cxnSpMkLst>
            <pc:docMk/>
            <pc:sldMk cId="3527628105" sldId="291"/>
            <ac:cxnSpMk id="5" creationId="{52B45F57-7B61-4764-B9E1-5D7D3C468D04}"/>
          </ac:cxnSpMkLst>
        </pc:cxnChg>
        <pc:cxnChg chg="add del">
          <ac:chgData name="Alessandro Edoardo Giorgio David" userId="f8954a66-e5ad-4a1c-9536-1d2117047f5f" providerId="ADAL" clId="{5FDFF4E9-53C5-47C3-A5F0-F9BF9C8F5EB8}" dt="2021-10-03T12:40:50.321" v="3544" actId="21"/>
          <ac:cxnSpMkLst>
            <pc:docMk/>
            <pc:sldMk cId="3527628105" sldId="291"/>
            <ac:cxnSpMk id="7" creationId="{876C5801-C1DD-44F1-82CF-16AD8CCB534E}"/>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9" creationId="{45799F6F-1014-4C5E-87DF-5B4AC7114884}"/>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11" creationId="{7E2FC5B9-ACEF-4959-8CDD-DA13BD5516E2}"/>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13" creationId="{67EFA83B-4164-4917-BEAE-354083716100}"/>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15" creationId="{EFE0A2C2-AFFF-4208-B33C-3BEA2CBF9287}"/>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17" creationId="{3C0D17E1-A2CC-43B7-AD12-53084BEE2050}"/>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24" creationId="{58C59EA2-6C12-47AE-840F-81957EEBD9A9}"/>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25" creationId="{76BB2930-F258-483E-8C5C-BFC56BE67BDC}"/>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26" creationId="{7057C2C7-E2F0-4D64-B7F3-43A8C5A5587E}"/>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27" creationId="{D5E3FA2B-5332-4780-8BB4-5FE3CFBAF1E4}"/>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28" creationId="{5BAD85B0-55C4-4172-A5E7-1493B0B57B6D}"/>
          </ac:cxnSpMkLst>
        </pc:cxnChg>
        <pc:cxnChg chg="add del mod">
          <ac:chgData name="Alessandro Edoardo Giorgio David" userId="f8954a66-e5ad-4a1c-9536-1d2117047f5f" providerId="ADAL" clId="{5FDFF4E9-53C5-47C3-A5F0-F9BF9C8F5EB8}" dt="2021-10-03T12:59:35.550" v="3721" actId="478"/>
          <ac:cxnSpMkLst>
            <pc:docMk/>
            <pc:sldMk cId="3527628105" sldId="291"/>
            <ac:cxnSpMk id="36" creationId="{533A33A0-61D8-4B80-8674-95757D5FD459}"/>
          </ac:cxnSpMkLst>
        </pc:cxnChg>
      </pc:sldChg>
      <pc:sldChg chg="addSp delSp modSp new mod modClrScheme chgLayout">
        <pc:chgData name="Alessandro Edoardo Giorgio David" userId="f8954a66-e5ad-4a1c-9536-1d2117047f5f" providerId="ADAL" clId="{5FDFF4E9-53C5-47C3-A5F0-F9BF9C8F5EB8}" dt="2021-10-03T13:22:11.043" v="4216" actId="20577"/>
        <pc:sldMkLst>
          <pc:docMk/>
          <pc:sldMk cId="78677205" sldId="292"/>
        </pc:sldMkLst>
        <pc:spChg chg="del mod ord">
          <ac:chgData name="Alessandro Edoardo Giorgio David" userId="f8954a66-e5ad-4a1c-9536-1d2117047f5f" providerId="ADAL" clId="{5FDFF4E9-53C5-47C3-A5F0-F9BF9C8F5EB8}" dt="2021-10-03T13:01:08.681" v="3730" actId="700"/>
          <ac:spMkLst>
            <pc:docMk/>
            <pc:sldMk cId="78677205" sldId="292"/>
            <ac:spMk id="2" creationId="{7655245F-3F20-4BC2-8A59-44C965C05D4C}"/>
          </ac:spMkLst>
        </pc:spChg>
        <pc:spChg chg="add mod ord">
          <ac:chgData name="Alessandro Edoardo Giorgio David" userId="f8954a66-e5ad-4a1c-9536-1d2117047f5f" providerId="ADAL" clId="{5FDFF4E9-53C5-47C3-A5F0-F9BF9C8F5EB8}" dt="2021-10-03T13:01:22.657" v="3734" actId="122"/>
          <ac:spMkLst>
            <pc:docMk/>
            <pc:sldMk cId="78677205" sldId="292"/>
            <ac:spMk id="3" creationId="{5E228ED5-007F-42D9-BD30-4C1C72525E16}"/>
          </ac:spMkLst>
        </pc:spChg>
        <pc:spChg chg="add mod ord">
          <ac:chgData name="Alessandro Edoardo Giorgio David" userId="f8954a66-e5ad-4a1c-9536-1d2117047f5f" providerId="ADAL" clId="{5FDFF4E9-53C5-47C3-A5F0-F9BF9C8F5EB8}" dt="2021-10-03T13:22:11.043" v="4216" actId="20577"/>
          <ac:spMkLst>
            <pc:docMk/>
            <pc:sldMk cId="78677205" sldId="292"/>
            <ac:spMk id="4" creationId="{575C9774-517C-463E-8FE3-BA19EC3D810D}"/>
          </ac:spMkLst>
        </pc:spChg>
      </pc:sldChg>
      <pc:sldChg chg="modSp mod">
        <pc:chgData name="Alessandro Edoardo Giorgio David" userId="f8954a66-e5ad-4a1c-9536-1d2117047f5f" providerId="ADAL" clId="{5FDFF4E9-53C5-47C3-A5F0-F9BF9C8F5EB8}" dt="2021-10-14T08:41:58.806" v="4710" actId="20577"/>
        <pc:sldMkLst>
          <pc:docMk/>
          <pc:sldMk cId="1981222871" sldId="297"/>
        </pc:sldMkLst>
        <pc:spChg chg="mod">
          <ac:chgData name="Alessandro Edoardo Giorgio David" userId="f8954a66-e5ad-4a1c-9536-1d2117047f5f" providerId="ADAL" clId="{5FDFF4E9-53C5-47C3-A5F0-F9BF9C8F5EB8}" dt="2021-10-14T08:41:58.806" v="4710" actId="20577"/>
          <ac:spMkLst>
            <pc:docMk/>
            <pc:sldMk cId="1981222871" sldId="297"/>
            <ac:spMk id="3" creationId="{AE4B30A5-ABDC-4804-B7BC-2B832A4E39F9}"/>
          </ac:spMkLst>
        </pc:spChg>
      </pc:sldChg>
      <pc:sldChg chg="addSp delSp modSp add mod ord">
        <pc:chgData name="Alessandro Edoardo Giorgio David" userId="f8954a66-e5ad-4a1c-9536-1d2117047f5f" providerId="ADAL" clId="{5FDFF4E9-53C5-47C3-A5F0-F9BF9C8F5EB8}" dt="2021-10-14T08:46:44.792" v="4724" actId="12788"/>
        <pc:sldMkLst>
          <pc:docMk/>
          <pc:sldMk cId="2671126931" sldId="298"/>
        </pc:sldMkLst>
        <pc:spChg chg="mod">
          <ac:chgData name="Alessandro Edoardo Giorgio David" userId="f8954a66-e5ad-4a1c-9536-1d2117047f5f" providerId="ADAL" clId="{5FDFF4E9-53C5-47C3-A5F0-F9BF9C8F5EB8}" dt="2021-10-14T08:46:09.698" v="4720" actId="20577"/>
          <ac:spMkLst>
            <pc:docMk/>
            <pc:sldMk cId="2671126931" sldId="298"/>
            <ac:spMk id="2" creationId="{532053BD-39A1-4E7F-BE5D-51D1CE8C517E}"/>
          </ac:spMkLst>
        </pc:spChg>
        <pc:picChg chg="add mod">
          <ac:chgData name="Alessandro Edoardo Giorgio David" userId="f8954a66-e5ad-4a1c-9536-1d2117047f5f" providerId="ADAL" clId="{5FDFF4E9-53C5-47C3-A5F0-F9BF9C8F5EB8}" dt="2021-10-14T08:46:44.792" v="4724" actId="12788"/>
          <ac:picMkLst>
            <pc:docMk/>
            <pc:sldMk cId="2671126931" sldId="298"/>
            <ac:picMk id="4" creationId="{679E0838-24A0-40ED-9C01-1791737B7ED0}"/>
          </ac:picMkLst>
        </pc:picChg>
        <pc:picChg chg="del">
          <ac:chgData name="Alessandro Edoardo Giorgio David" userId="f8954a66-e5ad-4a1c-9536-1d2117047f5f" providerId="ADAL" clId="{5FDFF4E9-53C5-47C3-A5F0-F9BF9C8F5EB8}" dt="2021-10-14T08:46:29.743" v="4721" actId="478"/>
          <ac:picMkLst>
            <pc:docMk/>
            <pc:sldMk cId="2671126931" sldId="298"/>
            <ac:picMk id="38" creationId="{50D31379-CDF9-4606-8E3E-8A55287B225F}"/>
          </ac:picMkLst>
        </pc:picChg>
      </pc:sldChg>
      <pc:sldChg chg="addSp modSp new mod modClrScheme chgLayout">
        <pc:chgData name="Alessandro Edoardo Giorgio David" userId="f8954a66-e5ad-4a1c-9536-1d2117047f5f" providerId="ADAL" clId="{5FDFF4E9-53C5-47C3-A5F0-F9BF9C8F5EB8}" dt="2021-10-14T08:56:53.828" v="4979" actId="20577"/>
        <pc:sldMkLst>
          <pc:docMk/>
          <pc:sldMk cId="78863668" sldId="299"/>
        </pc:sldMkLst>
        <pc:spChg chg="mod ord">
          <ac:chgData name="Alessandro Edoardo Giorgio David" userId="f8954a66-e5ad-4a1c-9536-1d2117047f5f" providerId="ADAL" clId="{5FDFF4E9-53C5-47C3-A5F0-F9BF9C8F5EB8}" dt="2021-10-14T08:50:26.543" v="4808" actId="700"/>
          <ac:spMkLst>
            <pc:docMk/>
            <pc:sldMk cId="78863668" sldId="299"/>
            <ac:spMk id="2" creationId="{3DF172C8-9446-4F6B-9EA3-49C9E629D1E9}"/>
          </ac:spMkLst>
        </pc:spChg>
        <pc:spChg chg="add mod ord">
          <ac:chgData name="Alessandro Edoardo Giorgio David" userId="f8954a66-e5ad-4a1c-9536-1d2117047f5f" providerId="ADAL" clId="{5FDFF4E9-53C5-47C3-A5F0-F9BF9C8F5EB8}" dt="2021-10-14T08:56:53.828" v="4979" actId="20577"/>
          <ac:spMkLst>
            <pc:docMk/>
            <pc:sldMk cId="78863668" sldId="299"/>
            <ac:spMk id="3" creationId="{8D382115-20B8-489F-8316-7B8DB06B5FA0}"/>
          </ac:spMkLst>
        </pc:spChg>
        <pc:picChg chg="add mod">
          <ac:chgData name="Alessandro Edoardo Giorgio David" userId="f8954a66-e5ad-4a1c-9536-1d2117047f5f" providerId="ADAL" clId="{5FDFF4E9-53C5-47C3-A5F0-F9BF9C8F5EB8}" dt="2021-10-14T08:53:00.167" v="4927" actId="14100"/>
          <ac:picMkLst>
            <pc:docMk/>
            <pc:sldMk cId="78863668" sldId="299"/>
            <ac:picMk id="5" creationId="{104E750C-05D0-4F84-8DE9-D9A9BC02D734}"/>
          </ac:picMkLst>
        </pc:picChg>
      </pc:sldChg>
      <pc:sldChg chg="modSp new mod">
        <pc:chgData name="Alessandro Edoardo Giorgio David" userId="f8954a66-e5ad-4a1c-9536-1d2117047f5f" providerId="ADAL" clId="{5FDFF4E9-53C5-47C3-A5F0-F9BF9C8F5EB8}" dt="2021-10-14T09:00:51.833" v="5319" actId="20577"/>
        <pc:sldMkLst>
          <pc:docMk/>
          <pc:sldMk cId="2186609173" sldId="300"/>
        </pc:sldMkLst>
        <pc:spChg chg="mod">
          <ac:chgData name="Alessandro Edoardo Giorgio David" userId="f8954a66-e5ad-4a1c-9536-1d2117047f5f" providerId="ADAL" clId="{5FDFF4E9-53C5-47C3-A5F0-F9BF9C8F5EB8}" dt="2021-10-14T08:58:05.661" v="4982" actId="122"/>
          <ac:spMkLst>
            <pc:docMk/>
            <pc:sldMk cId="2186609173" sldId="300"/>
            <ac:spMk id="2" creationId="{C0BEE215-7AD2-49D8-ADF8-9A3F4529AB73}"/>
          </ac:spMkLst>
        </pc:spChg>
        <pc:spChg chg="mod">
          <ac:chgData name="Alessandro Edoardo Giorgio David" userId="f8954a66-e5ad-4a1c-9536-1d2117047f5f" providerId="ADAL" clId="{5FDFF4E9-53C5-47C3-A5F0-F9BF9C8F5EB8}" dt="2021-10-14T09:00:51.833" v="5319" actId="20577"/>
          <ac:spMkLst>
            <pc:docMk/>
            <pc:sldMk cId="2186609173" sldId="300"/>
            <ac:spMk id="3" creationId="{B5D701F4-31CA-4D20-B98F-BA0FA472F1B7}"/>
          </ac:spMkLst>
        </pc:spChg>
      </pc:sldChg>
      <pc:sldChg chg="modSp add mod ord">
        <pc:chgData name="Alessandro Edoardo Giorgio David" userId="f8954a66-e5ad-4a1c-9536-1d2117047f5f" providerId="ADAL" clId="{5FDFF4E9-53C5-47C3-A5F0-F9BF9C8F5EB8}" dt="2021-10-14T09:26:37.144" v="5790" actId="21"/>
        <pc:sldMkLst>
          <pc:docMk/>
          <pc:sldMk cId="97904441" sldId="301"/>
        </pc:sldMkLst>
        <pc:spChg chg="mod">
          <ac:chgData name="Alessandro Edoardo Giorgio David" userId="f8954a66-e5ad-4a1c-9536-1d2117047f5f" providerId="ADAL" clId="{5FDFF4E9-53C5-47C3-A5F0-F9BF9C8F5EB8}" dt="2021-10-14T09:01:25.537" v="5327" actId="20577"/>
          <ac:spMkLst>
            <pc:docMk/>
            <pc:sldMk cId="97904441" sldId="301"/>
            <ac:spMk id="3" creationId="{5E228ED5-007F-42D9-BD30-4C1C72525E16}"/>
          </ac:spMkLst>
        </pc:spChg>
        <pc:spChg chg="mod">
          <ac:chgData name="Alessandro Edoardo Giorgio David" userId="f8954a66-e5ad-4a1c-9536-1d2117047f5f" providerId="ADAL" clId="{5FDFF4E9-53C5-47C3-A5F0-F9BF9C8F5EB8}" dt="2021-10-14T09:26:37.144" v="5790" actId="21"/>
          <ac:spMkLst>
            <pc:docMk/>
            <pc:sldMk cId="97904441" sldId="301"/>
            <ac:spMk id="4" creationId="{575C9774-517C-463E-8FE3-BA19EC3D810D}"/>
          </ac:spMkLst>
        </pc:spChg>
      </pc:sldChg>
      <pc:sldChg chg="addSp modSp new del mod">
        <pc:chgData name="Alessandro Edoardo Giorgio David" userId="f8954a66-e5ad-4a1c-9536-1d2117047f5f" providerId="ADAL" clId="{5FDFF4E9-53C5-47C3-A5F0-F9BF9C8F5EB8}" dt="2021-10-14T09:21:56.693" v="5664" actId="2696"/>
        <pc:sldMkLst>
          <pc:docMk/>
          <pc:sldMk cId="218272537" sldId="302"/>
        </pc:sldMkLst>
        <pc:spChg chg="mod">
          <ac:chgData name="Alessandro Edoardo Giorgio David" userId="f8954a66-e5ad-4a1c-9536-1d2117047f5f" providerId="ADAL" clId="{5FDFF4E9-53C5-47C3-A5F0-F9BF9C8F5EB8}" dt="2021-10-14T09:20:17.809" v="5652" actId="122"/>
          <ac:spMkLst>
            <pc:docMk/>
            <pc:sldMk cId="218272537" sldId="302"/>
            <ac:spMk id="2" creationId="{71F720A0-B4A0-4491-A7AE-C2FA15549BE6}"/>
          </ac:spMkLst>
        </pc:spChg>
        <pc:spChg chg="add mod">
          <ac:chgData name="Alessandro Edoardo Giorgio David" userId="f8954a66-e5ad-4a1c-9536-1d2117047f5f" providerId="ADAL" clId="{5FDFF4E9-53C5-47C3-A5F0-F9BF9C8F5EB8}" dt="2021-10-14T09:19:41.283" v="5617" actId="14100"/>
          <ac:spMkLst>
            <pc:docMk/>
            <pc:sldMk cId="218272537" sldId="302"/>
            <ac:spMk id="14" creationId="{A2161BEA-F911-4EB1-8FE1-02BDA33D0042}"/>
          </ac:spMkLst>
        </pc:spChg>
        <pc:cxnChg chg="add mod">
          <ac:chgData name="Alessandro Edoardo Giorgio David" userId="f8954a66-e5ad-4a1c-9536-1d2117047f5f" providerId="ADAL" clId="{5FDFF4E9-53C5-47C3-A5F0-F9BF9C8F5EB8}" dt="2021-10-14T09:17:26.782" v="5572" actId="1076"/>
          <ac:cxnSpMkLst>
            <pc:docMk/>
            <pc:sldMk cId="218272537" sldId="302"/>
            <ac:cxnSpMk id="4" creationId="{4AD71B6B-A5EA-436D-946D-AC7965842EBE}"/>
          </ac:cxnSpMkLst>
        </pc:cxnChg>
        <pc:cxnChg chg="add mod">
          <ac:chgData name="Alessandro Edoardo Giorgio David" userId="f8954a66-e5ad-4a1c-9536-1d2117047f5f" providerId="ADAL" clId="{5FDFF4E9-53C5-47C3-A5F0-F9BF9C8F5EB8}" dt="2021-10-14T09:16:02.283" v="5560" actId="692"/>
          <ac:cxnSpMkLst>
            <pc:docMk/>
            <pc:sldMk cId="218272537" sldId="302"/>
            <ac:cxnSpMk id="6" creationId="{74D78FA8-E37D-4FF6-A28F-BEEF11F902A4}"/>
          </ac:cxnSpMkLst>
        </pc:cxnChg>
        <pc:cxnChg chg="add mod">
          <ac:chgData name="Alessandro Edoardo Giorgio David" userId="f8954a66-e5ad-4a1c-9536-1d2117047f5f" providerId="ADAL" clId="{5FDFF4E9-53C5-47C3-A5F0-F9BF9C8F5EB8}" dt="2021-10-14T09:17:04.575" v="5570" actId="692"/>
          <ac:cxnSpMkLst>
            <pc:docMk/>
            <pc:sldMk cId="218272537" sldId="302"/>
            <ac:cxnSpMk id="8" creationId="{8D1BBEAF-9872-49B1-BC1D-ACB4D6CCEA0A}"/>
          </ac:cxnSpMkLst>
        </pc:cxnChg>
        <pc:cxnChg chg="add mod">
          <ac:chgData name="Alessandro Edoardo Giorgio David" userId="f8954a66-e5ad-4a1c-9536-1d2117047f5f" providerId="ADAL" clId="{5FDFF4E9-53C5-47C3-A5F0-F9BF9C8F5EB8}" dt="2021-10-14T09:17:50.223" v="5582" actId="692"/>
          <ac:cxnSpMkLst>
            <pc:docMk/>
            <pc:sldMk cId="218272537" sldId="302"/>
            <ac:cxnSpMk id="11" creationId="{9D4EEB14-2537-4D36-9520-37EB3FB5671B}"/>
          </ac:cxnSpMkLst>
        </pc:cxnChg>
        <pc:cxnChg chg="add mod">
          <ac:chgData name="Alessandro Edoardo Giorgio David" userId="f8954a66-e5ad-4a1c-9536-1d2117047f5f" providerId="ADAL" clId="{5FDFF4E9-53C5-47C3-A5F0-F9BF9C8F5EB8}" dt="2021-10-14T09:19:05.675" v="5602" actId="692"/>
          <ac:cxnSpMkLst>
            <pc:docMk/>
            <pc:sldMk cId="218272537" sldId="302"/>
            <ac:cxnSpMk id="13" creationId="{F27A83BB-8C41-4D1F-942E-78E4D58BFDA1}"/>
          </ac:cxnSpMkLst>
        </pc:cxnChg>
        <pc:cxnChg chg="add mod">
          <ac:chgData name="Alessandro Edoardo Giorgio David" userId="f8954a66-e5ad-4a1c-9536-1d2117047f5f" providerId="ADAL" clId="{5FDFF4E9-53C5-47C3-A5F0-F9BF9C8F5EB8}" dt="2021-10-14T09:21:04.636" v="5663" actId="692"/>
          <ac:cxnSpMkLst>
            <pc:docMk/>
            <pc:sldMk cId="218272537" sldId="302"/>
            <ac:cxnSpMk id="16" creationId="{E85E98BB-ADB4-438A-BE22-56C2A143F7E5}"/>
          </ac:cxnSpMkLst>
        </pc:cxnChg>
      </pc:sldChg>
      <pc:sldChg chg="addSp modSp new mod">
        <pc:chgData name="Alessandro Edoardo Giorgio David" userId="f8954a66-e5ad-4a1c-9536-1d2117047f5f" providerId="ADAL" clId="{5FDFF4E9-53C5-47C3-A5F0-F9BF9C8F5EB8}" dt="2021-10-14T09:31:38.920" v="5936" actId="1076"/>
        <pc:sldMkLst>
          <pc:docMk/>
          <pc:sldMk cId="3534976779" sldId="302"/>
        </pc:sldMkLst>
        <pc:spChg chg="mod">
          <ac:chgData name="Alessandro Edoardo Giorgio David" userId="f8954a66-e5ad-4a1c-9536-1d2117047f5f" providerId="ADAL" clId="{5FDFF4E9-53C5-47C3-A5F0-F9BF9C8F5EB8}" dt="2021-10-14T09:24:32.453" v="5729" actId="122"/>
          <ac:spMkLst>
            <pc:docMk/>
            <pc:sldMk cId="3534976779" sldId="302"/>
            <ac:spMk id="2" creationId="{C834021D-6929-413C-B2A8-E62A9B4684FC}"/>
          </ac:spMkLst>
        </pc:spChg>
        <pc:spChg chg="mod">
          <ac:chgData name="Alessandro Edoardo Giorgio David" userId="f8954a66-e5ad-4a1c-9536-1d2117047f5f" providerId="ADAL" clId="{5FDFF4E9-53C5-47C3-A5F0-F9BF9C8F5EB8}" dt="2021-10-14T09:30:26.271" v="5930" actId="20577"/>
          <ac:spMkLst>
            <pc:docMk/>
            <pc:sldMk cId="3534976779" sldId="302"/>
            <ac:spMk id="3" creationId="{8829FE4E-042C-4F37-B68E-09D849952BE8}"/>
          </ac:spMkLst>
        </pc:spChg>
        <pc:picChg chg="add mod">
          <ac:chgData name="Alessandro Edoardo Giorgio David" userId="f8954a66-e5ad-4a1c-9536-1d2117047f5f" providerId="ADAL" clId="{5FDFF4E9-53C5-47C3-A5F0-F9BF9C8F5EB8}" dt="2021-10-14T09:31:38.920" v="5936" actId="1076"/>
          <ac:picMkLst>
            <pc:docMk/>
            <pc:sldMk cId="3534976779" sldId="302"/>
            <ac:picMk id="4" creationId="{25095EF2-097E-4B9A-92DC-6F54224FD30A}"/>
          </ac:picMkLst>
        </pc:picChg>
      </pc:sldChg>
      <pc:sldChg chg="modSp new mod">
        <pc:chgData name="Alessandro Edoardo Giorgio David" userId="f8954a66-e5ad-4a1c-9536-1d2117047f5f" providerId="ADAL" clId="{5FDFF4E9-53C5-47C3-A5F0-F9BF9C8F5EB8}" dt="2021-10-14T10:32:13.374" v="7387" actId="20577"/>
        <pc:sldMkLst>
          <pc:docMk/>
          <pc:sldMk cId="1912926955" sldId="303"/>
        </pc:sldMkLst>
        <pc:spChg chg="mod">
          <ac:chgData name="Alessandro Edoardo Giorgio David" userId="f8954a66-e5ad-4a1c-9536-1d2117047f5f" providerId="ADAL" clId="{5FDFF4E9-53C5-47C3-A5F0-F9BF9C8F5EB8}" dt="2021-10-14T10:32:13.374" v="7387" actId="20577"/>
          <ac:spMkLst>
            <pc:docMk/>
            <pc:sldMk cId="1912926955" sldId="303"/>
            <ac:spMk id="2" creationId="{E69931B7-892D-4776-928C-DBE20A52E189}"/>
          </ac:spMkLst>
        </pc:spChg>
        <pc:spChg chg="mod">
          <ac:chgData name="Alessandro Edoardo Giorgio David" userId="f8954a66-e5ad-4a1c-9536-1d2117047f5f" providerId="ADAL" clId="{5FDFF4E9-53C5-47C3-A5F0-F9BF9C8F5EB8}" dt="2021-10-14T09:40:58.038" v="6356" actId="20577"/>
          <ac:spMkLst>
            <pc:docMk/>
            <pc:sldMk cId="1912926955" sldId="303"/>
            <ac:spMk id="3" creationId="{2784D985-9431-492E-8498-B80DD5D9CAA3}"/>
          </ac:spMkLst>
        </pc:spChg>
      </pc:sldChg>
      <pc:sldChg chg="modSp new mod">
        <pc:chgData name="Alessandro Edoardo Giorgio David" userId="f8954a66-e5ad-4a1c-9536-1d2117047f5f" providerId="ADAL" clId="{5FDFF4E9-53C5-47C3-A5F0-F9BF9C8F5EB8}" dt="2021-10-14T10:03:34.829" v="6655" actId="20577"/>
        <pc:sldMkLst>
          <pc:docMk/>
          <pc:sldMk cId="2901415077" sldId="304"/>
        </pc:sldMkLst>
        <pc:spChg chg="mod">
          <ac:chgData name="Alessandro Edoardo Giorgio David" userId="f8954a66-e5ad-4a1c-9536-1d2117047f5f" providerId="ADAL" clId="{5FDFF4E9-53C5-47C3-A5F0-F9BF9C8F5EB8}" dt="2021-10-14T09:42:04.942" v="6377" actId="122"/>
          <ac:spMkLst>
            <pc:docMk/>
            <pc:sldMk cId="2901415077" sldId="304"/>
            <ac:spMk id="2" creationId="{4F23C1EA-CE02-413D-8C2A-DC6271C75724}"/>
          </ac:spMkLst>
        </pc:spChg>
        <pc:spChg chg="mod">
          <ac:chgData name="Alessandro Edoardo Giorgio David" userId="f8954a66-e5ad-4a1c-9536-1d2117047f5f" providerId="ADAL" clId="{5FDFF4E9-53C5-47C3-A5F0-F9BF9C8F5EB8}" dt="2021-10-14T10:03:34.829" v="6655" actId="20577"/>
          <ac:spMkLst>
            <pc:docMk/>
            <pc:sldMk cId="2901415077" sldId="304"/>
            <ac:spMk id="3" creationId="{B73DEFB8-DD02-4497-BB1A-F813247BBC16}"/>
          </ac:spMkLst>
        </pc:spChg>
      </pc:sldChg>
      <pc:sldChg chg="modSp new mod">
        <pc:chgData name="Alessandro Edoardo Giorgio David" userId="f8954a66-e5ad-4a1c-9536-1d2117047f5f" providerId="ADAL" clId="{5FDFF4E9-53C5-47C3-A5F0-F9BF9C8F5EB8}" dt="2021-10-14T10:08:40.585" v="7048" actId="20577"/>
        <pc:sldMkLst>
          <pc:docMk/>
          <pc:sldMk cId="3263308340" sldId="305"/>
        </pc:sldMkLst>
        <pc:spChg chg="mod">
          <ac:chgData name="Alessandro Edoardo Giorgio David" userId="f8954a66-e5ad-4a1c-9536-1d2117047f5f" providerId="ADAL" clId="{5FDFF4E9-53C5-47C3-A5F0-F9BF9C8F5EB8}" dt="2021-10-14T10:04:09.802" v="6667" actId="20577"/>
          <ac:spMkLst>
            <pc:docMk/>
            <pc:sldMk cId="3263308340" sldId="305"/>
            <ac:spMk id="2" creationId="{86F3C447-762E-418E-A93F-FEB56D34A53C}"/>
          </ac:spMkLst>
        </pc:spChg>
        <pc:spChg chg="mod">
          <ac:chgData name="Alessandro Edoardo Giorgio David" userId="f8954a66-e5ad-4a1c-9536-1d2117047f5f" providerId="ADAL" clId="{5FDFF4E9-53C5-47C3-A5F0-F9BF9C8F5EB8}" dt="2021-10-14T10:08:40.585" v="7048" actId="20577"/>
          <ac:spMkLst>
            <pc:docMk/>
            <pc:sldMk cId="3263308340" sldId="305"/>
            <ac:spMk id="3" creationId="{B3C330ED-FBC9-468A-994D-2ACE2267DF33}"/>
          </ac:spMkLst>
        </pc:spChg>
      </pc:sldChg>
      <pc:sldChg chg="addSp delSp modSp new mod modClrScheme chgLayout">
        <pc:chgData name="Alessandro Edoardo Giorgio David" userId="f8954a66-e5ad-4a1c-9536-1d2117047f5f" providerId="ADAL" clId="{5FDFF4E9-53C5-47C3-A5F0-F9BF9C8F5EB8}" dt="2021-10-14T10:09:37.574" v="7057" actId="12789"/>
        <pc:sldMkLst>
          <pc:docMk/>
          <pc:sldMk cId="4168440809" sldId="306"/>
        </pc:sldMkLst>
        <pc:spChg chg="del">
          <ac:chgData name="Alessandro Edoardo Giorgio David" userId="f8954a66-e5ad-4a1c-9536-1d2117047f5f" providerId="ADAL" clId="{5FDFF4E9-53C5-47C3-A5F0-F9BF9C8F5EB8}" dt="2021-10-14T10:09:15.478" v="7051" actId="700"/>
          <ac:spMkLst>
            <pc:docMk/>
            <pc:sldMk cId="4168440809" sldId="306"/>
            <ac:spMk id="2" creationId="{16BB6EA8-BDF5-4800-A803-1E4E96554D52}"/>
          </ac:spMkLst>
        </pc:spChg>
        <pc:spChg chg="del">
          <ac:chgData name="Alessandro Edoardo Giorgio David" userId="f8954a66-e5ad-4a1c-9536-1d2117047f5f" providerId="ADAL" clId="{5FDFF4E9-53C5-47C3-A5F0-F9BF9C8F5EB8}" dt="2021-10-14T10:09:08.508" v="7050"/>
          <ac:spMkLst>
            <pc:docMk/>
            <pc:sldMk cId="4168440809" sldId="306"/>
            <ac:spMk id="3" creationId="{3ABFA1B8-4F07-4015-91A3-736D1DB3F142}"/>
          </ac:spMkLst>
        </pc:spChg>
        <pc:picChg chg="add mod ord">
          <ac:chgData name="Alessandro Edoardo Giorgio David" userId="f8954a66-e5ad-4a1c-9536-1d2117047f5f" providerId="ADAL" clId="{5FDFF4E9-53C5-47C3-A5F0-F9BF9C8F5EB8}" dt="2021-10-14T10:09:37.574" v="7057" actId="12789"/>
          <ac:picMkLst>
            <pc:docMk/>
            <pc:sldMk cId="4168440809" sldId="306"/>
            <ac:picMk id="4" creationId="{74657B9E-160E-4500-B2B4-7D97358A0488}"/>
          </ac:picMkLst>
        </pc:picChg>
      </pc:sldChg>
      <pc:sldChg chg="addSp modSp new mod">
        <pc:chgData name="Alessandro Edoardo Giorgio David" userId="f8954a66-e5ad-4a1c-9536-1d2117047f5f" providerId="ADAL" clId="{5FDFF4E9-53C5-47C3-A5F0-F9BF9C8F5EB8}" dt="2021-10-14T10:10:14.985" v="7063" actId="12788"/>
        <pc:sldMkLst>
          <pc:docMk/>
          <pc:sldMk cId="1498928346" sldId="307"/>
        </pc:sldMkLst>
        <pc:picChg chg="add mod">
          <ac:chgData name="Alessandro Edoardo Giorgio David" userId="f8954a66-e5ad-4a1c-9536-1d2117047f5f" providerId="ADAL" clId="{5FDFF4E9-53C5-47C3-A5F0-F9BF9C8F5EB8}" dt="2021-10-14T10:10:14.985" v="7063" actId="12788"/>
          <ac:picMkLst>
            <pc:docMk/>
            <pc:sldMk cId="1498928346" sldId="307"/>
            <ac:picMk id="2" creationId="{64DA4F0E-C31C-4978-96CA-AF4AC193E6C7}"/>
          </ac:picMkLst>
        </pc:picChg>
      </pc:sldChg>
      <pc:sldChg chg="addSp modSp new mod modClrScheme chgLayout">
        <pc:chgData name="Alessandro Edoardo Giorgio David" userId="f8954a66-e5ad-4a1c-9536-1d2117047f5f" providerId="ADAL" clId="{5FDFF4E9-53C5-47C3-A5F0-F9BF9C8F5EB8}" dt="2021-10-14T10:14:57.446" v="7241" actId="20577"/>
        <pc:sldMkLst>
          <pc:docMk/>
          <pc:sldMk cId="2102317271" sldId="308"/>
        </pc:sldMkLst>
        <pc:spChg chg="add mod">
          <ac:chgData name="Alessandro Edoardo Giorgio David" userId="f8954a66-e5ad-4a1c-9536-1d2117047f5f" providerId="ADAL" clId="{5FDFF4E9-53C5-47C3-A5F0-F9BF9C8F5EB8}" dt="2021-10-14T10:12:24.605" v="7087" actId="122"/>
          <ac:spMkLst>
            <pc:docMk/>
            <pc:sldMk cId="2102317271" sldId="308"/>
            <ac:spMk id="2" creationId="{769A5369-E1DA-4E1C-9155-14EB0377FBFB}"/>
          </ac:spMkLst>
        </pc:spChg>
        <pc:spChg chg="add mod">
          <ac:chgData name="Alessandro Edoardo Giorgio David" userId="f8954a66-e5ad-4a1c-9536-1d2117047f5f" providerId="ADAL" clId="{5FDFF4E9-53C5-47C3-A5F0-F9BF9C8F5EB8}" dt="2021-10-14T10:14:57.446" v="7241" actId="20577"/>
          <ac:spMkLst>
            <pc:docMk/>
            <pc:sldMk cId="2102317271" sldId="308"/>
            <ac:spMk id="3" creationId="{F028F276-7089-4658-BDA2-574C33FAFCC4}"/>
          </ac:spMkLst>
        </pc:spChg>
      </pc:sldChg>
      <pc:sldChg chg="modSp add mod ord">
        <pc:chgData name="Alessandro Edoardo Giorgio David" userId="f8954a66-e5ad-4a1c-9536-1d2117047f5f" providerId="ADAL" clId="{5FDFF4E9-53C5-47C3-A5F0-F9BF9C8F5EB8}" dt="2021-10-14T10:31:44.078" v="7364" actId="20577"/>
        <pc:sldMkLst>
          <pc:docMk/>
          <pc:sldMk cId="3617070951" sldId="309"/>
        </pc:sldMkLst>
        <pc:spChg chg="mod">
          <ac:chgData name="Alessandro Edoardo Giorgio David" userId="f8954a66-e5ad-4a1c-9536-1d2117047f5f" providerId="ADAL" clId="{5FDFF4E9-53C5-47C3-A5F0-F9BF9C8F5EB8}" dt="2021-10-14T10:17:04.498" v="7249" actId="20577"/>
          <ac:spMkLst>
            <pc:docMk/>
            <pc:sldMk cId="3617070951" sldId="309"/>
            <ac:spMk id="3" creationId="{5E228ED5-007F-42D9-BD30-4C1C72525E16}"/>
          </ac:spMkLst>
        </pc:spChg>
        <pc:spChg chg="mod">
          <ac:chgData name="Alessandro Edoardo Giorgio David" userId="f8954a66-e5ad-4a1c-9536-1d2117047f5f" providerId="ADAL" clId="{5FDFF4E9-53C5-47C3-A5F0-F9BF9C8F5EB8}" dt="2021-10-14T10:31:44.078" v="7364" actId="20577"/>
          <ac:spMkLst>
            <pc:docMk/>
            <pc:sldMk cId="3617070951" sldId="309"/>
            <ac:spMk id="4" creationId="{575C9774-517C-463E-8FE3-BA19EC3D810D}"/>
          </ac:spMkLst>
        </pc:spChg>
      </pc:sldChg>
      <pc:sldChg chg="modSp new mod">
        <pc:chgData name="Alessandro Edoardo Giorgio David" userId="f8954a66-e5ad-4a1c-9536-1d2117047f5f" providerId="ADAL" clId="{5FDFF4E9-53C5-47C3-A5F0-F9BF9C8F5EB8}" dt="2021-10-14T10:34:41.103" v="7714" actId="20577"/>
        <pc:sldMkLst>
          <pc:docMk/>
          <pc:sldMk cId="3291647177" sldId="310"/>
        </pc:sldMkLst>
        <pc:spChg chg="mod">
          <ac:chgData name="Alessandro Edoardo Giorgio David" userId="f8954a66-e5ad-4a1c-9536-1d2117047f5f" providerId="ADAL" clId="{5FDFF4E9-53C5-47C3-A5F0-F9BF9C8F5EB8}" dt="2021-10-14T10:32:28.770" v="7418" actId="122"/>
          <ac:spMkLst>
            <pc:docMk/>
            <pc:sldMk cId="3291647177" sldId="310"/>
            <ac:spMk id="2" creationId="{5BAFD2A4-77A3-4EB7-B2A6-8C47AEECC479}"/>
          </ac:spMkLst>
        </pc:spChg>
        <pc:spChg chg="mod">
          <ac:chgData name="Alessandro Edoardo Giorgio David" userId="f8954a66-e5ad-4a1c-9536-1d2117047f5f" providerId="ADAL" clId="{5FDFF4E9-53C5-47C3-A5F0-F9BF9C8F5EB8}" dt="2021-10-14T10:34:41.103" v="7714" actId="20577"/>
          <ac:spMkLst>
            <pc:docMk/>
            <pc:sldMk cId="3291647177" sldId="310"/>
            <ac:spMk id="3" creationId="{E77B486E-3DC9-41E4-8161-B93BFB94B8CF}"/>
          </ac:spMkLst>
        </pc:spChg>
      </pc:sldChg>
      <pc:sldChg chg="modSp new mod">
        <pc:chgData name="Alessandro Edoardo Giorgio David" userId="f8954a66-e5ad-4a1c-9536-1d2117047f5f" providerId="ADAL" clId="{5FDFF4E9-53C5-47C3-A5F0-F9BF9C8F5EB8}" dt="2021-10-14T10:45:28.362" v="8060" actId="20577"/>
        <pc:sldMkLst>
          <pc:docMk/>
          <pc:sldMk cId="1197056652" sldId="311"/>
        </pc:sldMkLst>
        <pc:spChg chg="mod">
          <ac:chgData name="Alessandro Edoardo Giorgio David" userId="f8954a66-e5ad-4a1c-9536-1d2117047f5f" providerId="ADAL" clId="{5FDFF4E9-53C5-47C3-A5F0-F9BF9C8F5EB8}" dt="2021-10-14T10:35:23.218" v="7739" actId="20577"/>
          <ac:spMkLst>
            <pc:docMk/>
            <pc:sldMk cId="1197056652" sldId="311"/>
            <ac:spMk id="2" creationId="{DF83825C-F4EE-45AF-B17F-DF5486721DCB}"/>
          </ac:spMkLst>
        </pc:spChg>
        <pc:spChg chg="mod">
          <ac:chgData name="Alessandro Edoardo Giorgio David" userId="f8954a66-e5ad-4a1c-9536-1d2117047f5f" providerId="ADAL" clId="{5FDFF4E9-53C5-47C3-A5F0-F9BF9C8F5EB8}" dt="2021-10-14T10:45:28.362" v="8060" actId="20577"/>
          <ac:spMkLst>
            <pc:docMk/>
            <pc:sldMk cId="1197056652" sldId="311"/>
            <ac:spMk id="3" creationId="{5364C70C-97E8-485E-AA55-6EB787DF4B81}"/>
          </ac:spMkLst>
        </pc:spChg>
      </pc:sldChg>
      <pc:sldChg chg="modSp new mod">
        <pc:chgData name="Alessandro Edoardo Giorgio David" userId="f8954a66-e5ad-4a1c-9536-1d2117047f5f" providerId="ADAL" clId="{5FDFF4E9-53C5-47C3-A5F0-F9BF9C8F5EB8}" dt="2021-10-14T11:11:44.708" v="8679" actId="20577"/>
        <pc:sldMkLst>
          <pc:docMk/>
          <pc:sldMk cId="3166498235" sldId="312"/>
        </pc:sldMkLst>
        <pc:spChg chg="mod">
          <ac:chgData name="Alessandro Edoardo Giorgio David" userId="f8954a66-e5ad-4a1c-9536-1d2117047f5f" providerId="ADAL" clId="{5FDFF4E9-53C5-47C3-A5F0-F9BF9C8F5EB8}" dt="2021-10-14T11:06:21.167" v="8445" actId="20577"/>
          <ac:spMkLst>
            <pc:docMk/>
            <pc:sldMk cId="3166498235" sldId="312"/>
            <ac:spMk id="2" creationId="{80F6F5D3-5034-4CC2-AEE4-6C7B7DC3A68C}"/>
          </ac:spMkLst>
        </pc:spChg>
        <pc:spChg chg="mod">
          <ac:chgData name="Alessandro Edoardo Giorgio David" userId="f8954a66-e5ad-4a1c-9536-1d2117047f5f" providerId="ADAL" clId="{5FDFF4E9-53C5-47C3-A5F0-F9BF9C8F5EB8}" dt="2021-10-14T11:11:44.708" v="8679" actId="20577"/>
          <ac:spMkLst>
            <pc:docMk/>
            <pc:sldMk cId="3166498235" sldId="312"/>
            <ac:spMk id="3" creationId="{54EB1E72-91C3-40C5-8BA2-D414EB60F6B7}"/>
          </ac:spMkLst>
        </pc:spChg>
      </pc:sldChg>
      <pc:sldChg chg="addSp delSp modSp new mod modClrScheme chgLayout">
        <pc:chgData name="Alessandro Edoardo Giorgio David" userId="f8954a66-e5ad-4a1c-9536-1d2117047f5f" providerId="ADAL" clId="{5FDFF4E9-53C5-47C3-A5F0-F9BF9C8F5EB8}" dt="2021-10-14T11:07:43.175" v="8487" actId="1076"/>
        <pc:sldMkLst>
          <pc:docMk/>
          <pc:sldMk cId="439927486" sldId="313"/>
        </pc:sldMkLst>
        <pc:spChg chg="del mod ord">
          <ac:chgData name="Alessandro Edoardo Giorgio David" userId="f8954a66-e5ad-4a1c-9536-1d2117047f5f" providerId="ADAL" clId="{5FDFF4E9-53C5-47C3-A5F0-F9BF9C8F5EB8}" dt="2021-10-14T11:03:41.980" v="8339" actId="700"/>
          <ac:spMkLst>
            <pc:docMk/>
            <pc:sldMk cId="439927486" sldId="313"/>
            <ac:spMk id="2" creationId="{E9B5E413-3966-4C4C-9955-C7E44D1831FF}"/>
          </ac:spMkLst>
        </pc:spChg>
        <pc:spChg chg="del">
          <ac:chgData name="Alessandro Edoardo Giorgio David" userId="f8954a66-e5ad-4a1c-9536-1d2117047f5f" providerId="ADAL" clId="{5FDFF4E9-53C5-47C3-A5F0-F9BF9C8F5EB8}" dt="2021-10-14T11:03:41.980" v="8339" actId="700"/>
          <ac:spMkLst>
            <pc:docMk/>
            <pc:sldMk cId="439927486" sldId="313"/>
            <ac:spMk id="3" creationId="{436437BF-BA5C-444C-85D6-606C6A0C2B12}"/>
          </ac:spMkLst>
        </pc:spChg>
        <pc:spChg chg="add mod ord">
          <ac:chgData name="Alessandro Edoardo Giorgio David" userId="f8954a66-e5ad-4a1c-9536-1d2117047f5f" providerId="ADAL" clId="{5FDFF4E9-53C5-47C3-A5F0-F9BF9C8F5EB8}" dt="2021-10-14T11:04:20.586" v="8368" actId="700"/>
          <ac:spMkLst>
            <pc:docMk/>
            <pc:sldMk cId="439927486" sldId="313"/>
            <ac:spMk id="4" creationId="{76BB9B99-2C17-40EB-ACA5-8F2A6C20D897}"/>
          </ac:spMkLst>
        </pc:spChg>
        <pc:spChg chg="add del mod ord">
          <ac:chgData name="Alessandro Edoardo Giorgio David" userId="f8954a66-e5ad-4a1c-9536-1d2117047f5f" providerId="ADAL" clId="{5FDFF4E9-53C5-47C3-A5F0-F9BF9C8F5EB8}" dt="2021-10-14T11:04:22.444" v="8369"/>
          <ac:spMkLst>
            <pc:docMk/>
            <pc:sldMk cId="439927486" sldId="313"/>
            <ac:spMk id="6" creationId="{EC4F78BF-686A-4F60-9B20-F55005D24AA4}"/>
          </ac:spMkLst>
        </pc:spChg>
        <pc:picChg chg="add del">
          <ac:chgData name="Alessandro Edoardo Giorgio David" userId="f8954a66-e5ad-4a1c-9536-1d2117047f5f" providerId="ADAL" clId="{5FDFF4E9-53C5-47C3-A5F0-F9BF9C8F5EB8}" dt="2021-10-14T11:04:17.186" v="8367"/>
          <ac:picMkLst>
            <pc:docMk/>
            <pc:sldMk cId="439927486" sldId="313"/>
            <ac:picMk id="5" creationId="{F9B3A952-B29A-48A6-8A96-E02BE608DFD5}"/>
          </ac:picMkLst>
        </pc:picChg>
        <pc:picChg chg="add mod">
          <ac:chgData name="Alessandro Edoardo Giorgio David" userId="f8954a66-e5ad-4a1c-9536-1d2117047f5f" providerId="ADAL" clId="{5FDFF4E9-53C5-47C3-A5F0-F9BF9C8F5EB8}" dt="2021-10-14T11:07:43.175" v="8487" actId="1076"/>
          <ac:picMkLst>
            <pc:docMk/>
            <pc:sldMk cId="439927486" sldId="313"/>
            <ac:picMk id="7" creationId="{4A5B524C-28A4-4A02-8C72-452390A725E1}"/>
          </ac:picMkLst>
        </pc:picChg>
        <pc:picChg chg="add mod">
          <ac:chgData name="Alessandro Edoardo Giorgio David" userId="f8954a66-e5ad-4a1c-9536-1d2117047f5f" providerId="ADAL" clId="{5FDFF4E9-53C5-47C3-A5F0-F9BF9C8F5EB8}" dt="2021-10-14T11:07:35.635" v="8484" actId="1076"/>
          <ac:picMkLst>
            <pc:docMk/>
            <pc:sldMk cId="439927486" sldId="313"/>
            <ac:picMk id="8" creationId="{9ED0C024-74CA-4A9E-AE22-038E5D071A03}"/>
          </ac:picMkLst>
        </pc:picChg>
      </pc:sldChg>
      <pc:sldChg chg="addSp delSp modSp new mod modClrScheme chgLayout">
        <pc:chgData name="Alessandro Edoardo Giorgio David" userId="f8954a66-e5ad-4a1c-9536-1d2117047f5f" providerId="ADAL" clId="{5FDFF4E9-53C5-47C3-A5F0-F9BF9C8F5EB8}" dt="2021-10-14T11:13:05.059" v="8688" actId="12788"/>
        <pc:sldMkLst>
          <pc:docMk/>
          <pc:sldMk cId="4281669870" sldId="314"/>
        </pc:sldMkLst>
        <pc:spChg chg="del">
          <ac:chgData name="Alessandro Edoardo Giorgio David" userId="f8954a66-e5ad-4a1c-9536-1d2117047f5f" providerId="ADAL" clId="{5FDFF4E9-53C5-47C3-A5F0-F9BF9C8F5EB8}" dt="2021-10-14T11:12:45.737" v="8682" actId="700"/>
          <ac:spMkLst>
            <pc:docMk/>
            <pc:sldMk cId="4281669870" sldId="314"/>
            <ac:spMk id="2" creationId="{AFC65C94-FD53-43B2-9C08-F1CC31E78B59}"/>
          </ac:spMkLst>
        </pc:spChg>
        <pc:spChg chg="del">
          <ac:chgData name="Alessandro Edoardo Giorgio David" userId="f8954a66-e5ad-4a1c-9536-1d2117047f5f" providerId="ADAL" clId="{5FDFF4E9-53C5-47C3-A5F0-F9BF9C8F5EB8}" dt="2021-10-14T11:12:40.199" v="8681"/>
          <ac:spMkLst>
            <pc:docMk/>
            <pc:sldMk cId="4281669870" sldId="314"/>
            <ac:spMk id="3" creationId="{ED36B5F1-C355-4FB1-A28D-800BC561689D}"/>
          </ac:spMkLst>
        </pc:spChg>
        <pc:picChg chg="add mod ord">
          <ac:chgData name="Alessandro Edoardo Giorgio David" userId="f8954a66-e5ad-4a1c-9536-1d2117047f5f" providerId="ADAL" clId="{5FDFF4E9-53C5-47C3-A5F0-F9BF9C8F5EB8}" dt="2021-10-14T11:13:05.059" v="8688" actId="12788"/>
          <ac:picMkLst>
            <pc:docMk/>
            <pc:sldMk cId="4281669870" sldId="314"/>
            <ac:picMk id="4" creationId="{F5CA7FA2-BBB8-4EC2-AB15-5D1A17BF74DA}"/>
          </ac:picMkLst>
        </pc:picChg>
      </pc:sldChg>
      <pc:sldChg chg="modSp add mod ord">
        <pc:chgData name="Alessandro Edoardo Giorgio David" userId="f8954a66-e5ad-4a1c-9536-1d2117047f5f" providerId="ADAL" clId="{5FDFF4E9-53C5-47C3-A5F0-F9BF9C8F5EB8}" dt="2021-10-15T08:46:53.931" v="9369" actId="20577"/>
        <pc:sldMkLst>
          <pc:docMk/>
          <pc:sldMk cId="1569596813" sldId="315"/>
        </pc:sldMkLst>
        <pc:spChg chg="mod">
          <ac:chgData name="Alessandro Edoardo Giorgio David" userId="f8954a66-e5ad-4a1c-9536-1d2117047f5f" providerId="ADAL" clId="{5FDFF4E9-53C5-47C3-A5F0-F9BF9C8F5EB8}" dt="2021-10-15T08:19:39.734" v="8694" actId="20577"/>
          <ac:spMkLst>
            <pc:docMk/>
            <pc:sldMk cId="1569596813" sldId="315"/>
            <ac:spMk id="3" creationId="{5E228ED5-007F-42D9-BD30-4C1C72525E16}"/>
          </ac:spMkLst>
        </pc:spChg>
        <pc:spChg chg="mod">
          <ac:chgData name="Alessandro Edoardo Giorgio David" userId="f8954a66-e5ad-4a1c-9536-1d2117047f5f" providerId="ADAL" clId="{5FDFF4E9-53C5-47C3-A5F0-F9BF9C8F5EB8}" dt="2021-10-15T08:46:53.931" v="9369" actId="20577"/>
          <ac:spMkLst>
            <pc:docMk/>
            <pc:sldMk cId="1569596813" sldId="315"/>
            <ac:spMk id="4" creationId="{575C9774-517C-463E-8FE3-BA19EC3D810D}"/>
          </ac:spMkLst>
        </pc:spChg>
      </pc:sldChg>
      <pc:sldChg chg="addSp delSp modSp new mod">
        <pc:chgData name="Alessandro Edoardo Giorgio David" userId="f8954a66-e5ad-4a1c-9536-1d2117047f5f" providerId="ADAL" clId="{5FDFF4E9-53C5-47C3-A5F0-F9BF9C8F5EB8}" dt="2021-10-15T08:40:53.379" v="9198"/>
        <pc:sldMkLst>
          <pc:docMk/>
          <pc:sldMk cId="3952759020" sldId="316"/>
        </pc:sldMkLst>
        <pc:spChg chg="mod">
          <ac:chgData name="Alessandro Edoardo Giorgio David" userId="f8954a66-e5ad-4a1c-9536-1d2117047f5f" providerId="ADAL" clId="{5FDFF4E9-53C5-47C3-A5F0-F9BF9C8F5EB8}" dt="2021-10-15T08:25:32.531" v="8804" actId="122"/>
          <ac:spMkLst>
            <pc:docMk/>
            <pc:sldMk cId="3952759020" sldId="316"/>
            <ac:spMk id="2" creationId="{E2F8E124-52E9-427F-9899-AEE28F7B3480}"/>
          </ac:spMkLst>
        </pc:spChg>
        <pc:spChg chg="add mod">
          <ac:chgData name="Alessandro Edoardo Giorgio David" userId="f8954a66-e5ad-4a1c-9536-1d2117047f5f" providerId="ADAL" clId="{5FDFF4E9-53C5-47C3-A5F0-F9BF9C8F5EB8}" dt="2021-10-15T08:32:34.610" v="8876" actId="1076"/>
          <ac:spMkLst>
            <pc:docMk/>
            <pc:sldMk cId="3952759020" sldId="316"/>
            <ac:spMk id="21" creationId="{F37F0922-6089-432A-8BD5-CA41DA473F03}"/>
          </ac:spMkLst>
        </pc:spChg>
        <pc:spChg chg="add del mod">
          <ac:chgData name="Alessandro Edoardo Giorgio David" userId="f8954a66-e5ad-4a1c-9536-1d2117047f5f" providerId="ADAL" clId="{5FDFF4E9-53C5-47C3-A5F0-F9BF9C8F5EB8}" dt="2021-10-15T08:40:53.379" v="9198"/>
          <ac:spMkLst>
            <pc:docMk/>
            <pc:sldMk cId="3952759020" sldId="316"/>
            <ac:spMk id="22" creationId="{B0C31138-69D4-4EAF-A52B-32196023F77E}"/>
          </ac:spMkLst>
        </pc:spChg>
        <pc:spChg chg="add mod">
          <ac:chgData name="Alessandro Edoardo Giorgio David" userId="f8954a66-e5ad-4a1c-9536-1d2117047f5f" providerId="ADAL" clId="{5FDFF4E9-53C5-47C3-A5F0-F9BF9C8F5EB8}" dt="2021-10-15T08:33:04.425" v="8882" actId="1076"/>
          <ac:spMkLst>
            <pc:docMk/>
            <pc:sldMk cId="3952759020" sldId="316"/>
            <ac:spMk id="23" creationId="{46A6E860-E6C7-499B-9E3B-F27F54382CC5}"/>
          </ac:spMkLst>
        </pc:spChg>
        <pc:spChg chg="add mod">
          <ac:chgData name="Alessandro Edoardo Giorgio David" userId="f8954a66-e5ad-4a1c-9536-1d2117047f5f" providerId="ADAL" clId="{5FDFF4E9-53C5-47C3-A5F0-F9BF9C8F5EB8}" dt="2021-10-15T08:33:23.259" v="8886" actId="1076"/>
          <ac:spMkLst>
            <pc:docMk/>
            <pc:sldMk cId="3952759020" sldId="316"/>
            <ac:spMk id="24" creationId="{D9A1E74B-3355-45C5-9F92-340C22EBF818}"/>
          </ac:spMkLst>
        </pc:spChg>
        <pc:spChg chg="add mod">
          <ac:chgData name="Alessandro Edoardo Giorgio David" userId="f8954a66-e5ad-4a1c-9536-1d2117047f5f" providerId="ADAL" clId="{5FDFF4E9-53C5-47C3-A5F0-F9BF9C8F5EB8}" dt="2021-10-15T08:37:09.698" v="9097" actId="206"/>
          <ac:spMkLst>
            <pc:docMk/>
            <pc:sldMk cId="3952759020" sldId="316"/>
            <ac:spMk id="25" creationId="{E359A3B1-8FC1-496A-A6EC-D1BBA0D8A245}"/>
          </ac:spMkLst>
        </pc:spChg>
        <pc:spChg chg="add mod">
          <ac:chgData name="Alessandro Edoardo Giorgio David" userId="f8954a66-e5ad-4a1c-9536-1d2117047f5f" providerId="ADAL" clId="{5FDFF4E9-53C5-47C3-A5F0-F9BF9C8F5EB8}" dt="2021-10-15T08:36:41.358" v="9095" actId="14100"/>
          <ac:spMkLst>
            <pc:docMk/>
            <pc:sldMk cId="3952759020" sldId="316"/>
            <ac:spMk id="26" creationId="{1B22460A-C6AF-4C73-B82E-E15FD61C3FCA}"/>
          </ac:spMkLst>
        </pc:spChg>
        <pc:spChg chg="add mod">
          <ac:chgData name="Alessandro Edoardo Giorgio David" userId="f8954a66-e5ad-4a1c-9536-1d2117047f5f" providerId="ADAL" clId="{5FDFF4E9-53C5-47C3-A5F0-F9BF9C8F5EB8}" dt="2021-10-15T08:40:28.377" v="9179" actId="206"/>
          <ac:spMkLst>
            <pc:docMk/>
            <pc:sldMk cId="3952759020" sldId="316"/>
            <ac:spMk id="27" creationId="{29741EF0-19F9-49E2-9D8F-691F6EC2FD3B}"/>
          </ac:spMkLst>
        </pc:spChg>
        <pc:spChg chg="add mod">
          <ac:chgData name="Alessandro Edoardo Giorgio David" userId="f8954a66-e5ad-4a1c-9536-1d2117047f5f" providerId="ADAL" clId="{5FDFF4E9-53C5-47C3-A5F0-F9BF9C8F5EB8}" dt="2021-10-15T08:40:42.325" v="9196" actId="20577"/>
          <ac:spMkLst>
            <pc:docMk/>
            <pc:sldMk cId="3952759020" sldId="316"/>
            <ac:spMk id="28" creationId="{5F16DEBD-B25A-4E11-A3BC-7924F4897460}"/>
          </ac:spMkLst>
        </pc:spChg>
        <pc:cxnChg chg="add mod">
          <ac:chgData name="Alessandro Edoardo Giorgio David" userId="f8954a66-e5ad-4a1c-9536-1d2117047f5f" providerId="ADAL" clId="{5FDFF4E9-53C5-47C3-A5F0-F9BF9C8F5EB8}" dt="2021-10-15T08:28:27.061" v="8820" actId="14100"/>
          <ac:cxnSpMkLst>
            <pc:docMk/>
            <pc:sldMk cId="3952759020" sldId="316"/>
            <ac:cxnSpMk id="5" creationId="{3554C2CA-28E3-4902-B1BB-220D5838CD02}"/>
          </ac:cxnSpMkLst>
        </pc:cxnChg>
        <pc:cxnChg chg="add mod">
          <ac:chgData name="Alessandro Edoardo Giorgio David" userId="f8954a66-e5ad-4a1c-9536-1d2117047f5f" providerId="ADAL" clId="{5FDFF4E9-53C5-47C3-A5F0-F9BF9C8F5EB8}" dt="2021-10-15T08:28:20.750" v="8818" actId="14100"/>
          <ac:cxnSpMkLst>
            <pc:docMk/>
            <pc:sldMk cId="3952759020" sldId="316"/>
            <ac:cxnSpMk id="6" creationId="{C16C8603-569B-4CA4-8C22-02C2EA885D49}"/>
          </ac:cxnSpMkLst>
        </pc:cxnChg>
        <pc:cxnChg chg="add mod">
          <ac:chgData name="Alessandro Edoardo Giorgio David" userId="f8954a66-e5ad-4a1c-9536-1d2117047f5f" providerId="ADAL" clId="{5FDFF4E9-53C5-47C3-A5F0-F9BF9C8F5EB8}" dt="2021-10-15T08:30:12.672" v="8836" actId="692"/>
          <ac:cxnSpMkLst>
            <pc:docMk/>
            <pc:sldMk cId="3952759020" sldId="316"/>
            <ac:cxnSpMk id="12" creationId="{9395EC0F-A5A1-4359-A33A-3C290C67729D}"/>
          </ac:cxnSpMkLst>
        </pc:cxnChg>
        <pc:cxnChg chg="add mod">
          <ac:chgData name="Alessandro Edoardo Giorgio David" userId="f8954a66-e5ad-4a1c-9536-1d2117047f5f" providerId="ADAL" clId="{5FDFF4E9-53C5-47C3-A5F0-F9BF9C8F5EB8}" dt="2021-10-15T08:30:58.970" v="8846" actId="13822"/>
          <ac:cxnSpMkLst>
            <pc:docMk/>
            <pc:sldMk cId="3952759020" sldId="316"/>
            <ac:cxnSpMk id="14" creationId="{FF9B10BD-C5CE-4A6F-90E2-E7DD9BB3CFB8}"/>
          </ac:cxnSpMkLst>
        </pc:cxnChg>
        <pc:cxnChg chg="add mod">
          <ac:chgData name="Alessandro Edoardo Giorgio David" userId="f8954a66-e5ad-4a1c-9536-1d2117047f5f" providerId="ADAL" clId="{5FDFF4E9-53C5-47C3-A5F0-F9BF9C8F5EB8}" dt="2021-10-15T08:31:37.371" v="8860" actId="692"/>
          <ac:cxnSpMkLst>
            <pc:docMk/>
            <pc:sldMk cId="3952759020" sldId="316"/>
            <ac:cxnSpMk id="16" creationId="{587BC7CD-2AF8-46E7-A0C6-27E3579BFF88}"/>
          </ac:cxnSpMkLst>
        </pc:cxnChg>
        <pc:cxnChg chg="add mod">
          <ac:chgData name="Alessandro Edoardo Giorgio David" userId="f8954a66-e5ad-4a1c-9536-1d2117047f5f" providerId="ADAL" clId="{5FDFF4E9-53C5-47C3-A5F0-F9BF9C8F5EB8}" dt="2021-10-15T08:32:09.667" v="8869" actId="692"/>
          <ac:cxnSpMkLst>
            <pc:docMk/>
            <pc:sldMk cId="3952759020" sldId="316"/>
            <ac:cxnSpMk id="20" creationId="{2AFDC753-EDE5-49FE-8244-8B914A3F9F2D}"/>
          </ac:cxnSpMkLst>
        </pc:cxnChg>
      </pc:sldChg>
      <pc:sldChg chg="addSp delSp modSp new mod">
        <pc:chgData name="Alessandro Edoardo Giorgio David" userId="f8954a66-e5ad-4a1c-9536-1d2117047f5f" providerId="ADAL" clId="{5FDFF4E9-53C5-47C3-A5F0-F9BF9C8F5EB8}" dt="2021-10-15T08:52:03.800" v="9411" actId="1076"/>
        <pc:sldMkLst>
          <pc:docMk/>
          <pc:sldMk cId="2000440402" sldId="317"/>
        </pc:sldMkLst>
        <pc:spChg chg="mod">
          <ac:chgData name="Alessandro Edoardo Giorgio David" userId="f8954a66-e5ad-4a1c-9536-1d2117047f5f" providerId="ADAL" clId="{5FDFF4E9-53C5-47C3-A5F0-F9BF9C8F5EB8}" dt="2021-10-15T08:47:13.260" v="9406" actId="122"/>
          <ac:spMkLst>
            <pc:docMk/>
            <pc:sldMk cId="2000440402" sldId="317"/>
            <ac:spMk id="2" creationId="{546E5666-DDB0-42C5-A023-8C0CE7D7C7C2}"/>
          </ac:spMkLst>
        </pc:spChg>
        <pc:spChg chg="del">
          <ac:chgData name="Alessandro Edoardo Giorgio David" userId="f8954a66-e5ad-4a1c-9536-1d2117047f5f" providerId="ADAL" clId="{5FDFF4E9-53C5-47C3-A5F0-F9BF9C8F5EB8}" dt="2021-10-15T08:51:25.641" v="9407"/>
          <ac:spMkLst>
            <pc:docMk/>
            <pc:sldMk cId="2000440402" sldId="317"/>
            <ac:spMk id="3" creationId="{FDC1FFAD-6957-4D6F-AB2D-6AE9B4762924}"/>
          </ac:spMkLst>
        </pc:spChg>
        <pc:picChg chg="add mod">
          <ac:chgData name="Alessandro Edoardo Giorgio David" userId="f8954a66-e5ad-4a1c-9536-1d2117047f5f" providerId="ADAL" clId="{5FDFF4E9-53C5-47C3-A5F0-F9BF9C8F5EB8}" dt="2021-10-15T08:52:03.800" v="9411" actId="1076"/>
          <ac:picMkLst>
            <pc:docMk/>
            <pc:sldMk cId="2000440402" sldId="317"/>
            <ac:picMk id="4" creationId="{077524C0-4FD5-4618-AE8F-70B51720ADCA}"/>
          </ac:picMkLst>
        </pc:picChg>
      </pc:sldChg>
      <pc:sldChg chg="modSp new mod">
        <pc:chgData name="Alessandro Edoardo Giorgio David" userId="f8954a66-e5ad-4a1c-9536-1d2117047f5f" providerId="ADAL" clId="{5FDFF4E9-53C5-47C3-A5F0-F9BF9C8F5EB8}" dt="2021-10-15T09:31:10.145" v="10293" actId="313"/>
        <pc:sldMkLst>
          <pc:docMk/>
          <pc:sldMk cId="3722763042" sldId="318"/>
        </pc:sldMkLst>
        <pc:spChg chg="mod">
          <ac:chgData name="Alessandro Edoardo Giorgio David" userId="f8954a66-e5ad-4a1c-9536-1d2117047f5f" providerId="ADAL" clId="{5FDFF4E9-53C5-47C3-A5F0-F9BF9C8F5EB8}" dt="2021-10-15T08:53:34.477" v="9440" actId="20577"/>
          <ac:spMkLst>
            <pc:docMk/>
            <pc:sldMk cId="3722763042" sldId="318"/>
            <ac:spMk id="2" creationId="{3E2AF14E-D7A7-4421-8CF4-77A77164403B}"/>
          </ac:spMkLst>
        </pc:spChg>
        <pc:spChg chg="mod">
          <ac:chgData name="Alessandro Edoardo Giorgio David" userId="f8954a66-e5ad-4a1c-9536-1d2117047f5f" providerId="ADAL" clId="{5FDFF4E9-53C5-47C3-A5F0-F9BF9C8F5EB8}" dt="2021-10-15T09:31:10.145" v="10293" actId="313"/>
          <ac:spMkLst>
            <pc:docMk/>
            <pc:sldMk cId="3722763042" sldId="318"/>
            <ac:spMk id="3" creationId="{239325DB-1C5F-4396-8A2F-9FF3E52000A6}"/>
          </ac:spMkLst>
        </pc:spChg>
      </pc:sldChg>
      <pc:sldChg chg="modSp add mod">
        <pc:chgData name="Alessandro Edoardo Giorgio David" userId="f8954a66-e5ad-4a1c-9536-1d2117047f5f" providerId="ADAL" clId="{5FDFF4E9-53C5-47C3-A5F0-F9BF9C8F5EB8}" dt="2021-10-15T09:33:50.776" v="10422" actId="313"/>
        <pc:sldMkLst>
          <pc:docMk/>
          <pc:sldMk cId="3205315150" sldId="319"/>
        </pc:sldMkLst>
        <pc:spChg chg="mod">
          <ac:chgData name="Alessandro Edoardo Giorgio David" userId="f8954a66-e5ad-4a1c-9536-1d2117047f5f" providerId="ADAL" clId="{5FDFF4E9-53C5-47C3-A5F0-F9BF9C8F5EB8}" dt="2021-10-15T09:31:28.017" v="10304" actId="20577"/>
          <ac:spMkLst>
            <pc:docMk/>
            <pc:sldMk cId="3205315150" sldId="319"/>
            <ac:spMk id="2" creationId="{3E2AF14E-D7A7-4421-8CF4-77A77164403B}"/>
          </ac:spMkLst>
        </pc:spChg>
        <pc:spChg chg="mod">
          <ac:chgData name="Alessandro Edoardo Giorgio David" userId="f8954a66-e5ad-4a1c-9536-1d2117047f5f" providerId="ADAL" clId="{5FDFF4E9-53C5-47C3-A5F0-F9BF9C8F5EB8}" dt="2021-10-15T09:33:50.776" v="10422" actId="313"/>
          <ac:spMkLst>
            <pc:docMk/>
            <pc:sldMk cId="3205315150" sldId="319"/>
            <ac:spMk id="3" creationId="{239325DB-1C5F-4396-8A2F-9FF3E52000A6}"/>
          </ac:spMkLst>
        </pc:spChg>
      </pc:sldChg>
      <pc:sldChg chg="modSp new mod">
        <pc:chgData name="Alessandro Edoardo Giorgio David" userId="f8954a66-e5ad-4a1c-9536-1d2117047f5f" providerId="ADAL" clId="{5FDFF4E9-53C5-47C3-A5F0-F9BF9C8F5EB8}" dt="2021-10-15T10:09:51.150" v="11212" actId="5793"/>
        <pc:sldMkLst>
          <pc:docMk/>
          <pc:sldMk cId="2400078326" sldId="320"/>
        </pc:sldMkLst>
        <pc:spChg chg="mod">
          <ac:chgData name="Alessandro Edoardo Giorgio David" userId="f8954a66-e5ad-4a1c-9536-1d2117047f5f" providerId="ADAL" clId="{5FDFF4E9-53C5-47C3-A5F0-F9BF9C8F5EB8}" dt="2021-10-15T09:34:17.166" v="10446" actId="122"/>
          <ac:spMkLst>
            <pc:docMk/>
            <pc:sldMk cId="2400078326" sldId="320"/>
            <ac:spMk id="2" creationId="{CF2D8F3D-9DB2-43CE-AA2F-82045436B3D8}"/>
          </ac:spMkLst>
        </pc:spChg>
        <pc:spChg chg="mod">
          <ac:chgData name="Alessandro Edoardo Giorgio David" userId="f8954a66-e5ad-4a1c-9536-1d2117047f5f" providerId="ADAL" clId="{5FDFF4E9-53C5-47C3-A5F0-F9BF9C8F5EB8}" dt="2021-10-15T10:09:51.150" v="11212" actId="5793"/>
          <ac:spMkLst>
            <pc:docMk/>
            <pc:sldMk cId="2400078326" sldId="320"/>
            <ac:spMk id="3" creationId="{61B6835A-90DB-47DB-8F6D-8891BE2AD950}"/>
          </ac:spMkLst>
        </pc:spChg>
      </pc:sldChg>
      <pc:sldChg chg="modSp new mod">
        <pc:chgData name="Alessandro Edoardo Giorgio David" userId="f8954a66-e5ad-4a1c-9536-1d2117047f5f" providerId="ADAL" clId="{5FDFF4E9-53C5-47C3-A5F0-F9BF9C8F5EB8}" dt="2021-10-15T10:29:33.286" v="11685" actId="20577"/>
        <pc:sldMkLst>
          <pc:docMk/>
          <pc:sldMk cId="1180485955" sldId="321"/>
        </pc:sldMkLst>
        <pc:spChg chg="mod">
          <ac:chgData name="Alessandro Edoardo Giorgio David" userId="f8954a66-e5ad-4a1c-9536-1d2117047f5f" providerId="ADAL" clId="{5FDFF4E9-53C5-47C3-A5F0-F9BF9C8F5EB8}" dt="2021-10-15T10:15:51.177" v="11593" actId="790"/>
          <ac:spMkLst>
            <pc:docMk/>
            <pc:sldMk cId="1180485955" sldId="321"/>
            <ac:spMk id="2" creationId="{A919A175-5421-443B-BF6C-7A1C8C5D047E}"/>
          </ac:spMkLst>
        </pc:spChg>
        <pc:spChg chg="mod">
          <ac:chgData name="Alessandro Edoardo Giorgio David" userId="f8954a66-e5ad-4a1c-9536-1d2117047f5f" providerId="ADAL" clId="{5FDFF4E9-53C5-47C3-A5F0-F9BF9C8F5EB8}" dt="2021-10-15T10:29:33.286" v="11685" actId="20577"/>
          <ac:spMkLst>
            <pc:docMk/>
            <pc:sldMk cId="1180485955" sldId="321"/>
            <ac:spMk id="3" creationId="{F1669C8D-9584-4DE4-BDBA-CFD4F01BD686}"/>
          </ac:spMkLst>
        </pc:spChg>
      </pc:sldChg>
      <pc:sldChg chg="addSp modSp new mod">
        <pc:chgData name="Alessandro Edoardo Giorgio David" userId="f8954a66-e5ad-4a1c-9536-1d2117047f5f" providerId="ADAL" clId="{5FDFF4E9-53C5-47C3-A5F0-F9BF9C8F5EB8}" dt="2021-10-15T10:32:11.534" v="11794" actId="14100"/>
        <pc:sldMkLst>
          <pc:docMk/>
          <pc:sldMk cId="1903229378" sldId="322"/>
        </pc:sldMkLst>
        <pc:spChg chg="mod">
          <ac:chgData name="Alessandro Edoardo Giorgio David" userId="f8954a66-e5ad-4a1c-9536-1d2117047f5f" providerId="ADAL" clId="{5FDFF4E9-53C5-47C3-A5F0-F9BF9C8F5EB8}" dt="2021-10-15T10:30:18.179" v="11705" actId="122"/>
          <ac:spMkLst>
            <pc:docMk/>
            <pc:sldMk cId="1903229378" sldId="322"/>
            <ac:spMk id="2" creationId="{EF995D71-B9DF-4648-BD73-ED5A970153F1}"/>
          </ac:spMkLst>
        </pc:spChg>
        <pc:spChg chg="mod">
          <ac:chgData name="Alessandro Edoardo Giorgio David" userId="f8954a66-e5ad-4a1c-9536-1d2117047f5f" providerId="ADAL" clId="{5FDFF4E9-53C5-47C3-A5F0-F9BF9C8F5EB8}" dt="2021-10-15T10:32:00.309" v="11792" actId="790"/>
          <ac:spMkLst>
            <pc:docMk/>
            <pc:sldMk cId="1903229378" sldId="322"/>
            <ac:spMk id="3" creationId="{81F2B128-CF0F-420E-8B89-BB631A90C511}"/>
          </ac:spMkLst>
        </pc:spChg>
        <pc:picChg chg="add mod">
          <ac:chgData name="Alessandro Edoardo Giorgio David" userId="f8954a66-e5ad-4a1c-9536-1d2117047f5f" providerId="ADAL" clId="{5FDFF4E9-53C5-47C3-A5F0-F9BF9C8F5EB8}" dt="2021-10-15T10:32:11.534" v="11794" actId="14100"/>
          <ac:picMkLst>
            <pc:docMk/>
            <pc:sldMk cId="1903229378" sldId="322"/>
            <ac:picMk id="4" creationId="{F5A1ADD9-497E-4C5E-B690-C01991FFB651}"/>
          </ac:picMkLst>
        </pc:picChg>
      </pc:sldChg>
      <pc:sldChg chg="modSp new mod">
        <pc:chgData name="Alessandro Edoardo Giorgio David" userId="f8954a66-e5ad-4a1c-9536-1d2117047f5f" providerId="ADAL" clId="{5FDFF4E9-53C5-47C3-A5F0-F9BF9C8F5EB8}" dt="2021-10-15T10:36:32.233" v="12077" actId="790"/>
        <pc:sldMkLst>
          <pc:docMk/>
          <pc:sldMk cId="3069370513" sldId="323"/>
        </pc:sldMkLst>
        <pc:spChg chg="mod">
          <ac:chgData name="Alessandro Edoardo Giorgio David" userId="f8954a66-e5ad-4a1c-9536-1d2117047f5f" providerId="ADAL" clId="{5FDFF4E9-53C5-47C3-A5F0-F9BF9C8F5EB8}" dt="2021-10-15T10:33:06.026" v="11808" actId="20577"/>
          <ac:spMkLst>
            <pc:docMk/>
            <pc:sldMk cId="3069370513" sldId="323"/>
            <ac:spMk id="2" creationId="{FA2AE7F9-40D4-4D66-9850-4698E5427C9E}"/>
          </ac:spMkLst>
        </pc:spChg>
        <pc:spChg chg="mod">
          <ac:chgData name="Alessandro Edoardo Giorgio David" userId="f8954a66-e5ad-4a1c-9536-1d2117047f5f" providerId="ADAL" clId="{5FDFF4E9-53C5-47C3-A5F0-F9BF9C8F5EB8}" dt="2021-10-15T10:36:32.233" v="12077" actId="790"/>
          <ac:spMkLst>
            <pc:docMk/>
            <pc:sldMk cId="3069370513" sldId="323"/>
            <ac:spMk id="3" creationId="{0EA96E1F-C5FB-4C1C-8D2F-8C4CAA663AE1}"/>
          </ac:spMkLst>
        </pc:spChg>
      </pc:sldChg>
      <pc:sldChg chg="addSp delSp modSp new mod modClrScheme chgLayout">
        <pc:chgData name="Alessandro Edoardo Giorgio David" userId="f8954a66-e5ad-4a1c-9536-1d2117047f5f" providerId="ADAL" clId="{5FDFF4E9-53C5-47C3-A5F0-F9BF9C8F5EB8}" dt="2021-10-15T10:38:05.088" v="12084" actId="12788"/>
        <pc:sldMkLst>
          <pc:docMk/>
          <pc:sldMk cId="1459896615" sldId="324"/>
        </pc:sldMkLst>
        <pc:spChg chg="del">
          <ac:chgData name="Alessandro Edoardo Giorgio David" userId="f8954a66-e5ad-4a1c-9536-1d2117047f5f" providerId="ADAL" clId="{5FDFF4E9-53C5-47C3-A5F0-F9BF9C8F5EB8}" dt="2021-10-15T10:37:55.113" v="12081" actId="700"/>
          <ac:spMkLst>
            <pc:docMk/>
            <pc:sldMk cId="1459896615" sldId="324"/>
            <ac:spMk id="2" creationId="{128638C7-B340-451C-A949-99FA85F425AB}"/>
          </ac:spMkLst>
        </pc:spChg>
        <pc:spChg chg="del">
          <ac:chgData name="Alessandro Edoardo Giorgio David" userId="f8954a66-e5ad-4a1c-9536-1d2117047f5f" providerId="ADAL" clId="{5FDFF4E9-53C5-47C3-A5F0-F9BF9C8F5EB8}" dt="2021-10-15T10:37:43.490" v="12079"/>
          <ac:spMkLst>
            <pc:docMk/>
            <pc:sldMk cId="1459896615" sldId="324"/>
            <ac:spMk id="3" creationId="{3FA26AAD-868E-4BA6-9B23-6AD990D0D904}"/>
          </ac:spMkLst>
        </pc:spChg>
        <pc:picChg chg="add mod ord">
          <ac:chgData name="Alessandro Edoardo Giorgio David" userId="f8954a66-e5ad-4a1c-9536-1d2117047f5f" providerId="ADAL" clId="{5FDFF4E9-53C5-47C3-A5F0-F9BF9C8F5EB8}" dt="2021-10-15T10:38:05.088" v="12084" actId="12788"/>
          <ac:picMkLst>
            <pc:docMk/>
            <pc:sldMk cId="1459896615" sldId="324"/>
            <ac:picMk id="4" creationId="{51366AD1-943D-4D04-9613-18EF6B590E6A}"/>
          </ac:picMkLst>
        </pc:picChg>
      </pc:sldChg>
      <pc:sldChg chg="addSp modSp new mod modClrScheme chgLayout">
        <pc:chgData name="Alessandro Edoardo Giorgio David" userId="f8954a66-e5ad-4a1c-9536-1d2117047f5f" providerId="ADAL" clId="{5FDFF4E9-53C5-47C3-A5F0-F9BF9C8F5EB8}" dt="2021-10-15T10:52:47.335" v="12790" actId="113"/>
        <pc:sldMkLst>
          <pc:docMk/>
          <pc:sldMk cId="3546220868" sldId="325"/>
        </pc:sldMkLst>
        <pc:spChg chg="add mod">
          <ac:chgData name="Alessandro Edoardo Giorgio David" userId="f8954a66-e5ad-4a1c-9536-1d2117047f5f" providerId="ADAL" clId="{5FDFF4E9-53C5-47C3-A5F0-F9BF9C8F5EB8}" dt="2021-10-15T10:39:31.771" v="12131" actId="790"/>
          <ac:spMkLst>
            <pc:docMk/>
            <pc:sldMk cId="3546220868" sldId="325"/>
            <ac:spMk id="2" creationId="{FF971C22-3DDE-4F5A-987B-A065AE317061}"/>
          </ac:spMkLst>
        </pc:spChg>
        <pc:spChg chg="add mod">
          <ac:chgData name="Alessandro Edoardo Giorgio David" userId="f8954a66-e5ad-4a1c-9536-1d2117047f5f" providerId="ADAL" clId="{5FDFF4E9-53C5-47C3-A5F0-F9BF9C8F5EB8}" dt="2021-10-15T10:52:47.335" v="12790" actId="113"/>
          <ac:spMkLst>
            <pc:docMk/>
            <pc:sldMk cId="3546220868" sldId="325"/>
            <ac:spMk id="3" creationId="{50C9F2D4-E6C4-46FB-9A60-4135C55AEC2B}"/>
          </ac:spMkLst>
        </pc:spChg>
      </pc:sldChg>
      <pc:sldChg chg="modSp new mod">
        <pc:chgData name="Alessandro Edoardo Giorgio David" userId="f8954a66-e5ad-4a1c-9536-1d2117047f5f" providerId="ADAL" clId="{5FDFF4E9-53C5-47C3-A5F0-F9BF9C8F5EB8}" dt="2021-10-15T11:01:03.205" v="13398" actId="20577"/>
        <pc:sldMkLst>
          <pc:docMk/>
          <pc:sldMk cId="3868657482" sldId="326"/>
        </pc:sldMkLst>
        <pc:spChg chg="mod">
          <ac:chgData name="Alessandro Edoardo Giorgio David" userId="f8954a66-e5ad-4a1c-9536-1d2117047f5f" providerId="ADAL" clId="{5FDFF4E9-53C5-47C3-A5F0-F9BF9C8F5EB8}" dt="2021-10-15T10:53:09.427" v="12803" actId="20577"/>
          <ac:spMkLst>
            <pc:docMk/>
            <pc:sldMk cId="3868657482" sldId="326"/>
            <ac:spMk id="2" creationId="{A1B07253-A24F-47C3-B9DF-2841391215B0}"/>
          </ac:spMkLst>
        </pc:spChg>
        <pc:spChg chg="mod">
          <ac:chgData name="Alessandro Edoardo Giorgio David" userId="f8954a66-e5ad-4a1c-9536-1d2117047f5f" providerId="ADAL" clId="{5FDFF4E9-53C5-47C3-A5F0-F9BF9C8F5EB8}" dt="2021-10-15T11:01:03.205" v="13398" actId="20577"/>
          <ac:spMkLst>
            <pc:docMk/>
            <pc:sldMk cId="3868657482" sldId="326"/>
            <ac:spMk id="3" creationId="{E2707A52-B3EC-41AC-9735-054A20FA188D}"/>
          </ac:spMkLst>
        </pc:spChg>
      </pc:sldChg>
      <pc:sldChg chg="addSp delSp modSp new mod">
        <pc:chgData name="Alessandro Edoardo Giorgio David" userId="f8954a66-e5ad-4a1c-9536-1d2117047f5f" providerId="ADAL" clId="{5FDFF4E9-53C5-47C3-A5F0-F9BF9C8F5EB8}" dt="2021-10-27T05:19:32.887" v="13444" actId="22"/>
        <pc:sldMkLst>
          <pc:docMk/>
          <pc:sldMk cId="407452452" sldId="339"/>
        </pc:sldMkLst>
        <pc:spChg chg="mod">
          <ac:chgData name="Alessandro Edoardo Giorgio David" userId="f8954a66-e5ad-4a1c-9536-1d2117047f5f" providerId="ADAL" clId="{5FDFF4E9-53C5-47C3-A5F0-F9BF9C8F5EB8}" dt="2021-10-27T05:19:28.762" v="13443" actId="122"/>
          <ac:spMkLst>
            <pc:docMk/>
            <pc:sldMk cId="407452452" sldId="339"/>
            <ac:spMk id="2" creationId="{07BD8891-4B4B-4784-ABC7-550619B12ACC}"/>
          </ac:spMkLst>
        </pc:spChg>
        <pc:spChg chg="del">
          <ac:chgData name="Alessandro Edoardo Giorgio David" userId="f8954a66-e5ad-4a1c-9536-1d2117047f5f" providerId="ADAL" clId="{5FDFF4E9-53C5-47C3-A5F0-F9BF9C8F5EB8}" dt="2021-10-27T05:19:32.887" v="13444" actId="22"/>
          <ac:spMkLst>
            <pc:docMk/>
            <pc:sldMk cId="407452452" sldId="339"/>
            <ac:spMk id="3" creationId="{B1800F63-5AFB-4928-9A03-8035C79DCE3B}"/>
          </ac:spMkLst>
        </pc:spChg>
        <pc:picChg chg="add mod ord">
          <ac:chgData name="Alessandro Edoardo Giorgio David" userId="f8954a66-e5ad-4a1c-9536-1d2117047f5f" providerId="ADAL" clId="{5FDFF4E9-53C5-47C3-A5F0-F9BF9C8F5EB8}" dt="2021-10-27T05:19:32.887" v="13444" actId="22"/>
          <ac:picMkLst>
            <pc:docMk/>
            <pc:sldMk cId="407452452" sldId="339"/>
            <ac:picMk id="5" creationId="{4E449E6B-7BA1-4F6E-BDB6-6BDD49879DDB}"/>
          </ac:picMkLst>
        </pc:picChg>
      </pc:sldChg>
      <pc:sldChg chg="modSp new mod">
        <pc:chgData name="Alessandro Edoardo Giorgio David" userId="f8954a66-e5ad-4a1c-9536-1d2117047f5f" providerId="ADAL" clId="{5FDFF4E9-53C5-47C3-A5F0-F9BF9C8F5EB8}" dt="2021-10-27T05:34:18.057" v="13700" actId="20577"/>
        <pc:sldMkLst>
          <pc:docMk/>
          <pc:sldMk cId="1364939342" sldId="340"/>
        </pc:sldMkLst>
        <pc:spChg chg="mod">
          <ac:chgData name="Alessandro Edoardo Giorgio David" userId="f8954a66-e5ad-4a1c-9536-1d2117047f5f" providerId="ADAL" clId="{5FDFF4E9-53C5-47C3-A5F0-F9BF9C8F5EB8}" dt="2021-10-27T05:29:14.220" v="13500" actId="122"/>
          <ac:spMkLst>
            <pc:docMk/>
            <pc:sldMk cId="1364939342" sldId="340"/>
            <ac:spMk id="2" creationId="{47E3336E-9020-4A40-BB77-48A181413622}"/>
          </ac:spMkLst>
        </pc:spChg>
        <pc:spChg chg="mod">
          <ac:chgData name="Alessandro Edoardo Giorgio David" userId="f8954a66-e5ad-4a1c-9536-1d2117047f5f" providerId="ADAL" clId="{5FDFF4E9-53C5-47C3-A5F0-F9BF9C8F5EB8}" dt="2021-10-27T05:34:18.057" v="13700" actId="20577"/>
          <ac:spMkLst>
            <pc:docMk/>
            <pc:sldMk cId="1364939342" sldId="340"/>
            <ac:spMk id="3" creationId="{AE1D2025-1D80-448D-8225-AF0DBDB620DF}"/>
          </ac:spMkLst>
        </pc:spChg>
      </pc:sldChg>
    </pc:docChg>
  </pc:docChgLst>
  <pc:docChgLst>
    <pc:chgData name="Alessandro Edoardo Giorgio David" userId="f8954a66-e5ad-4a1c-9536-1d2117047f5f" providerId="ADAL" clId="{D93D8B19-FA20-47A5-B3D7-0A6BF3F53C46}"/>
    <pc:docChg chg="undo custSel addSld delSld modSld sldOrd">
      <pc:chgData name="Alessandro Edoardo Giorgio David" userId="f8954a66-e5ad-4a1c-9536-1d2117047f5f" providerId="ADAL" clId="{D93D8B19-FA20-47A5-B3D7-0A6BF3F53C46}" dt="2021-08-10T13:18:36.419" v="625"/>
      <pc:docMkLst>
        <pc:docMk/>
      </pc:docMkLst>
      <pc:sldChg chg="modSp mod">
        <pc:chgData name="Alessandro Edoardo Giorgio David" userId="f8954a66-e5ad-4a1c-9536-1d2117047f5f" providerId="ADAL" clId="{D93D8B19-FA20-47A5-B3D7-0A6BF3F53C46}" dt="2021-08-10T10:46:13.837" v="233" actId="790"/>
        <pc:sldMkLst>
          <pc:docMk/>
          <pc:sldMk cId="3153607966" sldId="280"/>
        </pc:sldMkLst>
        <pc:spChg chg="mod">
          <ac:chgData name="Alessandro Edoardo Giorgio David" userId="f8954a66-e5ad-4a1c-9536-1d2117047f5f" providerId="ADAL" clId="{D93D8B19-FA20-47A5-B3D7-0A6BF3F53C46}" dt="2021-08-10T10:46:13.837" v="233" actId="790"/>
          <ac:spMkLst>
            <pc:docMk/>
            <pc:sldMk cId="3153607966" sldId="280"/>
            <ac:spMk id="2" creationId="{683FD103-5EF1-48AB-8EC6-4C1921FB118B}"/>
          </ac:spMkLst>
        </pc:spChg>
      </pc:sldChg>
      <pc:sldChg chg="modSp new mod">
        <pc:chgData name="Alessandro Edoardo Giorgio David" userId="f8954a66-e5ad-4a1c-9536-1d2117047f5f" providerId="ADAL" clId="{D93D8B19-FA20-47A5-B3D7-0A6BF3F53C46}" dt="2021-08-10T10:28:51.472" v="62" actId="207"/>
        <pc:sldMkLst>
          <pc:docMk/>
          <pc:sldMk cId="82894947" sldId="281"/>
        </pc:sldMkLst>
        <pc:spChg chg="mod">
          <ac:chgData name="Alessandro Edoardo Giorgio David" userId="f8954a66-e5ad-4a1c-9536-1d2117047f5f" providerId="ADAL" clId="{D93D8B19-FA20-47A5-B3D7-0A6BF3F53C46}" dt="2021-08-10T10:14:51.966" v="22" actId="20577"/>
          <ac:spMkLst>
            <pc:docMk/>
            <pc:sldMk cId="82894947" sldId="281"/>
            <ac:spMk id="2" creationId="{BE245DFD-974C-438A-8A62-383465C76576}"/>
          </ac:spMkLst>
        </pc:spChg>
        <pc:spChg chg="mod">
          <ac:chgData name="Alessandro Edoardo Giorgio David" userId="f8954a66-e5ad-4a1c-9536-1d2117047f5f" providerId="ADAL" clId="{D93D8B19-FA20-47A5-B3D7-0A6BF3F53C46}" dt="2021-08-10T10:28:51.472" v="62" actId="207"/>
          <ac:spMkLst>
            <pc:docMk/>
            <pc:sldMk cId="82894947" sldId="281"/>
            <ac:spMk id="3" creationId="{3E1E0E27-35DF-4C52-9582-63B1D4BF7111}"/>
          </ac:spMkLst>
        </pc:spChg>
      </pc:sldChg>
      <pc:sldChg chg="del">
        <pc:chgData name="Alessandro Edoardo Giorgio David" userId="f8954a66-e5ad-4a1c-9536-1d2117047f5f" providerId="ADAL" clId="{D93D8B19-FA20-47A5-B3D7-0A6BF3F53C46}" dt="2021-08-10T10:13:12.792" v="0" actId="2696"/>
        <pc:sldMkLst>
          <pc:docMk/>
          <pc:sldMk cId="153053765" sldId="281"/>
        </pc:sldMkLst>
      </pc:sldChg>
      <pc:sldChg chg="del">
        <pc:chgData name="Alessandro Edoardo Giorgio David" userId="f8954a66-e5ad-4a1c-9536-1d2117047f5f" providerId="ADAL" clId="{D93D8B19-FA20-47A5-B3D7-0A6BF3F53C46}" dt="2021-08-10T10:13:12.792" v="0" actId="2696"/>
        <pc:sldMkLst>
          <pc:docMk/>
          <pc:sldMk cId="1400904179" sldId="282"/>
        </pc:sldMkLst>
      </pc:sldChg>
      <pc:sldChg chg="addSp delSp modSp new mod">
        <pc:chgData name="Alessandro Edoardo Giorgio David" userId="f8954a66-e5ad-4a1c-9536-1d2117047f5f" providerId="ADAL" clId="{D93D8B19-FA20-47A5-B3D7-0A6BF3F53C46}" dt="2021-08-10T10:38:07.634" v="232" actId="1076"/>
        <pc:sldMkLst>
          <pc:docMk/>
          <pc:sldMk cId="1895599324" sldId="282"/>
        </pc:sldMkLst>
        <pc:spChg chg="mod">
          <ac:chgData name="Alessandro Edoardo Giorgio David" userId="f8954a66-e5ad-4a1c-9536-1d2117047f5f" providerId="ADAL" clId="{D93D8B19-FA20-47A5-B3D7-0A6BF3F53C46}" dt="2021-08-10T10:16:08.123" v="32" actId="122"/>
          <ac:spMkLst>
            <pc:docMk/>
            <pc:sldMk cId="1895599324" sldId="282"/>
            <ac:spMk id="2" creationId="{87D71CA4-FA28-4119-9FA4-29A4F73E7090}"/>
          </ac:spMkLst>
        </pc:spChg>
        <pc:spChg chg="del">
          <ac:chgData name="Alessandro Edoardo Giorgio David" userId="f8954a66-e5ad-4a1c-9536-1d2117047f5f" providerId="ADAL" clId="{D93D8B19-FA20-47A5-B3D7-0A6BF3F53C46}" dt="2021-08-10T10:17:09.636" v="33"/>
          <ac:spMkLst>
            <pc:docMk/>
            <pc:sldMk cId="1895599324" sldId="282"/>
            <ac:spMk id="3" creationId="{3964FC0C-D925-4B0E-8291-EAA55CC211B1}"/>
          </ac:spMkLst>
        </pc:spChg>
        <pc:spChg chg="add del mod">
          <ac:chgData name="Alessandro Edoardo Giorgio David" userId="f8954a66-e5ad-4a1c-9536-1d2117047f5f" providerId="ADAL" clId="{D93D8B19-FA20-47A5-B3D7-0A6BF3F53C46}" dt="2021-08-10T10:37:58.383" v="230"/>
          <ac:spMkLst>
            <pc:docMk/>
            <pc:sldMk cId="1895599324" sldId="282"/>
            <ac:spMk id="6" creationId="{885E4550-8130-4F7F-9D52-4F66C2144B16}"/>
          </ac:spMkLst>
        </pc:spChg>
        <pc:spChg chg="add del mod">
          <ac:chgData name="Alessandro Edoardo Giorgio David" userId="f8954a66-e5ad-4a1c-9536-1d2117047f5f" providerId="ADAL" clId="{D93D8B19-FA20-47A5-B3D7-0A6BF3F53C46}" dt="2021-08-10T10:37:56.537" v="229"/>
          <ac:spMkLst>
            <pc:docMk/>
            <pc:sldMk cId="1895599324" sldId="282"/>
            <ac:spMk id="7" creationId="{2A424E35-37C5-4BB7-AEFD-7946AA8222DA}"/>
          </ac:spMkLst>
        </pc:spChg>
        <pc:spChg chg="add del mod">
          <ac:chgData name="Alessandro Edoardo Giorgio David" userId="f8954a66-e5ad-4a1c-9536-1d2117047f5f" providerId="ADAL" clId="{D93D8B19-FA20-47A5-B3D7-0A6BF3F53C46}" dt="2021-08-10T10:37:56.537" v="229"/>
          <ac:spMkLst>
            <pc:docMk/>
            <pc:sldMk cId="1895599324" sldId="282"/>
            <ac:spMk id="8" creationId="{44C2E0E1-D8A5-4A24-BE0B-79EC78EBE026}"/>
          </ac:spMkLst>
        </pc:spChg>
        <pc:spChg chg="add del mod">
          <ac:chgData name="Alessandro Edoardo Giorgio David" userId="f8954a66-e5ad-4a1c-9536-1d2117047f5f" providerId="ADAL" clId="{D93D8B19-FA20-47A5-B3D7-0A6BF3F53C46}" dt="2021-08-10T10:37:56.537" v="229"/>
          <ac:spMkLst>
            <pc:docMk/>
            <pc:sldMk cId="1895599324" sldId="282"/>
            <ac:spMk id="9" creationId="{8198573A-8C28-4217-A85B-862A88DCED6E}"/>
          </ac:spMkLst>
        </pc:spChg>
        <pc:spChg chg="add del mod">
          <ac:chgData name="Alessandro Edoardo Giorgio David" userId="f8954a66-e5ad-4a1c-9536-1d2117047f5f" providerId="ADAL" clId="{D93D8B19-FA20-47A5-B3D7-0A6BF3F53C46}" dt="2021-08-10T10:37:56.537" v="229"/>
          <ac:spMkLst>
            <pc:docMk/>
            <pc:sldMk cId="1895599324" sldId="282"/>
            <ac:spMk id="10" creationId="{1E390A35-27E2-40B5-8E8D-7FEEBE6CE226}"/>
          </ac:spMkLst>
        </pc:spChg>
        <pc:spChg chg="add del mod">
          <ac:chgData name="Alessandro Edoardo Giorgio David" userId="f8954a66-e5ad-4a1c-9536-1d2117047f5f" providerId="ADAL" clId="{D93D8B19-FA20-47A5-B3D7-0A6BF3F53C46}" dt="2021-08-10T10:37:56.537" v="229"/>
          <ac:spMkLst>
            <pc:docMk/>
            <pc:sldMk cId="1895599324" sldId="282"/>
            <ac:spMk id="11" creationId="{EC0EAA35-06DF-4699-993E-23771BD22099}"/>
          </ac:spMkLst>
        </pc:spChg>
        <pc:spChg chg="add del mod">
          <ac:chgData name="Alessandro Edoardo Giorgio David" userId="f8954a66-e5ad-4a1c-9536-1d2117047f5f" providerId="ADAL" clId="{D93D8B19-FA20-47A5-B3D7-0A6BF3F53C46}" dt="2021-08-10T10:37:56.537" v="229"/>
          <ac:spMkLst>
            <pc:docMk/>
            <pc:sldMk cId="1895599324" sldId="282"/>
            <ac:spMk id="12" creationId="{CA606416-93E9-42D9-AA61-D6EE5458D484}"/>
          </ac:spMkLst>
        </pc:spChg>
        <pc:spChg chg="add del mod">
          <ac:chgData name="Alessandro Edoardo Giorgio David" userId="f8954a66-e5ad-4a1c-9536-1d2117047f5f" providerId="ADAL" clId="{D93D8B19-FA20-47A5-B3D7-0A6BF3F53C46}" dt="2021-08-10T10:37:56.537" v="229"/>
          <ac:spMkLst>
            <pc:docMk/>
            <pc:sldMk cId="1895599324" sldId="282"/>
            <ac:spMk id="13" creationId="{C0340826-EC2D-45DE-B93E-F35862B6763F}"/>
          </ac:spMkLst>
        </pc:spChg>
        <pc:spChg chg="add del mod">
          <ac:chgData name="Alessandro Edoardo Giorgio David" userId="f8954a66-e5ad-4a1c-9536-1d2117047f5f" providerId="ADAL" clId="{D93D8B19-FA20-47A5-B3D7-0A6BF3F53C46}" dt="2021-08-10T10:37:56.537" v="229"/>
          <ac:spMkLst>
            <pc:docMk/>
            <pc:sldMk cId="1895599324" sldId="282"/>
            <ac:spMk id="14" creationId="{627EC2C5-ACD9-4F36-ACCB-A890F2B84790}"/>
          </ac:spMkLst>
        </pc:spChg>
        <pc:spChg chg="add del mod">
          <ac:chgData name="Alessandro Edoardo Giorgio David" userId="f8954a66-e5ad-4a1c-9536-1d2117047f5f" providerId="ADAL" clId="{D93D8B19-FA20-47A5-B3D7-0A6BF3F53C46}" dt="2021-08-10T10:37:56.537" v="229"/>
          <ac:spMkLst>
            <pc:docMk/>
            <pc:sldMk cId="1895599324" sldId="282"/>
            <ac:spMk id="15" creationId="{EB70D244-E4BC-4AFA-95F6-DAF3B8332756}"/>
          </ac:spMkLst>
        </pc:spChg>
        <pc:spChg chg="add del mod">
          <ac:chgData name="Alessandro Edoardo Giorgio David" userId="f8954a66-e5ad-4a1c-9536-1d2117047f5f" providerId="ADAL" clId="{D93D8B19-FA20-47A5-B3D7-0A6BF3F53C46}" dt="2021-08-10T10:37:56.537" v="229"/>
          <ac:spMkLst>
            <pc:docMk/>
            <pc:sldMk cId="1895599324" sldId="282"/>
            <ac:spMk id="16" creationId="{BC7EAA22-D807-4009-B776-7B37E3281949}"/>
          </ac:spMkLst>
        </pc:spChg>
        <pc:spChg chg="add del mod">
          <ac:chgData name="Alessandro Edoardo Giorgio David" userId="f8954a66-e5ad-4a1c-9536-1d2117047f5f" providerId="ADAL" clId="{D93D8B19-FA20-47A5-B3D7-0A6BF3F53C46}" dt="2021-08-10T10:37:56.537" v="229"/>
          <ac:spMkLst>
            <pc:docMk/>
            <pc:sldMk cId="1895599324" sldId="282"/>
            <ac:spMk id="17" creationId="{E6876750-ED10-4516-B12A-766615DA7F5F}"/>
          </ac:spMkLst>
        </pc:spChg>
        <pc:spChg chg="add del mod">
          <ac:chgData name="Alessandro Edoardo Giorgio David" userId="f8954a66-e5ad-4a1c-9536-1d2117047f5f" providerId="ADAL" clId="{D93D8B19-FA20-47A5-B3D7-0A6BF3F53C46}" dt="2021-08-10T10:37:56.537" v="229"/>
          <ac:spMkLst>
            <pc:docMk/>
            <pc:sldMk cId="1895599324" sldId="282"/>
            <ac:spMk id="18" creationId="{BBA170D5-161D-4106-9F6D-28DF6D145718}"/>
          </ac:spMkLst>
        </pc:spChg>
        <pc:spChg chg="add del mod">
          <ac:chgData name="Alessandro Edoardo Giorgio David" userId="f8954a66-e5ad-4a1c-9536-1d2117047f5f" providerId="ADAL" clId="{D93D8B19-FA20-47A5-B3D7-0A6BF3F53C46}" dt="2021-08-10T10:37:56.537" v="229"/>
          <ac:spMkLst>
            <pc:docMk/>
            <pc:sldMk cId="1895599324" sldId="282"/>
            <ac:spMk id="19" creationId="{42D6E6A3-2E91-458F-A94D-9CF6BCD3D80F}"/>
          </ac:spMkLst>
        </pc:spChg>
        <pc:spChg chg="add del mod">
          <ac:chgData name="Alessandro Edoardo Giorgio David" userId="f8954a66-e5ad-4a1c-9536-1d2117047f5f" providerId="ADAL" clId="{D93D8B19-FA20-47A5-B3D7-0A6BF3F53C46}" dt="2021-08-10T10:37:56.537" v="229"/>
          <ac:spMkLst>
            <pc:docMk/>
            <pc:sldMk cId="1895599324" sldId="282"/>
            <ac:spMk id="20" creationId="{CB2ED075-60A6-4645-BDDD-643E5A2D19A4}"/>
          </ac:spMkLst>
        </pc:spChg>
        <pc:spChg chg="add del mod">
          <ac:chgData name="Alessandro Edoardo Giorgio David" userId="f8954a66-e5ad-4a1c-9536-1d2117047f5f" providerId="ADAL" clId="{D93D8B19-FA20-47A5-B3D7-0A6BF3F53C46}" dt="2021-08-10T10:37:56.537" v="229"/>
          <ac:spMkLst>
            <pc:docMk/>
            <pc:sldMk cId="1895599324" sldId="282"/>
            <ac:spMk id="21" creationId="{7DCCC8F3-7542-4668-93BD-298426BC6ECA}"/>
          </ac:spMkLst>
        </pc:spChg>
        <pc:spChg chg="add del mod">
          <ac:chgData name="Alessandro Edoardo Giorgio David" userId="f8954a66-e5ad-4a1c-9536-1d2117047f5f" providerId="ADAL" clId="{D93D8B19-FA20-47A5-B3D7-0A6BF3F53C46}" dt="2021-08-10T10:37:56.537" v="229"/>
          <ac:spMkLst>
            <pc:docMk/>
            <pc:sldMk cId="1895599324" sldId="282"/>
            <ac:spMk id="22" creationId="{52C17F89-292C-43F7-92D4-F63885EC0909}"/>
          </ac:spMkLst>
        </pc:spChg>
        <pc:spChg chg="add del mod">
          <ac:chgData name="Alessandro Edoardo Giorgio David" userId="f8954a66-e5ad-4a1c-9536-1d2117047f5f" providerId="ADAL" clId="{D93D8B19-FA20-47A5-B3D7-0A6BF3F53C46}" dt="2021-08-10T10:37:56.537" v="229"/>
          <ac:spMkLst>
            <pc:docMk/>
            <pc:sldMk cId="1895599324" sldId="282"/>
            <ac:spMk id="23" creationId="{CFC0F26A-396A-423F-9A68-4FF321EC5CF6}"/>
          </ac:spMkLst>
        </pc:spChg>
        <pc:picChg chg="add del mod">
          <ac:chgData name="Alessandro Edoardo Giorgio David" userId="f8954a66-e5ad-4a1c-9536-1d2117047f5f" providerId="ADAL" clId="{D93D8B19-FA20-47A5-B3D7-0A6BF3F53C46}" dt="2021-08-10T10:37:53.344" v="227" actId="478"/>
          <ac:picMkLst>
            <pc:docMk/>
            <pc:sldMk cId="1895599324" sldId="282"/>
            <ac:picMk id="4" creationId="{C57ECC0F-431A-420F-AA1D-6673B1FA11EF}"/>
          </ac:picMkLst>
        </pc:picChg>
        <pc:picChg chg="add mod">
          <ac:chgData name="Alessandro Edoardo Giorgio David" userId="f8954a66-e5ad-4a1c-9536-1d2117047f5f" providerId="ADAL" clId="{D93D8B19-FA20-47A5-B3D7-0A6BF3F53C46}" dt="2021-08-10T10:38:07.634" v="232" actId="1076"/>
          <ac:picMkLst>
            <pc:docMk/>
            <pc:sldMk cId="1895599324" sldId="282"/>
            <ac:picMk id="24" creationId="{999DE7FE-82DE-48AD-BB23-F15CA56C5C1A}"/>
          </ac:picMkLst>
        </pc:picChg>
      </pc:sldChg>
      <pc:sldChg chg="del">
        <pc:chgData name="Alessandro Edoardo Giorgio David" userId="f8954a66-e5ad-4a1c-9536-1d2117047f5f" providerId="ADAL" clId="{D93D8B19-FA20-47A5-B3D7-0A6BF3F53C46}" dt="2021-08-10T10:13:12.792" v="0" actId="2696"/>
        <pc:sldMkLst>
          <pc:docMk/>
          <pc:sldMk cId="194577708" sldId="283"/>
        </pc:sldMkLst>
      </pc:sldChg>
      <pc:sldChg chg="modSp new mod ord">
        <pc:chgData name="Alessandro Edoardo Giorgio David" userId="f8954a66-e5ad-4a1c-9536-1d2117047f5f" providerId="ADAL" clId="{D93D8B19-FA20-47A5-B3D7-0A6BF3F53C46}" dt="2021-08-10T13:18:36.419" v="625"/>
        <pc:sldMkLst>
          <pc:docMk/>
          <pc:sldMk cId="4096371522" sldId="283"/>
        </pc:sldMkLst>
        <pc:spChg chg="mod">
          <ac:chgData name="Alessandro Edoardo Giorgio David" userId="f8954a66-e5ad-4a1c-9536-1d2117047f5f" providerId="ADAL" clId="{D93D8B19-FA20-47A5-B3D7-0A6BF3F53C46}" dt="2021-08-10T10:17:45.238" v="42" actId="122"/>
          <ac:spMkLst>
            <pc:docMk/>
            <pc:sldMk cId="4096371522" sldId="283"/>
            <ac:spMk id="2" creationId="{408B4B91-F23E-4673-8DB8-6A5A02D61CB6}"/>
          </ac:spMkLst>
        </pc:spChg>
        <pc:spChg chg="mod">
          <ac:chgData name="Alessandro Edoardo Giorgio David" userId="f8954a66-e5ad-4a1c-9536-1d2117047f5f" providerId="ADAL" clId="{D93D8B19-FA20-47A5-B3D7-0A6BF3F53C46}" dt="2021-08-10T13:14:41.330" v="611" actId="5793"/>
          <ac:spMkLst>
            <pc:docMk/>
            <pc:sldMk cId="4096371522" sldId="283"/>
            <ac:spMk id="3" creationId="{83BD5FD3-58A3-4593-BA71-B00F2D7F8C6A}"/>
          </ac:spMkLst>
        </pc:spChg>
      </pc:sldChg>
      <pc:sldChg chg="modSp new mod">
        <pc:chgData name="Alessandro Edoardo Giorgio David" userId="f8954a66-e5ad-4a1c-9536-1d2117047f5f" providerId="ADAL" clId="{D93D8B19-FA20-47A5-B3D7-0A6BF3F53C46}" dt="2021-08-10T10:52:43.487" v="551" actId="20577"/>
        <pc:sldMkLst>
          <pc:docMk/>
          <pc:sldMk cId="2952385952" sldId="284"/>
        </pc:sldMkLst>
        <pc:spChg chg="mod">
          <ac:chgData name="Alessandro Edoardo Giorgio David" userId="f8954a66-e5ad-4a1c-9536-1d2117047f5f" providerId="ADAL" clId="{D93D8B19-FA20-47A5-B3D7-0A6BF3F53C46}" dt="2021-08-10T10:47:33.137" v="259" actId="790"/>
          <ac:spMkLst>
            <pc:docMk/>
            <pc:sldMk cId="2952385952" sldId="284"/>
            <ac:spMk id="2" creationId="{A77BED49-8D96-4399-83D4-396828225BE7}"/>
          </ac:spMkLst>
        </pc:spChg>
        <pc:spChg chg="mod">
          <ac:chgData name="Alessandro Edoardo Giorgio David" userId="f8954a66-e5ad-4a1c-9536-1d2117047f5f" providerId="ADAL" clId="{D93D8B19-FA20-47A5-B3D7-0A6BF3F53C46}" dt="2021-08-10T10:52:43.487" v="551" actId="20577"/>
          <ac:spMkLst>
            <pc:docMk/>
            <pc:sldMk cId="2952385952" sldId="284"/>
            <ac:spMk id="3" creationId="{23098DAD-D0EB-4E6F-83C4-BF0416B344FF}"/>
          </ac:spMkLst>
        </pc:spChg>
      </pc:sldChg>
      <pc:sldChg chg="del">
        <pc:chgData name="Alessandro Edoardo Giorgio David" userId="f8954a66-e5ad-4a1c-9536-1d2117047f5f" providerId="ADAL" clId="{D93D8B19-FA20-47A5-B3D7-0A6BF3F53C46}" dt="2021-08-10T10:13:12.792" v="0" actId="2696"/>
        <pc:sldMkLst>
          <pc:docMk/>
          <pc:sldMk cId="3040764519" sldId="284"/>
        </pc:sldMkLst>
      </pc:sldChg>
      <pc:sldChg chg="del">
        <pc:chgData name="Alessandro Edoardo Giorgio David" userId="f8954a66-e5ad-4a1c-9536-1d2117047f5f" providerId="ADAL" clId="{D93D8B19-FA20-47A5-B3D7-0A6BF3F53C46}" dt="2021-08-10T10:13:12.792" v="0" actId="2696"/>
        <pc:sldMkLst>
          <pc:docMk/>
          <pc:sldMk cId="1677543011" sldId="285"/>
        </pc:sldMkLst>
      </pc:sldChg>
      <pc:sldChg chg="addSp delSp modSp new mod">
        <pc:chgData name="Alessandro Edoardo Giorgio David" userId="f8954a66-e5ad-4a1c-9536-1d2117047f5f" providerId="ADAL" clId="{D93D8B19-FA20-47A5-B3D7-0A6BF3F53C46}" dt="2021-08-10T13:12:18.984" v="608" actId="1076"/>
        <pc:sldMkLst>
          <pc:docMk/>
          <pc:sldMk cId="2360709121" sldId="285"/>
        </pc:sldMkLst>
        <pc:spChg chg="add del mod">
          <ac:chgData name="Alessandro Edoardo Giorgio David" userId="f8954a66-e5ad-4a1c-9536-1d2117047f5f" providerId="ADAL" clId="{D93D8B19-FA20-47A5-B3D7-0A6BF3F53C46}" dt="2021-08-10T13:10:40.139" v="601" actId="122"/>
          <ac:spMkLst>
            <pc:docMk/>
            <pc:sldMk cId="2360709121" sldId="285"/>
            <ac:spMk id="2" creationId="{850F8AE4-D095-492B-B6BD-51B7ED3135F8}"/>
          </ac:spMkLst>
        </pc:spChg>
        <pc:spChg chg="add del">
          <ac:chgData name="Alessandro Edoardo Giorgio David" userId="f8954a66-e5ad-4a1c-9536-1d2117047f5f" providerId="ADAL" clId="{D93D8B19-FA20-47A5-B3D7-0A6BF3F53C46}" dt="2021-08-10T13:12:03.331" v="606"/>
          <ac:spMkLst>
            <pc:docMk/>
            <pc:sldMk cId="2360709121" sldId="285"/>
            <ac:spMk id="3" creationId="{929EB4A7-08BB-45A8-B065-13489C10CDB2}"/>
          </ac:spMkLst>
        </pc:spChg>
        <pc:spChg chg="add del mod">
          <ac:chgData name="Alessandro Edoardo Giorgio David" userId="f8954a66-e5ad-4a1c-9536-1d2117047f5f" providerId="ADAL" clId="{D93D8B19-FA20-47A5-B3D7-0A6BF3F53C46}" dt="2021-08-10T13:10:19.179" v="554"/>
          <ac:spMkLst>
            <pc:docMk/>
            <pc:sldMk cId="2360709121" sldId="285"/>
            <ac:spMk id="4" creationId="{0CA50546-66E0-4814-8773-47BC0BE9B3C9}"/>
          </ac:spMkLst>
        </pc:spChg>
        <pc:picChg chg="add del mod">
          <ac:chgData name="Alessandro Edoardo Giorgio David" userId="f8954a66-e5ad-4a1c-9536-1d2117047f5f" providerId="ADAL" clId="{D93D8B19-FA20-47A5-B3D7-0A6BF3F53C46}" dt="2021-08-10T13:10:59.357" v="605"/>
          <ac:picMkLst>
            <pc:docMk/>
            <pc:sldMk cId="2360709121" sldId="285"/>
            <ac:picMk id="5" creationId="{6EDF5A3D-5180-4B47-A43F-F58ACF23AF90}"/>
          </ac:picMkLst>
        </pc:picChg>
        <pc:picChg chg="add mod">
          <ac:chgData name="Alessandro Edoardo Giorgio David" userId="f8954a66-e5ad-4a1c-9536-1d2117047f5f" providerId="ADAL" clId="{D93D8B19-FA20-47A5-B3D7-0A6BF3F53C46}" dt="2021-08-10T13:12:18.984" v="608" actId="1076"/>
          <ac:picMkLst>
            <pc:docMk/>
            <pc:sldMk cId="2360709121" sldId="285"/>
            <ac:picMk id="6" creationId="{FB3986C0-44F4-4DC9-9E52-F7C4AC423527}"/>
          </ac:picMkLst>
        </pc:picChg>
      </pc:sldChg>
      <pc:sldChg chg="addSp delSp modSp new mod">
        <pc:chgData name="Alessandro Edoardo Giorgio David" userId="f8954a66-e5ad-4a1c-9536-1d2117047f5f" providerId="ADAL" clId="{D93D8B19-FA20-47A5-B3D7-0A6BF3F53C46}" dt="2021-08-10T13:16:24.708" v="623" actId="122"/>
        <pc:sldMkLst>
          <pc:docMk/>
          <pc:sldMk cId="2169398848" sldId="286"/>
        </pc:sldMkLst>
        <pc:spChg chg="mod">
          <ac:chgData name="Alessandro Edoardo Giorgio David" userId="f8954a66-e5ad-4a1c-9536-1d2117047f5f" providerId="ADAL" clId="{D93D8B19-FA20-47A5-B3D7-0A6BF3F53C46}" dt="2021-08-10T13:16:24.708" v="623" actId="122"/>
          <ac:spMkLst>
            <pc:docMk/>
            <pc:sldMk cId="2169398848" sldId="286"/>
            <ac:spMk id="2" creationId="{E0281D5F-2FF9-472A-9E43-1E0BA5F276EA}"/>
          </ac:spMkLst>
        </pc:spChg>
        <pc:spChg chg="del">
          <ac:chgData name="Alessandro Edoardo Giorgio David" userId="f8954a66-e5ad-4a1c-9536-1d2117047f5f" providerId="ADAL" clId="{D93D8B19-FA20-47A5-B3D7-0A6BF3F53C46}" dt="2021-08-10T13:16:09.427" v="615"/>
          <ac:spMkLst>
            <pc:docMk/>
            <pc:sldMk cId="2169398848" sldId="286"/>
            <ac:spMk id="3" creationId="{3AEEC441-A224-4D27-A026-424493F51DF7}"/>
          </ac:spMkLst>
        </pc:spChg>
        <pc:picChg chg="add mod">
          <ac:chgData name="Alessandro Edoardo Giorgio David" userId="f8954a66-e5ad-4a1c-9536-1d2117047f5f" providerId="ADAL" clId="{D93D8B19-FA20-47A5-B3D7-0A6BF3F53C46}" dt="2021-08-10T13:16:17.535" v="617" actId="14100"/>
          <ac:picMkLst>
            <pc:docMk/>
            <pc:sldMk cId="2169398848" sldId="286"/>
            <ac:picMk id="4" creationId="{01EEE091-4AAC-4560-B6DB-CFE94541A2DF}"/>
          </ac:picMkLst>
        </pc:picChg>
      </pc:sldChg>
      <pc:sldChg chg="del">
        <pc:chgData name="Alessandro Edoardo Giorgio David" userId="f8954a66-e5ad-4a1c-9536-1d2117047f5f" providerId="ADAL" clId="{D93D8B19-FA20-47A5-B3D7-0A6BF3F53C46}" dt="2021-08-10T10:13:12.792" v="0" actId="2696"/>
        <pc:sldMkLst>
          <pc:docMk/>
          <pc:sldMk cId="2456525904" sldId="286"/>
        </pc:sldMkLst>
      </pc:sldChg>
      <pc:sldChg chg="del">
        <pc:chgData name="Alessandro Edoardo Giorgio David" userId="f8954a66-e5ad-4a1c-9536-1d2117047f5f" providerId="ADAL" clId="{D93D8B19-FA20-47A5-B3D7-0A6BF3F53C46}" dt="2021-08-10T10:13:12.792" v="0" actId="2696"/>
        <pc:sldMkLst>
          <pc:docMk/>
          <pc:sldMk cId="2542539799" sldId="287"/>
        </pc:sldMkLst>
      </pc:sldChg>
      <pc:sldChg chg="del">
        <pc:chgData name="Alessandro Edoardo Giorgio David" userId="f8954a66-e5ad-4a1c-9536-1d2117047f5f" providerId="ADAL" clId="{D93D8B19-FA20-47A5-B3D7-0A6BF3F53C46}" dt="2021-08-10T10:13:12.792" v="0" actId="2696"/>
        <pc:sldMkLst>
          <pc:docMk/>
          <pc:sldMk cId="776110747" sldId="288"/>
        </pc:sldMkLst>
      </pc:sldChg>
      <pc:sldChg chg="del">
        <pc:chgData name="Alessandro Edoardo Giorgio David" userId="f8954a66-e5ad-4a1c-9536-1d2117047f5f" providerId="ADAL" clId="{D93D8B19-FA20-47A5-B3D7-0A6BF3F53C46}" dt="2021-08-10T10:13:12.792" v="0" actId="2696"/>
        <pc:sldMkLst>
          <pc:docMk/>
          <pc:sldMk cId="3865763563" sldId="289"/>
        </pc:sldMkLst>
      </pc:sldChg>
      <pc:sldChg chg="del">
        <pc:chgData name="Alessandro Edoardo Giorgio David" userId="f8954a66-e5ad-4a1c-9536-1d2117047f5f" providerId="ADAL" clId="{D93D8B19-FA20-47A5-B3D7-0A6BF3F53C46}" dt="2021-08-10T10:13:12.792" v="0" actId="2696"/>
        <pc:sldMkLst>
          <pc:docMk/>
          <pc:sldMk cId="3364959005" sldId="290"/>
        </pc:sldMkLst>
      </pc:sldChg>
      <pc:sldChg chg="del">
        <pc:chgData name="Alessandro Edoardo Giorgio David" userId="f8954a66-e5ad-4a1c-9536-1d2117047f5f" providerId="ADAL" clId="{D93D8B19-FA20-47A5-B3D7-0A6BF3F53C46}" dt="2021-08-10T10:13:12.792" v="0" actId="2696"/>
        <pc:sldMkLst>
          <pc:docMk/>
          <pc:sldMk cId="1841476595" sldId="291"/>
        </pc:sldMkLst>
      </pc:sldChg>
      <pc:sldChg chg="del">
        <pc:chgData name="Alessandro Edoardo Giorgio David" userId="f8954a66-e5ad-4a1c-9536-1d2117047f5f" providerId="ADAL" clId="{D93D8B19-FA20-47A5-B3D7-0A6BF3F53C46}" dt="2021-08-10T10:13:12.792" v="0" actId="2696"/>
        <pc:sldMkLst>
          <pc:docMk/>
          <pc:sldMk cId="182014483" sldId="292"/>
        </pc:sldMkLst>
      </pc:sldChg>
      <pc:sldChg chg="del">
        <pc:chgData name="Alessandro Edoardo Giorgio David" userId="f8954a66-e5ad-4a1c-9536-1d2117047f5f" providerId="ADAL" clId="{D93D8B19-FA20-47A5-B3D7-0A6BF3F53C46}" dt="2021-08-10T10:13:12.792" v="0" actId="2696"/>
        <pc:sldMkLst>
          <pc:docMk/>
          <pc:sldMk cId="2079178667" sldId="293"/>
        </pc:sldMkLst>
      </pc:sldChg>
      <pc:sldChg chg="del">
        <pc:chgData name="Alessandro Edoardo Giorgio David" userId="f8954a66-e5ad-4a1c-9536-1d2117047f5f" providerId="ADAL" clId="{D93D8B19-FA20-47A5-B3D7-0A6BF3F53C46}" dt="2021-08-10T10:13:12.792" v="0" actId="2696"/>
        <pc:sldMkLst>
          <pc:docMk/>
          <pc:sldMk cId="2484884542" sldId="294"/>
        </pc:sldMkLst>
      </pc:sldChg>
      <pc:sldChg chg="del">
        <pc:chgData name="Alessandro Edoardo Giorgio David" userId="f8954a66-e5ad-4a1c-9536-1d2117047f5f" providerId="ADAL" clId="{D93D8B19-FA20-47A5-B3D7-0A6BF3F53C46}" dt="2021-08-10T10:13:12.792" v="0" actId="2696"/>
        <pc:sldMkLst>
          <pc:docMk/>
          <pc:sldMk cId="2761851639" sldId="295"/>
        </pc:sldMkLst>
      </pc:sldChg>
      <pc:sldChg chg="del">
        <pc:chgData name="Alessandro Edoardo Giorgio David" userId="f8954a66-e5ad-4a1c-9536-1d2117047f5f" providerId="ADAL" clId="{D93D8B19-FA20-47A5-B3D7-0A6BF3F53C46}" dt="2021-08-10T10:13:12.792" v="0" actId="2696"/>
        <pc:sldMkLst>
          <pc:docMk/>
          <pc:sldMk cId="3877361358" sldId="296"/>
        </pc:sldMkLst>
      </pc:sldChg>
      <pc:sldChg chg="del">
        <pc:chgData name="Alessandro Edoardo Giorgio David" userId="f8954a66-e5ad-4a1c-9536-1d2117047f5f" providerId="ADAL" clId="{D93D8B19-FA20-47A5-B3D7-0A6BF3F53C46}" dt="2021-08-10T10:13:12.792" v="0" actId="2696"/>
        <pc:sldMkLst>
          <pc:docMk/>
          <pc:sldMk cId="3622387223" sldId="297"/>
        </pc:sldMkLst>
      </pc:sldChg>
      <pc:sldChg chg="del">
        <pc:chgData name="Alessandro Edoardo Giorgio David" userId="f8954a66-e5ad-4a1c-9536-1d2117047f5f" providerId="ADAL" clId="{D93D8B19-FA20-47A5-B3D7-0A6BF3F53C46}" dt="2021-08-10T10:13:12.792" v="0" actId="2696"/>
        <pc:sldMkLst>
          <pc:docMk/>
          <pc:sldMk cId="1407459007" sldId="298"/>
        </pc:sldMkLst>
      </pc:sldChg>
      <pc:sldChg chg="del">
        <pc:chgData name="Alessandro Edoardo Giorgio David" userId="f8954a66-e5ad-4a1c-9536-1d2117047f5f" providerId="ADAL" clId="{D93D8B19-FA20-47A5-B3D7-0A6BF3F53C46}" dt="2021-08-10T10:13:12.792" v="0" actId="2696"/>
        <pc:sldMkLst>
          <pc:docMk/>
          <pc:sldMk cId="2518038807" sldId="299"/>
        </pc:sldMkLst>
      </pc:sldChg>
      <pc:sldChg chg="del">
        <pc:chgData name="Alessandro Edoardo Giorgio David" userId="f8954a66-e5ad-4a1c-9536-1d2117047f5f" providerId="ADAL" clId="{D93D8B19-FA20-47A5-B3D7-0A6BF3F53C46}" dt="2021-08-10T10:13:12.792" v="0" actId="2696"/>
        <pc:sldMkLst>
          <pc:docMk/>
          <pc:sldMk cId="3979447115" sldId="300"/>
        </pc:sldMkLst>
      </pc:sldChg>
      <pc:sldChg chg="del">
        <pc:chgData name="Alessandro Edoardo Giorgio David" userId="f8954a66-e5ad-4a1c-9536-1d2117047f5f" providerId="ADAL" clId="{D93D8B19-FA20-47A5-B3D7-0A6BF3F53C46}" dt="2021-08-10T10:13:12.792" v="0" actId="2696"/>
        <pc:sldMkLst>
          <pc:docMk/>
          <pc:sldMk cId="1821133994" sldId="301"/>
        </pc:sldMkLst>
      </pc:sldChg>
      <pc:sldChg chg="del">
        <pc:chgData name="Alessandro Edoardo Giorgio David" userId="f8954a66-e5ad-4a1c-9536-1d2117047f5f" providerId="ADAL" clId="{D93D8B19-FA20-47A5-B3D7-0A6BF3F53C46}" dt="2021-08-10T10:13:12.792" v="0" actId="2696"/>
        <pc:sldMkLst>
          <pc:docMk/>
          <pc:sldMk cId="2063098522" sldId="302"/>
        </pc:sldMkLst>
      </pc:sldChg>
      <pc:sldChg chg="del">
        <pc:chgData name="Alessandro Edoardo Giorgio David" userId="f8954a66-e5ad-4a1c-9536-1d2117047f5f" providerId="ADAL" clId="{D93D8B19-FA20-47A5-B3D7-0A6BF3F53C46}" dt="2021-08-10T10:13:12.792" v="0" actId="2696"/>
        <pc:sldMkLst>
          <pc:docMk/>
          <pc:sldMk cId="1179535889" sldId="303"/>
        </pc:sldMkLst>
      </pc:sldChg>
      <pc:sldChg chg="del">
        <pc:chgData name="Alessandro Edoardo Giorgio David" userId="f8954a66-e5ad-4a1c-9536-1d2117047f5f" providerId="ADAL" clId="{D93D8B19-FA20-47A5-B3D7-0A6BF3F53C46}" dt="2021-08-10T10:13:12.792" v="0" actId="2696"/>
        <pc:sldMkLst>
          <pc:docMk/>
          <pc:sldMk cId="2732596017" sldId="304"/>
        </pc:sldMkLst>
      </pc:sldChg>
      <pc:sldChg chg="del">
        <pc:chgData name="Alessandro Edoardo Giorgio David" userId="f8954a66-e5ad-4a1c-9536-1d2117047f5f" providerId="ADAL" clId="{D93D8B19-FA20-47A5-B3D7-0A6BF3F53C46}" dt="2021-08-10T10:13:12.792" v="0" actId="2696"/>
        <pc:sldMkLst>
          <pc:docMk/>
          <pc:sldMk cId="4087049437" sldId="305"/>
        </pc:sldMkLst>
      </pc:sldChg>
      <pc:sldChg chg="del">
        <pc:chgData name="Alessandro Edoardo Giorgio David" userId="f8954a66-e5ad-4a1c-9536-1d2117047f5f" providerId="ADAL" clId="{D93D8B19-FA20-47A5-B3D7-0A6BF3F53C46}" dt="2021-08-10T10:13:12.792" v="0" actId="2696"/>
        <pc:sldMkLst>
          <pc:docMk/>
          <pc:sldMk cId="3965762000" sldId="306"/>
        </pc:sldMkLst>
      </pc:sldChg>
      <pc:sldChg chg="del">
        <pc:chgData name="Alessandro Edoardo Giorgio David" userId="f8954a66-e5ad-4a1c-9536-1d2117047f5f" providerId="ADAL" clId="{D93D8B19-FA20-47A5-B3D7-0A6BF3F53C46}" dt="2021-08-10T10:13:12.792" v="0" actId="2696"/>
        <pc:sldMkLst>
          <pc:docMk/>
          <pc:sldMk cId="990846201" sldId="307"/>
        </pc:sldMkLst>
      </pc:sldChg>
      <pc:sldChg chg="del">
        <pc:chgData name="Alessandro Edoardo Giorgio David" userId="f8954a66-e5ad-4a1c-9536-1d2117047f5f" providerId="ADAL" clId="{D93D8B19-FA20-47A5-B3D7-0A6BF3F53C46}" dt="2021-08-10T10:13:12.792" v="0" actId="2696"/>
        <pc:sldMkLst>
          <pc:docMk/>
          <pc:sldMk cId="1459165216" sldId="308"/>
        </pc:sldMkLst>
      </pc:sldChg>
      <pc:sldChg chg="del">
        <pc:chgData name="Alessandro Edoardo Giorgio David" userId="f8954a66-e5ad-4a1c-9536-1d2117047f5f" providerId="ADAL" clId="{D93D8B19-FA20-47A5-B3D7-0A6BF3F53C46}" dt="2021-08-10T10:13:12.792" v="0" actId="2696"/>
        <pc:sldMkLst>
          <pc:docMk/>
          <pc:sldMk cId="3495603576" sldId="309"/>
        </pc:sldMkLst>
      </pc:sldChg>
      <pc:sldChg chg="del">
        <pc:chgData name="Alessandro Edoardo Giorgio David" userId="f8954a66-e5ad-4a1c-9536-1d2117047f5f" providerId="ADAL" clId="{D93D8B19-FA20-47A5-B3D7-0A6BF3F53C46}" dt="2021-08-10T10:13:12.792" v="0" actId="2696"/>
        <pc:sldMkLst>
          <pc:docMk/>
          <pc:sldMk cId="293460714" sldId="310"/>
        </pc:sldMkLst>
      </pc:sldChg>
      <pc:sldChg chg="del">
        <pc:chgData name="Alessandro Edoardo Giorgio David" userId="f8954a66-e5ad-4a1c-9536-1d2117047f5f" providerId="ADAL" clId="{D93D8B19-FA20-47A5-B3D7-0A6BF3F53C46}" dt="2021-08-10T10:13:12.792" v="0" actId="2696"/>
        <pc:sldMkLst>
          <pc:docMk/>
          <pc:sldMk cId="3345643182" sldId="311"/>
        </pc:sldMkLst>
      </pc:sldChg>
      <pc:sldChg chg="del">
        <pc:chgData name="Alessandro Edoardo Giorgio David" userId="f8954a66-e5ad-4a1c-9536-1d2117047f5f" providerId="ADAL" clId="{D93D8B19-FA20-47A5-B3D7-0A6BF3F53C46}" dt="2021-08-10T10:13:12.792" v="0" actId="2696"/>
        <pc:sldMkLst>
          <pc:docMk/>
          <pc:sldMk cId="20833125" sldId="312"/>
        </pc:sldMkLst>
      </pc:sldChg>
      <pc:sldChg chg="del">
        <pc:chgData name="Alessandro Edoardo Giorgio David" userId="f8954a66-e5ad-4a1c-9536-1d2117047f5f" providerId="ADAL" clId="{D93D8B19-FA20-47A5-B3D7-0A6BF3F53C46}" dt="2021-08-10T10:13:12.792" v="0" actId="2696"/>
        <pc:sldMkLst>
          <pc:docMk/>
          <pc:sldMk cId="240118312" sldId="313"/>
        </pc:sldMkLst>
      </pc:sldChg>
      <pc:sldChg chg="del">
        <pc:chgData name="Alessandro Edoardo Giorgio David" userId="f8954a66-e5ad-4a1c-9536-1d2117047f5f" providerId="ADAL" clId="{D93D8B19-FA20-47A5-B3D7-0A6BF3F53C46}" dt="2021-08-10T10:13:12.792" v="0" actId="2696"/>
        <pc:sldMkLst>
          <pc:docMk/>
          <pc:sldMk cId="2026102579" sldId="314"/>
        </pc:sldMkLst>
      </pc:sldChg>
      <pc:sldChg chg="del">
        <pc:chgData name="Alessandro Edoardo Giorgio David" userId="f8954a66-e5ad-4a1c-9536-1d2117047f5f" providerId="ADAL" clId="{D93D8B19-FA20-47A5-B3D7-0A6BF3F53C46}" dt="2021-08-10T10:13:12.792" v="0" actId="2696"/>
        <pc:sldMkLst>
          <pc:docMk/>
          <pc:sldMk cId="1521168260" sldId="315"/>
        </pc:sldMkLst>
      </pc:sldChg>
      <pc:sldChg chg="del">
        <pc:chgData name="Alessandro Edoardo Giorgio David" userId="f8954a66-e5ad-4a1c-9536-1d2117047f5f" providerId="ADAL" clId="{D93D8B19-FA20-47A5-B3D7-0A6BF3F53C46}" dt="2021-08-10T10:13:12.792" v="0" actId="2696"/>
        <pc:sldMkLst>
          <pc:docMk/>
          <pc:sldMk cId="3372665201" sldId="316"/>
        </pc:sldMkLst>
      </pc:sldChg>
      <pc:sldChg chg="del">
        <pc:chgData name="Alessandro Edoardo Giorgio David" userId="f8954a66-e5ad-4a1c-9536-1d2117047f5f" providerId="ADAL" clId="{D93D8B19-FA20-47A5-B3D7-0A6BF3F53C46}" dt="2021-08-10T10:13:12.792" v="0" actId="2696"/>
        <pc:sldMkLst>
          <pc:docMk/>
          <pc:sldMk cId="2461815205" sldId="317"/>
        </pc:sldMkLst>
      </pc:sldChg>
      <pc:sldChg chg="del">
        <pc:chgData name="Alessandro Edoardo Giorgio David" userId="f8954a66-e5ad-4a1c-9536-1d2117047f5f" providerId="ADAL" clId="{D93D8B19-FA20-47A5-B3D7-0A6BF3F53C46}" dt="2021-08-10T10:13:12.792" v="0" actId="2696"/>
        <pc:sldMkLst>
          <pc:docMk/>
          <pc:sldMk cId="1478560338" sldId="318"/>
        </pc:sldMkLst>
      </pc:sldChg>
      <pc:sldChg chg="del">
        <pc:chgData name="Alessandro Edoardo Giorgio David" userId="f8954a66-e5ad-4a1c-9536-1d2117047f5f" providerId="ADAL" clId="{D93D8B19-FA20-47A5-B3D7-0A6BF3F53C46}" dt="2021-08-10T10:13:12.792" v="0" actId="2696"/>
        <pc:sldMkLst>
          <pc:docMk/>
          <pc:sldMk cId="618932863" sldId="319"/>
        </pc:sldMkLst>
      </pc:sldChg>
      <pc:sldChg chg="del">
        <pc:chgData name="Alessandro Edoardo Giorgio David" userId="f8954a66-e5ad-4a1c-9536-1d2117047f5f" providerId="ADAL" clId="{D93D8B19-FA20-47A5-B3D7-0A6BF3F53C46}" dt="2021-08-10T10:13:12.792" v="0" actId="2696"/>
        <pc:sldMkLst>
          <pc:docMk/>
          <pc:sldMk cId="3339501348" sldId="320"/>
        </pc:sldMkLst>
      </pc:sldChg>
      <pc:sldChg chg="del">
        <pc:chgData name="Alessandro Edoardo Giorgio David" userId="f8954a66-e5ad-4a1c-9536-1d2117047f5f" providerId="ADAL" clId="{D93D8B19-FA20-47A5-B3D7-0A6BF3F53C46}" dt="2021-08-10T10:13:12.792" v="0" actId="2696"/>
        <pc:sldMkLst>
          <pc:docMk/>
          <pc:sldMk cId="1078668927" sldId="321"/>
        </pc:sldMkLst>
      </pc:sldChg>
      <pc:sldChg chg="del">
        <pc:chgData name="Alessandro Edoardo Giorgio David" userId="f8954a66-e5ad-4a1c-9536-1d2117047f5f" providerId="ADAL" clId="{D93D8B19-FA20-47A5-B3D7-0A6BF3F53C46}" dt="2021-08-10T10:13:12.792" v="0" actId="2696"/>
        <pc:sldMkLst>
          <pc:docMk/>
          <pc:sldMk cId="3535521216" sldId="322"/>
        </pc:sldMkLst>
      </pc:sldChg>
      <pc:sldChg chg="del">
        <pc:chgData name="Alessandro Edoardo Giorgio David" userId="f8954a66-e5ad-4a1c-9536-1d2117047f5f" providerId="ADAL" clId="{D93D8B19-FA20-47A5-B3D7-0A6BF3F53C46}" dt="2021-08-10T10:13:12.792" v="0" actId="2696"/>
        <pc:sldMkLst>
          <pc:docMk/>
          <pc:sldMk cId="879024289" sldId="323"/>
        </pc:sldMkLst>
      </pc:sldChg>
      <pc:sldChg chg="del">
        <pc:chgData name="Alessandro Edoardo Giorgio David" userId="f8954a66-e5ad-4a1c-9536-1d2117047f5f" providerId="ADAL" clId="{D93D8B19-FA20-47A5-B3D7-0A6BF3F53C46}" dt="2021-08-10T10:13:12.792" v="0" actId="2696"/>
        <pc:sldMkLst>
          <pc:docMk/>
          <pc:sldMk cId="2507292240" sldId="324"/>
        </pc:sldMkLst>
      </pc:sldChg>
      <pc:sldChg chg="del">
        <pc:chgData name="Alessandro Edoardo Giorgio David" userId="f8954a66-e5ad-4a1c-9536-1d2117047f5f" providerId="ADAL" clId="{D93D8B19-FA20-47A5-B3D7-0A6BF3F53C46}" dt="2021-08-10T10:13:12.792" v="0" actId="2696"/>
        <pc:sldMkLst>
          <pc:docMk/>
          <pc:sldMk cId="2212003161" sldId="325"/>
        </pc:sldMkLst>
      </pc:sldChg>
      <pc:sldChg chg="del">
        <pc:chgData name="Alessandro Edoardo Giorgio David" userId="f8954a66-e5ad-4a1c-9536-1d2117047f5f" providerId="ADAL" clId="{D93D8B19-FA20-47A5-B3D7-0A6BF3F53C46}" dt="2021-08-10T10:13:12.792" v="0" actId="2696"/>
        <pc:sldMkLst>
          <pc:docMk/>
          <pc:sldMk cId="1071665624" sldId="326"/>
        </pc:sldMkLst>
      </pc:sldChg>
      <pc:sldChg chg="del">
        <pc:chgData name="Alessandro Edoardo Giorgio David" userId="f8954a66-e5ad-4a1c-9536-1d2117047f5f" providerId="ADAL" clId="{D93D8B19-FA20-47A5-B3D7-0A6BF3F53C46}" dt="2021-08-10T10:13:12.792" v="0" actId="2696"/>
        <pc:sldMkLst>
          <pc:docMk/>
          <pc:sldMk cId="2140800234" sldId="327"/>
        </pc:sldMkLst>
      </pc:sldChg>
      <pc:sldChg chg="del">
        <pc:chgData name="Alessandro Edoardo Giorgio David" userId="f8954a66-e5ad-4a1c-9536-1d2117047f5f" providerId="ADAL" clId="{D93D8B19-FA20-47A5-B3D7-0A6BF3F53C46}" dt="2021-08-10T10:13:12.792" v="0" actId="2696"/>
        <pc:sldMkLst>
          <pc:docMk/>
          <pc:sldMk cId="2741554749" sldId="328"/>
        </pc:sldMkLst>
      </pc:sldChg>
      <pc:sldChg chg="del">
        <pc:chgData name="Alessandro Edoardo Giorgio David" userId="f8954a66-e5ad-4a1c-9536-1d2117047f5f" providerId="ADAL" clId="{D93D8B19-FA20-47A5-B3D7-0A6BF3F53C46}" dt="2021-08-10T10:13:12.792" v="0" actId="2696"/>
        <pc:sldMkLst>
          <pc:docMk/>
          <pc:sldMk cId="1026349041" sldId="329"/>
        </pc:sldMkLst>
      </pc:sldChg>
      <pc:sldChg chg="del">
        <pc:chgData name="Alessandro Edoardo Giorgio David" userId="f8954a66-e5ad-4a1c-9536-1d2117047f5f" providerId="ADAL" clId="{D93D8B19-FA20-47A5-B3D7-0A6BF3F53C46}" dt="2021-08-10T10:13:12.792" v="0" actId="2696"/>
        <pc:sldMkLst>
          <pc:docMk/>
          <pc:sldMk cId="2892898324" sldId="330"/>
        </pc:sldMkLst>
      </pc:sldChg>
      <pc:sldChg chg="del">
        <pc:chgData name="Alessandro Edoardo Giorgio David" userId="f8954a66-e5ad-4a1c-9536-1d2117047f5f" providerId="ADAL" clId="{D93D8B19-FA20-47A5-B3D7-0A6BF3F53C46}" dt="2021-08-10T10:13:12.792" v="0" actId="2696"/>
        <pc:sldMkLst>
          <pc:docMk/>
          <pc:sldMk cId="3188304425" sldId="331"/>
        </pc:sldMkLst>
      </pc:sldChg>
      <pc:sldChg chg="del">
        <pc:chgData name="Alessandro Edoardo Giorgio David" userId="f8954a66-e5ad-4a1c-9536-1d2117047f5f" providerId="ADAL" clId="{D93D8B19-FA20-47A5-B3D7-0A6BF3F53C46}" dt="2021-08-10T10:13:12.792" v="0" actId="2696"/>
        <pc:sldMkLst>
          <pc:docMk/>
          <pc:sldMk cId="3922909339" sldId="332"/>
        </pc:sldMkLst>
      </pc:sldChg>
      <pc:sldChg chg="del">
        <pc:chgData name="Alessandro Edoardo Giorgio David" userId="f8954a66-e5ad-4a1c-9536-1d2117047f5f" providerId="ADAL" clId="{D93D8B19-FA20-47A5-B3D7-0A6BF3F53C46}" dt="2021-08-10T10:13:12.792" v="0" actId="2696"/>
        <pc:sldMkLst>
          <pc:docMk/>
          <pc:sldMk cId="1049072842" sldId="333"/>
        </pc:sldMkLst>
      </pc:sldChg>
      <pc:sldChg chg="del">
        <pc:chgData name="Alessandro Edoardo Giorgio David" userId="f8954a66-e5ad-4a1c-9536-1d2117047f5f" providerId="ADAL" clId="{D93D8B19-FA20-47A5-B3D7-0A6BF3F53C46}" dt="2021-08-10T10:13:12.792" v="0" actId="2696"/>
        <pc:sldMkLst>
          <pc:docMk/>
          <pc:sldMk cId="2210811804" sldId="334"/>
        </pc:sldMkLst>
      </pc:sldChg>
      <pc:sldChg chg="del">
        <pc:chgData name="Alessandro Edoardo Giorgio David" userId="f8954a66-e5ad-4a1c-9536-1d2117047f5f" providerId="ADAL" clId="{D93D8B19-FA20-47A5-B3D7-0A6BF3F53C46}" dt="2021-08-10T10:13:12.792" v="0" actId="2696"/>
        <pc:sldMkLst>
          <pc:docMk/>
          <pc:sldMk cId="2200792181" sldId="335"/>
        </pc:sldMkLst>
      </pc:sldChg>
      <pc:sldChg chg="del">
        <pc:chgData name="Alessandro Edoardo Giorgio David" userId="f8954a66-e5ad-4a1c-9536-1d2117047f5f" providerId="ADAL" clId="{D93D8B19-FA20-47A5-B3D7-0A6BF3F53C46}" dt="2021-08-10T10:13:12.792" v="0" actId="2696"/>
        <pc:sldMkLst>
          <pc:docMk/>
          <pc:sldMk cId="2223886345" sldId="336"/>
        </pc:sldMkLst>
      </pc:sldChg>
      <pc:sldChg chg="del">
        <pc:chgData name="Alessandro Edoardo Giorgio David" userId="f8954a66-e5ad-4a1c-9536-1d2117047f5f" providerId="ADAL" clId="{D93D8B19-FA20-47A5-B3D7-0A6BF3F53C46}" dt="2021-08-10T10:13:12.792" v="0" actId="2696"/>
        <pc:sldMkLst>
          <pc:docMk/>
          <pc:sldMk cId="2386622032" sldId="337"/>
        </pc:sldMkLst>
      </pc:sldChg>
      <pc:sldChg chg="del">
        <pc:chgData name="Alessandro Edoardo Giorgio David" userId="f8954a66-e5ad-4a1c-9536-1d2117047f5f" providerId="ADAL" clId="{D93D8B19-FA20-47A5-B3D7-0A6BF3F53C46}" dt="2021-08-10T10:13:12.792" v="0" actId="2696"/>
        <pc:sldMkLst>
          <pc:docMk/>
          <pc:sldMk cId="863600783" sldId="338"/>
        </pc:sldMkLst>
      </pc:sldChg>
      <pc:sldChg chg="del">
        <pc:chgData name="Alessandro Edoardo Giorgio David" userId="f8954a66-e5ad-4a1c-9536-1d2117047f5f" providerId="ADAL" clId="{D93D8B19-FA20-47A5-B3D7-0A6BF3F53C46}" dt="2021-08-10T10:13:12.792" v="0" actId="2696"/>
        <pc:sldMkLst>
          <pc:docMk/>
          <pc:sldMk cId="3760396929" sldId="339"/>
        </pc:sldMkLst>
      </pc:sldChg>
      <pc:sldChg chg="del">
        <pc:chgData name="Alessandro Edoardo Giorgio David" userId="f8954a66-e5ad-4a1c-9536-1d2117047f5f" providerId="ADAL" clId="{D93D8B19-FA20-47A5-B3D7-0A6BF3F53C46}" dt="2021-08-10T10:13:12.792" v="0" actId="2696"/>
        <pc:sldMkLst>
          <pc:docMk/>
          <pc:sldMk cId="4043709138" sldId="340"/>
        </pc:sldMkLst>
      </pc:sldChg>
    </pc:docChg>
  </pc:docChgLst>
  <pc:docChgLst>
    <pc:chgData name="Di Mattia Alessandro Edoardo Giorgio David" userId="f8954a66-e5ad-4a1c-9536-1d2117047f5f" providerId="ADAL" clId="{D8B22C94-5161-4D79-9F18-B740023E9373}"/>
    <pc:docChg chg="modSld">
      <pc:chgData name="Di Mattia Alessandro Edoardo Giorgio David" userId="f8954a66-e5ad-4a1c-9536-1d2117047f5f" providerId="ADAL" clId="{D8B22C94-5161-4D79-9F18-B740023E9373}" dt="2021-09-20T11:57:13.689" v="7" actId="20577"/>
      <pc:docMkLst>
        <pc:docMk/>
      </pc:docMkLst>
      <pc:sldChg chg="modSp mod">
        <pc:chgData name="Di Mattia Alessandro Edoardo Giorgio David" userId="f8954a66-e5ad-4a1c-9536-1d2117047f5f" providerId="ADAL" clId="{D8B22C94-5161-4D79-9F18-B740023E9373}" dt="2021-09-20T11:57:13.689" v="7" actId="20577"/>
        <pc:sldMkLst>
          <pc:docMk/>
          <pc:sldMk cId="1731353798" sldId="306"/>
        </pc:sldMkLst>
        <pc:spChg chg="mod">
          <ac:chgData name="Di Mattia Alessandro Edoardo Giorgio David" userId="f8954a66-e5ad-4a1c-9536-1d2117047f5f" providerId="ADAL" clId="{D8B22C94-5161-4D79-9F18-B740023E9373}" dt="2021-09-20T11:57:13.689" v="7" actId="20577"/>
          <ac:spMkLst>
            <pc:docMk/>
            <pc:sldMk cId="1731353798" sldId="306"/>
            <ac:spMk id="3" creationId="{2D430180-4BB9-4AD7-AA64-E3AA96044BF1}"/>
          </ac:spMkLst>
        </pc:spChg>
      </pc:sldChg>
    </pc:docChg>
  </pc:docChgLst>
  <pc:docChgLst>
    <pc:chgData name="Di Mattia Alessandro Edoardo Giorgio David" userId="f8954a66-e5ad-4a1c-9536-1d2117047f5f" providerId="ADAL" clId="{5E83B68B-007D-4829-90AF-85492EEC2BC0}"/>
    <pc:docChg chg="undo custSel addSld delSld modSld sldOrd addSection delSection modSection">
      <pc:chgData name="Di Mattia Alessandro Edoardo Giorgio David" userId="f8954a66-e5ad-4a1c-9536-1d2117047f5f" providerId="ADAL" clId="{5E83B68B-007D-4829-90AF-85492EEC2BC0}" dt="2021-11-01T10:55:00.792" v="9990" actId="115"/>
      <pc:docMkLst>
        <pc:docMk/>
      </pc:docMkLst>
      <pc:sldChg chg="modSp mod">
        <pc:chgData name="Di Mattia Alessandro Edoardo Giorgio David" userId="f8954a66-e5ad-4a1c-9536-1d2117047f5f" providerId="ADAL" clId="{5E83B68B-007D-4829-90AF-85492EEC2BC0}" dt="2021-10-18T09:32:31.068" v="1924" actId="20577"/>
        <pc:sldMkLst>
          <pc:docMk/>
          <pc:sldMk cId="3153607966" sldId="280"/>
        </pc:sldMkLst>
        <pc:spChg chg="mod">
          <ac:chgData name="Di Mattia Alessandro Edoardo Giorgio David" userId="f8954a66-e5ad-4a1c-9536-1d2117047f5f" providerId="ADAL" clId="{5E83B68B-007D-4829-90AF-85492EEC2BC0}" dt="2021-10-18T09:32:31.068" v="1924" actId="20577"/>
          <ac:spMkLst>
            <pc:docMk/>
            <pc:sldMk cId="3153607966" sldId="280"/>
            <ac:spMk id="2" creationId="{683FD103-5EF1-48AB-8EC6-4C1921FB118B}"/>
          </ac:spMkLst>
        </pc:spChg>
      </pc:sldChg>
      <pc:sldChg chg="modSp mod">
        <pc:chgData name="Di Mattia Alessandro Edoardo Giorgio David" userId="f8954a66-e5ad-4a1c-9536-1d2117047f5f" providerId="ADAL" clId="{5E83B68B-007D-4829-90AF-85492EEC2BC0}" dt="2021-10-11T07:57:47.886" v="8" actId="20577"/>
        <pc:sldMkLst>
          <pc:docMk/>
          <pc:sldMk cId="502066698" sldId="282"/>
        </pc:sldMkLst>
        <pc:spChg chg="mod">
          <ac:chgData name="Di Mattia Alessandro Edoardo Giorgio David" userId="f8954a66-e5ad-4a1c-9536-1d2117047f5f" providerId="ADAL" clId="{5E83B68B-007D-4829-90AF-85492EEC2BC0}" dt="2021-10-11T07:57:47.886" v="8" actId="20577"/>
          <ac:spMkLst>
            <pc:docMk/>
            <pc:sldMk cId="502066698" sldId="282"/>
            <ac:spMk id="13" creationId="{84379331-7D4A-496D-8AA5-1ECBB9666C58}"/>
          </ac:spMkLst>
        </pc:spChg>
      </pc:sldChg>
      <pc:sldChg chg="modSp mod">
        <pc:chgData name="Di Mattia Alessandro Edoardo Giorgio David" userId="f8954a66-e5ad-4a1c-9536-1d2117047f5f" providerId="ADAL" clId="{5E83B68B-007D-4829-90AF-85492EEC2BC0}" dt="2021-10-18T09:05:40.008" v="1881" actId="313"/>
        <pc:sldMkLst>
          <pc:docMk/>
          <pc:sldMk cId="3133904207" sldId="285"/>
        </pc:sldMkLst>
        <pc:spChg chg="mod">
          <ac:chgData name="Di Mattia Alessandro Edoardo Giorgio David" userId="f8954a66-e5ad-4a1c-9536-1d2117047f5f" providerId="ADAL" clId="{5E83B68B-007D-4829-90AF-85492EEC2BC0}" dt="2021-10-18T09:05:40.008" v="1881" actId="313"/>
          <ac:spMkLst>
            <pc:docMk/>
            <pc:sldMk cId="3133904207" sldId="285"/>
            <ac:spMk id="3" creationId="{A5FE827F-BAEE-4509-A4EC-8280F7A60EAA}"/>
          </ac:spMkLst>
        </pc:spChg>
      </pc:sldChg>
      <pc:sldChg chg="modSp mod">
        <pc:chgData name="Di Mattia Alessandro Edoardo Giorgio David" userId="f8954a66-e5ad-4a1c-9536-1d2117047f5f" providerId="ADAL" clId="{5E83B68B-007D-4829-90AF-85492EEC2BC0}" dt="2021-10-18T09:10:14.195" v="1886" actId="14826"/>
        <pc:sldMkLst>
          <pc:docMk/>
          <pc:sldMk cId="3527628105" sldId="291"/>
        </pc:sldMkLst>
        <pc:picChg chg="mod">
          <ac:chgData name="Di Mattia Alessandro Edoardo Giorgio David" userId="f8954a66-e5ad-4a1c-9536-1d2117047f5f" providerId="ADAL" clId="{5E83B68B-007D-4829-90AF-85492EEC2BC0}" dt="2021-10-18T09:10:14.195" v="1886" actId="14826"/>
          <ac:picMkLst>
            <pc:docMk/>
            <pc:sldMk cId="3527628105" sldId="291"/>
            <ac:picMk id="38" creationId="{50D31379-CDF9-4606-8E3E-8A55287B225F}"/>
          </ac:picMkLst>
        </pc:picChg>
      </pc:sldChg>
      <pc:sldChg chg="addSp delSp modSp new del mod">
        <pc:chgData name="Di Mattia Alessandro Edoardo Giorgio David" userId="f8954a66-e5ad-4a1c-9536-1d2117047f5f" providerId="ADAL" clId="{5E83B68B-007D-4829-90AF-85492EEC2BC0}" dt="2021-10-11T07:57:34.699" v="7" actId="680"/>
        <pc:sldMkLst>
          <pc:docMk/>
          <pc:sldMk cId="1133026627" sldId="293"/>
        </pc:sldMkLst>
        <pc:spChg chg="add del mod">
          <ac:chgData name="Di Mattia Alessandro Edoardo Giorgio David" userId="f8954a66-e5ad-4a1c-9536-1d2117047f5f" providerId="ADAL" clId="{5E83B68B-007D-4829-90AF-85492EEC2BC0}" dt="2021-10-11T07:57:34.104" v="6" actId="11529"/>
          <ac:spMkLst>
            <pc:docMk/>
            <pc:sldMk cId="1133026627" sldId="293"/>
            <ac:spMk id="4" creationId="{FE0FB340-6F4D-4F3D-8FE9-1D028BAAFB5B}"/>
          </ac:spMkLst>
        </pc:spChg>
      </pc:sldChg>
      <pc:sldChg chg="new del">
        <pc:chgData name="Di Mattia Alessandro Edoardo Giorgio David" userId="f8954a66-e5ad-4a1c-9536-1d2117047f5f" providerId="ADAL" clId="{5E83B68B-007D-4829-90AF-85492EEC2BC0}" dt="2021-10-11T07:57:01.980" v="1" actId="680"/>
        <pc:sldMkLst>
          <pc:docMk/>
          <pc:sldMk cId="1506851632" sldId="293"/>
        </pc:sldMkLst>
      </pc:sldChg>
      <pc:sldChg chg="addSp modSp new mod">
        <pc:chgData name="Di Mattia Alessandro Edoardo Giorgio David" userId="f8954a66-e5ad-4a1c-9536-1d2117047f5f" providerId="ADAL" clId="{5E83B68B-007D-4829-90AF-85492EEC2BC0}" dt="2021-10-18T09:10:47.471" v="1887" actId="14826"/>
        <pc:sldMkLst>
          <pc:docMk/>
          <pc:sldMk cId="3072826883" sldId="293"/>
        </pc:sldMkLst>
        <pc:spChg chg="mod">
          <ac:chgData name="Di Mattia Alessandro Edoardo Giorgio David" userId="f8954a66-e5ad-4a1c-9536-1d2117047f5f" providerId="ADAL" clId="{5E83B68B-007D-4829-90AF-85492EEC2BC0}" dt="2021-10-13T16:36:46.286" v="40" actId="20577"/>
          <ac:spMkLst>
            <pc:docMk/>
            <pc:sldMk cId="3072826883" sldId="293"/>
            <ac:spMk id="2" creationId="{F4364D7B-E304-4F64-813D-067389520278}"/>
          </ac:spMkLst>
        </pc:spChg>
        <pc:spChg chg="mod">
          <ac:chgData name="Di Mattia Alessandro Edoardo Giorgio David" userId="f8954a66-e5ad-4a1c-9536-1d2117047f5f" providerId="ADAL" clId="{5E83B68B-007D-4829-90AF-85492EEC2BC0}" dt="2021-10-13T16:40:24.325" v="214" actId="20577"/>
          <ac:spMkLst>
            <pc:docMk/>
            <pc:sldMk cId="3072826883" sldId="293"/>
            <ac:spMk id="3" creationId="{945E561F-13A5-4EC3-978D-5DFC8CDD7581}"/>
          </ac:spMkLst>
        </pc:spChg>
        <pc:picChg chg="add mod">
          <ac:chgData name="Di Mattia Alessandro Edoardo Giorgio David" userId="f8954a66-e5ad-4a1c-9536-1d2117047f5f" providerId="ADAL" clId="{5E83B68B-007D-4829-90AF-85492EEC2BC0}" dt="2021-10-18T09:10:47.471" v="1887" actId="14826"/>
          <ac:picMkLst>
            <pc:docMk/>
            <pc:sldMk cId="3072826883" sldId="293"/>
            <ac:picMk id="5" creationId="{CA0D4258-380E-468F-A8F3-7E67D50593FB}"/>
          </ac:picMkLst>
        </pc:picChg>
      </pc:sldChg>
      <pc:sldChg chg="modSp new mod">
        <pc:chgData name="Di Mattia Alessandro Edoardo Giorgio David" userId="f8954a66-e5ad-4a1c-9536-1d2117047f5f" providerId="ADAL" clId="{5E83B68B-007D-4829-90AF-85492EEC2BC0}" dt="2021-10-18T09:13:50.887" v="1898" actId="20577"/>
        <pc:sldMkLst>
          <pc:docMk/>
          <pc:sldMk cId="988668290" sldId="294"/>
        </pc:sldMkLst>
        <pc:spChg chg="mod">
          <ac:chgData name="Di Mattia Alessandro Edoardo Giorgio David" userId="f8954a66-e5ad-4a1c-9536-1d2117047f5f" providerId="ADAL" clId="{5E83B68B-007D-4829-90AF-85492EEC2BC0}" dt="2021-10-13T16:44:04.936" v="234" actId="122"/>
          <ac:spMkLst>
            <pc:docMk/>
            <pc:sldMk cId="988668290" sldId="294"/>
            <ac:spMk id="2" creationId="{9BA98361-A4A3-4C0B-A9D4-B7F49B770706}"/>
          </ac:spMkLst>
        </pc:spChg>
        <pc:spChg chg="mod">
          <ac:chgData name="Di Mattia Alessandro Edoardo Giorgio David" userId="f8954a66-e5ad-4a1c-9536-1d2117047f5f" providerId="ADAL" clId="{5E83B68B-007D-4829-90AF-85492EEC2BC0}" dt="2021-10-18T09:13:50.887" v="1898" actId="20577"/>
          <ac:spMkLst>
            <pc:docMk/>
            <pc:sldMk cId="988668290" sldId="294"/>
            <ac:spMk id="3" creationId="{AE4B30A5-ABDC-4804-B7BC-2B832A4E39F9}"/>
          </ac:spMkLst>
        </pc:spChg>
      </pc:sldChg>
      <pc:sldChg chg="modSp add mod">
        <pc:chgData name="Di Mattia Alessandro Edoardo Giorgio David" userId="f8954a66-e5ad-4a1c-9536-1d2117047f5f" providerId="ADAL" clId="{5E83B68B-007D-4829-90AF-85492EEC2BC0}" dt="2021-10-18T09:20:40.973" v="1919" actId="113"/>
        <pc:sldMkLst>
          <pc:docMk/>
          <pc:sldMk cId="1650216849" sldId="295"/>
        </pc:sldMkLst>
        <pc:spChg chg="mod">
          <ac:chgData name="Di Mattia Alessandro Edoardo Giorgio David" userId="f8954a66-e5ad-4a1c-9536-1d2117047f5f" providerId="ADAL" clId="{5E83B68B-007D-4829-90AF-85492EEC2BC0}" dt="2021-10-18T09:20:40.973" v="1919" actId="113"/>
          <ac:spMkLst>
            <pc:docMk/>
            <pc:sldMk cId="1650216849" sldId="295"/>
            <ac:spMk id="3" creationId="{AE4B30A5-ABDC-4804-B7BC-2B832A4E39F9}"/>
          </ac:spMkLst>
        </pc:spChg>
      </pc:sldChg>
      <pc:sldChg chg="new del">
        <pc:chgData name="Di Mattia Alessandro Edoardo Giorgio David" userId="f8954a66-e5ad-4a1c-9536-1d2117047f5f" providerId="ADAL" clId="{5E83B68B-007D-4829-90AF-85492EEC2BC0}" dt="2021-10-13T17:09:03.973" v="1810" actId="2696"/>
        <pc:sldMkLst>
          <pc:docMk/>
          <pc:sldMk cId="1665760477" sldId="296"/>
        </pc:sldMkLst>
      </pc:sldChg>
      <pc:sldChg chg="modSp add mod">
        <pc:chgData name="Di Mattia Alessandro Edoardo Giorgio David" userId="f8954a66-e5ad-4a1c-9536-1d2117047f5f" providerId="ADAL" clId="{5E83B68B-007D-4829-90AF-85492EEC2BC0}" dt="2021-10-13T17:09:42.661" v="1860" actId="15"/>
        <pc:sldMkLst>
          <pc:docMk/>
          <pc:sldMk cId="1981222871" sldId="297"/>
        </pc:sldMkLst>
        <pc:spChg chg="mod">
          <ac:chgData name="Di Mattia Alessandro Edoardo Giorgio David" userId="f8954a66-e5ad-4a1c-9536-1d2117047f5f" providerId="ADAL" clId="{5E83B68B-007D-4829-90AF-85492EEC2BC0}" dt="2021-10-13T17:09:33.494" v="1849" actId="313"/>
          <ac:spMkLst>
            <pc:docMk/>
            <pc:sldMk cId="1981222871" sldId="297"/>
            <ac:spMk id="2" creationId="{9BA98361-A4A3-4C0B-A9D4-B7F49B770706}"/>
          </ac:spMkLst>
        </pc:spChg>
        <pc:spChg chg="mod">
          <ac:chgData name="Di Mattia Alessandro Edoardo Giorgio David" userId="f8954a66-e5ad-4a1c-9536-1d2117047f5f" providerId="ADAL" clId="{5E83B68B-007D-4829-90AF-85492EEC2BC0}" dt="2021-10-13T17:09:42.661" v="1860" actId="15"/>
          <ac:spMkLst>
            <pc:docMk/>
            <pc:sldMk cId="1981222871" sldId="297"/>
            <ac:spMk id="3" creationId="{AE4B30A5-ABDC-4804-B7BC-2B832A4E39F9}"/>
          </ac:spMkLst>
        </pc:spChg>
      </pc:sldChg>
      <pc:sldChg chg="modSp mod">
        <pc:chgData name="Di Mattia Alessandro Edoardo Giorgio David" userId="f8954a66-e5ad-4a1c-9536-1d2117047f5f" providerId="ADAL" clId="{5E83B68B-007D-4829-90AF-85492EEC2BC0}" dt="2021-10-18T09:11:04.531" v="1888" actId="14826"/>
        <pc:sldMkLst>
          <pc:docMk/>
          <pc:sldMk cId="2671126931" sldId="298"/>
        </pc:sldMkLst>
        <pc:picChg chg="mod">
          <ac:chgData name="Di Mattia Alessandro Edoardo Giorgio David" userId="f8954a66-e5ad-4a1c-9536-1d2117047f5f" providerId="ADAL" clId="{5E83B68B-007D-4829-90AF-85492EEC2BC0}" dt="2021-10-18T09:11:04.531" v="1888" actId="14826"/>
          <ac:picMkLst>
            <pc:docMk/>
            <pc:sldMk cId="2671126931" sldId="298"/>
            <ac:picMk id="4" creationId="{679E0838-24A0-40ED-9C01-1791737B7ED0}"/>
          </ac:picMkLst>
        </pc:picChg>
      </pc:sldChg>
      <pc:sldChg chg="modSp mod">
        <pc:chgData name="Di Mattia Alessandro Edoardo Giorgio David" userId="f8954a66-e5ad-4a1c-9536-1d2117047f5f" providerId="ADAL" clId="{5E83B68B-007D-4829-90AF-85492EEC2BC0}" dt="2021-10-18T10:08:11.715" v="1934" actId="255"/>
        <pc:sldMkLst>
          <pc:docMk/>
          <pc:sldMk cId="2186609173" sldId="300"/>
        </pc:sldMkLst>
        <pc:spChg chg="mod">
          <ac:chgData name="Di Mattia Alessandro Edoardo Giorgio David" userId="f8954a66-e5ad-4a1c-9536-1d2117047f5f" providerId="ADAL" clId="{5E83B68B-007D-4829-90AF-85492EEC2BC0}" dt="2021-10-18T10:08:11.715" v="1934" actId="255"/>
          <ac:spMkLst>
            <pc:docMk/>
            <pc:sldMk cId="2186609173" sldId="300"/>
            <ac:spMk id="3" creationId="{B5D701F4-31CA-4D20-B98F-BA0FA472F1B7}"/>
          </ac:spMkLst>
        </pc:spChg>
      </pc:sldChg>
      <pc:sldChg chg="modSp mod">
        <pc:chgData name="Di Mattia Alessandro Edoardo Giorgio David" userId="f8954a66-e5ad-4a1c-9536-1d2117047f5f" providerId="ADAL" clId="{5E83B68B-007D-4829-90AF-85492EEC2BC0}" dt="2021-10-18T10:08:00.556" v="1933" actId="255"/>
        <pc:sldMkLst>
          <pc:docMk/>
          <pc:sldMk cId="3534976779" sldId="302"/>
        </pc:sldMkLst>
        <pc:spChg chg="mod">
          <ac:chgData name="Di Mattia Alessandro Edoardo Giorgio David" userId="f8954a66-e5ad-4a1c-9536-1d2117047f5f" providerId="ADAL" clId="{5E83B68B-007D-4829-90AF-85492EEC2BC0}" dt="2021-10-18T10:08:00.556" v="1933" actId="255"/>
          <ac:spMkLst>
            <pc:docMk/>
            <pc:sldMk cId="3534976779" sldId="302"/>
            <ac:spMk id="3" creationId="{8829FE4E-042C-4F37-B68E-09D849952BE8}"/>
          </ac:spMkLst>
        </pc:spChg>
      </pc:sldChg>
      <pc:sldChg chg="modSp mod">
        <pc:chgData name="Di Mattia Alessandro Edoardo Giorgio David" userId="f8954a66-e5ad-4a1c-9536-1d2117047f5f" providerId="ADAL" clId="{5E83B68B-007D-4829-90AF-85492EEC2BC0}" dt="2021-10-18T10:07:47.417" v="1932" actId="255"/>
        <pc:sldMkLst>
          <pc:docMk/>
          <pc:sldMk cId="1912926955" sldId="303"/>
        </pc:sldMkLst>
        <pc:spChg chg="mod">
          <ac:chgData name="Di Mattia Alessandro Edoardo Giorgio David" userId="f8954a66-e5ad-4a1c-9536-1d2117047f5f" providerId="ADAL" clId="{5E83B68B-007D-4829-90AF-85492EEC2BC0}" dt="2021-10-18T10:07:47.417" v="1932" actId="255"/>
          <ac:spMkLst>
            <pc:docMk/>
            <pc:sldMk cId="1912926955" sldId="303"/>
            <ac:spMk id="3" creationId="{2784D985-9431-492E-8498-B80DD5D9CAA3}"/>
          </ac:spMkLst>
        </pc:spChg>
      </pc:sldChg>
      <pc:sldChg chg="modSp mod">
        <pc:chgData name="Di Mattia Alessandro Edoardo Giorgio David" userId="f8954a66-e5ad-4a1c-9536-1d2117047f5f" providerId="ADAL" clId="{5E83B68B-007D-4829-90AF-85492EEC2BC0}" dt="2021-10-18T10:07:39.603" v="1931" actId="255"/>
        <pc:sldMkLst>
          <pc:docMk/>
          <pc:sldMk cId="2901415077" sldId="304"/>
        </pc:sldMkLst>
        <pc:spChg chg="mod">
          <ac:chgData name="Di Mattia Alessandro Edoardo Giorgio David" userId="f8954a66-e5ad-4a1c-9536-1d2117047f5f" providerId="ADAL" clId="{5E83B68B-007D-4829-90AF-85492EEC2BC0}" dt="2021-10-18T10:07:39.603" v="1931" actId="255"/>
          <ac:spMkLst>
            <pc:docMk/>
            <pc:sldMk cId="2901415077" sldId="304"/>
            <ac:spMk id="3" creationId="{B73DEFB8-DD02-4497-BB1A-F813247BBC16}"/>
          </ac:spMkLst>
        </pc:spChg>
      </pc:sldChg>
      <pc:sldChg chg="modSp mod">
        <pc:chgData name="Di Mattia Alessandro Edoardo Giorgio David" userId="f8954a66-e5ad-4a1c-9536-1d2117047f5f" providerId="ADAL" clId="{5E83B68B-007D-4829-90AF-85492EEC2BC0}" dt="2021-10-18T10:07:29.898" v="1930" actId="255"/>
        <pc:sldMkLst>
          <pc:docMk/>
          <pc:sldMk cId="3263308340" sldId="305"/>
        </pc:sldMkLst>
        <pc:spChg chg="mod">
          <ac:chgData name="Di Mattia Alessandro Edoardo Giorgio David" userId="f8954a66-e5ad-4a1c-9536-1d2117047f5f" providerId="ADAL" clId="{5E83B68B-007D-4829-90AF-85492EEC2BC0}" dt="2021-10-18T10:07:29.898" v="1930" actId="255"/>
          <ac:spMkLst>
            <pc:docMk/>
            <pc:sldMk cId="3263308340" sldId="305"/>
            <ac:spMk id="3" creationId="{B3C330ED-FBC9-468A-994D-2ACE2267DF33}"/>
          </ac:spMkLst>
        </pc:spChg>
      </pc:sldChg>
      <pc:sldChg chg="modSp mod">
        <pc:chgData name="Di Mattia Alessandro Edoardo Giorgio David" userId="f8954a66-e5ad-4a1c-9536-1d2117047f5f" providerId="ADAL" clId="{5E83B68B-007D-4829-90AF-85492EEC2BC0}" dt="2021-10-18T10:07:18.343" v="1929" actId="255"/>
        <pc:sldMkLst>
          <pc:docMk/>
          <pc:sldMk cId="2102317271" sldId="308"/>
        </pc:sldMkLst>
        <pc:spChg chg="mod">
          <ac:chgData name="Di Mattia Alessandro Edoardo Giorgio David" userId="f8954a66-e5ad-4a1c-9536-1d2117047f5f" providerId="ADAL" clId="{5E83B68B-007D-4829-90AF-85492EEC2BC0}" dt="2021-10-18T10:07:18.343" v="1929" actId="255"/>
          <ac:spMkLst>
            <pc:docMk/>
            <pc:sldMk cId="2102317271" sldId="308"/>
            <ac:spMk id="3" creationId="{F028F276-7089-4658-BDA2-574C33FAFCC4}"/>
          </ac:spMkLst>
        </pc:spChg>
      </pc:sldChg>
      <pc:sldChg chg="modSp mod">
        <pc:chgData name="Di Mattia Alessandro Edoardo Giorgio David" userId="f8954a66-e5ad-4a1c-9536-1d2117047f5f" providerId="ADAL" clId="{5E83B68B-007D-4829-90AF-85492EEC2BC0}" dt="2021-10-18T10:07:09.722" v="1928" actId="255"/>
        <pc:sldMkLst>
          <pc:docMk/>
          <pc:sldMk cId="3617070951" sldId="309"/>
        </pc:sldMkLst>
        <pc:spChg chg="mod">
          <ac:chgData name="Di Mattia Alessandro Edoardo Giorgio David" userId="f8954a66-e5ad-4a1c-9536-1d2117047f5f" providerId="ADAL" clId="{5E83B68B-007D-4829-90AF-85492EEC2BC0}" dt="2021-10-18T10:07:09.722" v="1928" actId="255"/>
          <ac:spMkLst>
            <pc:docMk/>
            <pc:sldMk cId="3617070951" sldId="309"/>
            <ac:spMk id="4" creationId="{575C9774-517C-463E-8FE3-BA19EC3D810D}"/>
          </ac:spMkLst>
        </pc:spChg>
      </pc:sldChg>
      <pc:sldChg chg="modSp mod">
        <pc:chgData name="Di Mattia Alessandro Edoardo Giorgio David" userId="f8954a66-e5ad-4a1c-9536-1d2117047f5f" providerId="ADAL" clId="{5E83B68B-007D-4829-90AF-85492EEC2BC0}" dt="2021-10-18T10:06:40.419" v="1925" actId="255"/>
        <pc:sldMkLst>
          <pc:docMk/>
          <pc:sldMk cId="3291647177" sldId="310"/>
        </pc:sldMkLst>
        <pc:spChg chg="mod">
          <ac:chgData name="Di Mattia Alessandro Edoardo Giorgio David" userId="f8954a66-e5ad-4a1c-9536-1d2117047f5f" providerId="ADAL" clId="{5E83B68B-007D-4829-90AF-85492EEC2BC0}" dt="2021-10-18T10:06:40.419" v="1925" actId="255"/>
          <ac:spMkLst>
            <pc:docMk/>
            <pc:sldMk cId="3291647177" sldId="310"/>
            <ac:spMk id="3" creationId="{E77B486E-3DC9-41E4-8161-B93BFB94B8CF}"/>
          </ac:spMkLst>
        </pc:spChg>
      </pc:sldChg>
      <pc:sldChg chg="modSp mod">
        <pc:chgData name="Di Mattia Alessandro Edoardo Giorgio David" userId="f8954a66-e5ad-4a1c-9536-1d2117047f5f" providerId="ADAL" clId="{5E83B68B-007D-4829-90AF-85492EEC2BC0}" dt="2021-10-18T10:06:56.074" v="1927" actId="255"/>
        <pc:sldMkLst>
          <pc:docMk/>
          <pc:sldMk cId="1197056652" sldId="311"/>
        </pc:sldMkLst>
        <pc:spChg chg="mod">
          <ac:chgData name="Di Mattia Alessandro Edoardo Giorgio David" userId="f8954a66-e5ad-4a1c-9536-1d2117047f5f" providerId="ADAL" clId="{5E83B68B-007D-4829-90AF-85492EEC2BC0}" dt="2021-10-18T10:06:56.074" v="1927" actId="255"/>
          <ac:spMkLst>
            <pc:docMk/>
            <pc:sldMk cId="1197056652" sldId="311"/>
            <ac:spMk id="3" creationId="{5364C70C-97E8-485E-AA55-6EB787DF4B81}"/>
          </ac:spMkLst>
        </pc:spChg>
      </pc:sldChg>
      <pc:sldChg chg="modSp mod">
        <pc:chgData name="Di Mattia Alessandro Edoardo Giorgio David" userId="f8954a66-e5ad-4a1c-9536-1d2117047f5f" providerId="ADAL" clId="{5E83B68B-007D-4829-90AF-85492EEC2BC0}" dt="2021-10-26T14:13:22.498" v="2936" actId="207"/>
        <pc:sldMkLst>
          <pc:docMk/>
          <pc:sldMk cId="3166498235" sldId="312"/>
        </pc:sldMkLst>
        <pc:spChg chg="mod">
          <ac:chgData name="Di Mattia Alessandro Edoardo Giorgio David" userId="f8954a66-e5ad-4a1c-9536-1d2117047f5f" providerId="ADAL" clId="{5E83B68B-007D-4829-90AF-85492EEC2BC0}" dt="2021-10-26T14:13:22.498" v="2936" actId="207"/>
          <ac:spMkLst>
            <pc:docMk/>
            <pc:sldMk cId="3166498235" sldId="312"/>
            <ac:spMk id="3" creationId="{54EB1E72-91C3-40C5-8BA2-D414EB60F6B7}"/>
          </ac:spMkLst>
        </pc:spChg>
      </pc:sldChg>
      <pc:sldChg chg="modSp mod">
        <pc:chgData name="Di Mattia Alessandro Edoardo Giorgio David" userId="f8954a66-e5ad-4a1c-9536-1d2117047f5f" providerId="ADAL" clId="{5E83B68B-007D-4829-90AF-85492EEC2BC0}" dt="2021-10-26T14:19:40.450" v="2940" actId="20577"/>
        <pc:sldMkLst>
          <pc:docMk/>
          <pc:sldMk cId="3722763042" sldId="318"/>
        </pc:sldMkLst>
        <pc:spChg chg="mod">
          <ac:chgData name="Di Mattia Alessandro Edoardo Giorgio David" userId="f8954a66-e5ad-4a1c-9536-1d2117047f5f" providerId="ADAL" clId="{5E83B68B-007D-4829-90AF-85492EEC2BC0}" dt="2021-10-26T14:19:40.450" v="2940" actId="20577"/>
          <ac:spMkLst>
            <pc:docMk/>
            <pc:sldMk cId="3722763042" sldId="318"/>
            <ac:spMk id="3" creationId="{239325DB-1C5F-4396-8A2F-9FF3E52000A6}"/>
          </ac:spMkLst>
        </pc:spChg>
      </pc:sldChg>
      <pc:sldChg chg="modSp mod">
        <pc:chgData name="Di Mattia Alessandro Edoardo Giorgio David" userId="f8954a66-e5ad-4a1c-9536-1d2117047f5f" providerId="ADAL" clId="{5E83B68B-007D-4829-90AF-85492EEC2BC0}" dt="2021-11-01T10:50:18.946" v="9977" actId="20577"/>
        <pc:sldMkLst>
          <pc:docMk/>
          <pc:sldMk cId="2400078326" sldId="320"/>
        </pc:sldMkLst>
        <pc:spChg chg="mod">
          <ac:chgData name="Di Mattia Alessandro Edoardo Giorgio David" userId="f8954a66-e5ad-4a1c-9536-1d2117047f5f" providerId="ADAL" clId="{5E83B68B-007D-4829-90AF-85492EEC2BC0}" dt="2021-11-01T10:50:18.946" v="9977" actId="20577"/>
          <ac:spMkLst>
            <pc:docMk/>
            <pc:sldMk cId="2400078326" sldId="320"/>
            <ac:spMk id="3" creationId="{61B6835A-90DB-47DB-8F6D-8891BE2AD950}"/>
          </ac:spMkLst>
        </pc:spChg>
      </pc:sldChg>
      <pc:sldChg chg="modSp mod">
        <pc:chgData name="Di Mattia Alessandro Edoardo Giorgio David" userId="f8954a66-e5ad-4a1c-9536-1d2117047f5f" providerId="ADAL" clId="{5E83B68B-007D-4829-90AF-85492EEC2BC0}" dt="2021-10-26T15:07:10.435" v="3700" actId="27636"/>
        <pc:sldMkLst>
          <pc:docMk/>
          <pc:sldMk cId="1180485955" sldId="321"/>
        </pc:sldMkLst>
        <pc:spChg chg="mod">
          <ac:chgData name="Di Mattia Alessandro Edoardo Giorgio David" userId="f8954a66-e5ad-4a1c-9536-1d2117047f5f" providerId="ADAL" clId="{5E83B68B-007D-4829-90AF-85492EEC2BC0}" dt="2021-10-26T15:07:10.435" v="3700" actId="27636"/>
          <ac:spMkLst>
            <pc:docMk/>
            <pc:sldMk cId="1180485955" sldId="321"/>
            <ac:spMk id="3" creationId="{F1669C8D-9584-4DE4-BDBA-CFD4F01BD686}"/>
          </ac:spMkLst>
        </pc:spChg>
      </pc:sldChg>
      <pc:sldChg chg="modSp mod">
        <pc:chgData name="Di Mattia Alessandro Edoardo Giorgio David" userId="f8954a66-e5ad-4a1c-9536-1d2117047f5f" providerId="ADAL" clId="{5E83B68B-007D-4829-90AF-85492EEC2BC0}" dt="2021-10-26T14:50:35.750" v="2970" actId="33524"/>
        <pc:sldMkLst>
          <pc:docMk/>
          <pc:sldMk cId="1903229378" sldId="322"/>
        </pc:sldMkLst>
        <pc:spChg chg="mod">
          <ac:chgData name="Di Mattia Alessandro Edoardo Giorgio David" userId="f8954a66-e5ad-4a1c-9536-1d2117047f5f" providerId="ADAL" clId="{5E83B68B-007D-4829-90AF-85492EEC2BC0}" dt="2021-10-26T14:50:35.750" v="2970" actId="33524"/>
          <ac:spMkLst>
            <pc:docMk/>
            <pc:sldMk cId="1903229378" sldId="322"/>
            <ac:spMk id="3" creationId="{81F2B128-CF0F-420E-8B89-BB631A90C511}"/>
          </ac:spMkLst>
        </pc:spChg>
      </pc:sldChg>
      <pc:sldChg chg="modSp mod">
        <pc:chgData name="Di Mattia Alessandro Edoardo Giorgio David" userId="f8954a66-e5ad-4a1c-9536-1d2117047f5f" providerId="ADAL" clId="{5E83B68B-007D-4829-90AF-85492EEC2BC0}" dt="2021-10-26T14:50:58.318" v="2971" actId="33524"/>
        <pc:sldMkLst>
          <pc:docMk/>
          <pc:sldMk cId="3069370513" sldId="323"/>
        </pc:sldMkLst>
        <pc:spChg chg="mod">
          <ac:chgData name="Di Mattia Alessandro Edoardo Giorgio David" userId="f8954a66-e5ad-4a1c-9536-1d2117047f5f" providerId="ADAL" clId="{5E83B68B-007D-4829-90AF-85492EEC2BC0}" dt="2021-10-26T14:50:58.318" v="2971" actId="33524"/>
          <ac:spMkLst>
            <pc:docMk/>
            <pc:sldMk cId="3069370513" sldId="323"/>
            <ac:spMk id="3" creationId="{0EA96E1F-C5FB-4C1C-8D2F-8C4CAA663AE1}"/>
          </ac:spMkLst>
        </pc:spChg>
      </pc:sldChg>
      <pc:sldChg chg="modSp mod">
        <pc:chgData name="Di Mattia Alessandro Edoardo Giorgio David" userId="f8954a66-e5ad-4a1c-9536-1d2117047f5f" providerId="ADAL" clId="{5E83B68B-007D-4829-90AF-85492EEC2BC0}" dt="2021-10-26T15:07:52.888" v="3704" actId="20577"/>
        <pc:sldMkLst>
          <pc:docMk/>
          <pc:sldMk cId="3868657482" sldId="326"/>
        </pc:sldMkLst>
        <pc:spChg chg="mod">
          <ac:chgData name="Di Mattia Alessandro Edoardo Giorgio David" userId="f8954a66-e5ad-4a1c-9536-1d2117047f5f" providerId="ADAL" clId="{5E83B68B-007D-4829-90AF-85492EEC2BC0}" dt="2021-10-26T15:07:52.888" v="3704" actId="20577"/>
          <ac:spMkLst>
            <pc:docMk/>
            <pc:sldMk cId="3868657482" sldId="326"/>
            <ac:spMk id="3" creationId="{E2707A52-B3EC-41AC-9735-054A20FA188D}"/>
          </ac:spMkLst>
        </pc:spChg>
      </pc:sldChg>
      <pc:sldChg chg="modSp new mod">
        <pc:chgData name="Di Mattia Alessandro Edoardo Giorgio David" userId="f8954a66-e5ad-4a1c-9536-1d2117047f5f" providerId="ADAL" clId="{5E83B68B-007D-4829-90AF-85492EEC2BC0}" dt="2021-10-22T15:15:20.751" v="2864" actId="20577"/>
        <pc:sldMkLst>
          <pc:docMk/>
          <pc:sldMk cId="1340901094" sldId="327"/>
        </pc:sldMkLst>
        <pc:spChg chg="mod">
          <ac:chgData name="Di Mattia Alessandro Edoardo Giorgio David" userId="f8954a66-e5ad-4a1c-9536-1d2117047f5f" providerId="ADAL" clId="{5E83B68B-007D-4829-90AF-85492EEC2BC0}" dt="2021-10-21T14:12:35.687" v="1962" actId="13926"/>
          <ac:spMkLst>
            <pc:docMk/>
            <pc:sldMk cId="1340901094" sldId="327"/>
            <ac:spMk id="2" creationId="{8386FCE2-8C51-4173-AC8E-3802334F8230}"/>
          </ac:spMkLst>
        </pc:spChg>
        <pc:spChg chg="mod">
          <ac:chgData name="Di Mattia Alessandro Edoardo Giorgio David" userId="f8954a66-e5ad-4a1c-9536-1d2117047f5f" providerId="ADAL" clId="{5E83B68B-007D-4829-90AF-85492EEC2BC0}" dt="2021-10-22T15:15:20.751" v="2864" actId="20577"/>
          <ac:spMkLst>
            <pc:docMk/>
            <pc:sldMk cId="1340901094" sldId="327"/>
            <ac:spMk id="3" creationId="{DD462B98-ABAA-4444-94B4-620D47C919F4}"/>
          </ac:spMkLst>
        </pc:spChg>
      </pc:sldChg>
      <pc:sldChg chg="modSp new mod">
        <pc:chgData name="Di Mattia Alessandro Edoardo Giorgio David" userId="f8954a66-e5ad-4a1c-9536-1d2117047f5f" providerId="ADAL" clId="{5E83B68B-007D-4829-90AF-85492EEC2BC0}" dt="2021-11-01T10:51:32.418" v="9978" actId="20577"/>
        <pc:sldMkLst>
          <pc:docMk/>
          <pc:sldMk cId="703250647" sldId="328"/>
        </pc:sldMkLst>
        <pc:spChg chg="mod">
          <ac:chgData name="Di Mattia Alessandro Edoardo Giorgio David" userId="f8954a66-e5ad-4a1c-9536-1d2117047f5f" providerId="ADAL" clId="{5E83B68B-007D-4829-90AF-85492EEC2BC0}" dt="2021-10-26T15:12:25.643" v="3741" actId="122"/>
          <ac:spMkLst>
            <pc:docMk/>
            <pc:sldMk cId="703250647" sldId="328"/>
            <ac:spMk id="2" creationId="{F2BED925-481D-4AB2-B49A-A8C5C293B112}"/>
          </ac:spMkLst>
        </pc:spChg>
        <pc:spChg chg="mod">
          <ac:chgData name="Di Mattia Alessandro Edoardo Giorgio David" userId="f8954a66-e5ad-4a1c-9536-1d2117047f5f" providerId="ADAL" clId="{5E83B68B-007D-4829-90AF-85492EEC2BC0}" dt="2021-11-01T10:51:32.418" v="9978" actId="20577"/>
          <ac:spMkLst>
            <pc:docMk/>
            <pc:sldMk cId="703250647" sldId="328"/>
            <ac:spMk id="3" creationId="{2000FCE3-5C53-45CA-8E6A-E40B55EDDBD3}"/>
          </ac:spMkLst>
        </pc:spChg>
      </pc:sldChg>
      <pc:sldChg chg="addSp delSp modSp new mod">
        <pc:chgData name="Di Mattia Alessandro Edoardo Giorgio David" userId="f8954a66-e5ad-4a1c-9536-1d2117047f5f" providerId="ADAL" clId="{5E83B68B-007D-4829-90AF-85492EEC2BC0}" dt="2021-10-26T16:14:22.950" v="4565" actId="122"/>
        <pc:sldMkLst>
          <pc:docMk/>
          <pc:sldMk cId="3057923832" sldId="329"/>
        </pc:sldMkLst>
        <pc:spChg chg="mod">
          <ac:chgData name="Di Mattia Alessandro Edoardo Giorgio David" userId="f8954a66-e5ad-4a1c-9536-1d2117047f5f" providerId="ADAL" clId="{5E83B68B-007D-4829-90AF-85492EEC2BC0}" dt="2021-10-26T16:14:22.950" v="4565" actId="122"/>
          <ac:spMkLst>
            <pc:docMk/>
            <pc:sldMk cId="3057923832" sldId="329"/>
            <ac:spMk id="2" creationId="{8B62E1DE-8FC6-4BD1-B063-8916D61E6D68}"/>
          </ac:spMkLst>
        </pc:spChg>
        <pc:spChg chg="del">
          <ac:chgData name="Di Mattia Alessandro Edoardo Giorgio David" userId="f8954a66-e5ad-4a1c-9536-1d2117047f5f" providerId="ADAL" clId="{5E83B68B-007D-4829-90AF-85492EEC2BC0}" dt="2021-10-26T16:14:06.317" v="4532"/>
          <ac:spMkLst>
            <pc:docMk/>
            <pc:sldMk cId="3057923832" sldId="329"/>
            <ac:spMk id="3" creationId="{25418C8D-4C2F-4E84-8A7E-14D53601BAD1}"/>
          </ac:spMkLst>
        </pc:spChg>
        <pc:picChg chg="add mod">
          <ac:chgData name="Di Mattia Alessandro Edoardo Giorgio David" userId="f8954a66-e5ad-4a1c-9536-1d2117047f5f" providerId="ADAL" clId="{5E83B68B-007D-4829-90AF-85492EEC2BC0}" dt="2021-10-26T16:14:06.317" v="4532"/>
          <ac:picMkLst>
            <pc:docMk/>
            <pc:sldMk cId="3057923832" sldId="329"/>
            <ac:picMk id="4" creationId="{5575EED6-61E9-4CF6-8416-3899F158C12D}"/>
          </ac:picMkLst>
        </pc:picChg>
      </pc:sldChg>
      <pc:sldChg chg="modSp new mod">
        <pc:chgData name="Di Mattia Alessandro Edoardo Giorgio David" userId="f8954a66-e5ad-4a1c-9536-1d2117047f5f" providerId="ADAL" clId="{5E83B68B-007D-4829-90AF-85492EEC2BC0}" dt="2021-10-26T16:18:44.165" v="4808" actId="20577"/>
        <pc:sldMkLst>
          <pc:docMk/>
          <pc:sldMk cId="4005754514" sldId="330"/>
        </pc:sldMkLst>
        <pc:spChg chg="mod">
          <ac:chgData name="Di Mattia Alessandro Edoardo Giorgio David" userId="f8954a66-e5ad-4a1c-9536-1d2117047f5f" providerId="ADAL" clId="{5E83B68B-007D-4829-90AF-85492EEC2BC0}" dt="2021-10-26T16:15:15.841" v="4578" actId="122"/>
          <ac:spMkLst>
            <pc:docMk/>
            <pc:sldMk cId="4005754514" sldId="330"/>
            <ac:spMk id="2" creationId="{7318E76B-88A5-406F-9200-FFE12A24C753}"/>
          </ac:spMkLst>
        </pc:spChg>
        <pc:spChg chg="mod">
          <ac:chgData name="Di Mattia Alessandro Edoardo Giorgio David" userId="f8954a66-e5ad-4a1c-9536-1d2117047f5f" providerId="ADAL" clId="{5E83B68B-007D-4829-90AF-85492EEC2BC0}" dt="2021-10-26T16:18:44.165" v="4808" actId="20577"/>
          <ac:spMkLst>
            <pc:docMk/>
            <pc:sldMk cId="4005754514" sldId="330"/>
            <ac:spMk id="3" creationId="{E944EB16-24EE-4F33-A8BD-0842CC7A559F}"/>
          </ac:spMkLst>
        </pc:spChg>
      </pc:sldChg>
      <pc:sldChg chg="modSp new mod">
        <pc:chgData name="Di Mattia Alessandro Edoardo Giorgio David" userId="f8954a66-e5ad-4a1c-9536-1d2117047f5f" providerId="ADAL" clId="{5E83B68B-007D-4829-90AF-85492EEC2BC0}" dt="2021-10-26T16:23:21.389" v="5045" actId="20577"/>
        <pc:sldMkLst>
          <pc:docMk/>
          <pc:sldMk cId="855567897" sldId="331"/>
        </pc:sldMkLst>
        <pc:spChg chg="mod">
          <ac:chgData name="Di Mattia Alessandro Edoardo Giorgio David" userId="f8954a66-e5ad-4a1c-9536-1d2117047f5f" providerId="ADAL" clId="{5E83B68B-007D-4829-90AF-85492EEC2BC0}" dt="2021-10-26T16:20:19.604" v="4835" actId="122"/>
          <ac:spMkLst>
            <pc:docMk/>
            <pc:sldMk cId="855567897" sldId="331"/>
            <ac:spMk id="2" creationId="{94EF0448-7572-4347-934B-83E3921198B4}"/>
          </ac:spMkLst>
        </pc:spChg>
        <pc:spChg chg="mod">
          <ac:chgData name="Di Mattia Alessandro Edoardo Giorgio David" userId="f8954a66-e5ad-4a1c-9536-1d2117047f5f" providerId="ADAL" clId="{5E83B68B-007D-4829-90AF-85492EEC2BC0}" dt="2021-10-26T16:23:21.389" v="5045" actId="20577"/>
          <ac:spMkLst>
            <pc:docMk/>
            <pc:sldMk cId="855567897" sldId="331"/>
            <ac:spMk id="3" creationId="{91979FC5-B4A8-416F-A130-D8C848C4748E}"/>
          </ac:spMkLst>
        </pc:spChg>
      </pc:sldChg>
      <pc:sldChg chg="modSp new mod">
        <pc:chgData name="Di Mattia Alessandro Edoardo Giorgio David" userId="f8954a66-e5ad-4a1c-9536-1d2117047f5f" providerId="ADAL" clId="{5E83B68B-007D-4829-90AF-85492EEC2BC0}" dt="2021-10-26T16:28:44.636" v="5277" actId="20577"/>
        <pc:sldMkLst>
          <pc:docMk/>
          <pc:sldMk cId="941310352" sldId="332"/>
        </pc:sldMkLst>
        <pc:spChg chg="mod">
          <ac:chgData name="Di Mattia Alessandro Edoardo Giorgio David" userId="f8954a66-e5ad-4a1c-9536-1d2117047f5f" providerId="ADAL" clId="{5E83B68B-007D-4829-90AF-85492EEC2BC0}" dt="2021-10-26T16:24:10.444" v="5092" actId="122"/>
          <ac:spMkLst>
            <pc:docMk/>
            <pc:sldMk cId="941310352" sldId="332"/>
            <ac:spMk id="2" creationId="{8719D374-897F-46FA-B8CF-E02936898D6A}"/>
          </ac:spMkLst>
        </pc:spChg>
        <pc:spChg chg="mod">
          <ac:chgData name="Di Mattia Alessandro Edoardo Giorgio David" userId="f8954a66-e5ad-4a1c-9536-1d2117047f5f" providerId="ADAL" clId="{5E83B68B-007D-4829-90AF-85492EEC2BC0}" dt="2021-10-26T16:28:44.636" v="5277" actId="20577"/>
          <ac:spMkLst>
            <pc:docMk/>
            <pc:sldMk cId="941310352" sldId="332"/>
            <ac:spMk id="3" creationId="{1C80F087-C7EE-442D-A5D2-F6991175093D}"/>
          </ac:spMkLst>
        </pc:spChg>
      </pc:sldChg>
      <pc:sldChg chg="modSp add mod">
        <pc:chgData name="Di Mattia Alessandro Edoardo Giorgio David" userId="f8954a66-e5ad-4a1c-9536-1d2117047f5f" providerId="ADAL" clId="{5E83B68B-007D-4829-90AF-85492EEC2BC0}" dt="2021-11-01T10:53:30.026" v="9986" actId="20577"/>
        <pc:sldMkLst>
          <pc:docMk/>
          <pc:sldMk cId="4201947301" sldId="333"/>
        </pc:sldMkLst>
        <pc:spChg chg="mod">
          <ac:chgData name="Di Mattia Alessandro Edoardo Giorgio David" userId="f8954a66-e5ad-4a1c-9536-1d2117047f5f" providerId="ADAL" clId="{5E83B68B-007D-4829-90AF-85492EEC2BC0}" dt="2021-10-26T16:29:05.031" v="5288" actId="20577"/>
          <ac:spMkLst>
            <pc:docMk/>
            <pc:sldMk cId="4201947301" sldId="333"/>
            <ac:spMk id="2" creationId="{8719D374-897F-46FA-B8CF-E02936898D6A}"/>
          </ac:spMkLst>
        </pc:spChg>
        <pc:spChg chg="mod">
          <ac:chgData name="Di Mattia Alessandro Edoardo Giorgio David" userId="f8954a66-e5ad-4a1c-9536-1d2117047f5f" providerId="ADAL" clId="{5E83B68B-007D-4829-90AF-85492EEC2BC0}" dt="2021-11-01T10:53:30.026" v="9986" actId="20577"/>
          <ac:spMkLst>
            <pc:docMk/>
            <pc:sldMk cId="4201947301" sldId="333"/>
            <ac:spMk id="3" creationId="{1C80F087-C7EE-442D-A5D2-F6991175093D}"/>
          </ac:spMkLst>
        </pc:spChg>
      </pc:sldChg>
      <pc:sldChg chg="modSp new mod">
        <pc:chgData name="Di Mattia Alessandro Edoardo Giorgio David" userId="f8954a66-e5ad-4a1c-9536-1d2117047f5f" providerId="ADAL" clId="{5E83B68B-007D-4829-90AF-85492EEC2BC0}" dt="2021-10-26T16:36:55.900" v="5920" actId="5793"/>
        <pc:sldMkLst>
          <pc:docMk/>
          <pc:sldMk cId="2275228669" sldId="334"/>
        </pc:sldMkLst>
        <pc:spChg chg="mod">
          <ac:chgData name="Di Mattia Alessandro Edoardo Giorgio David" userId="f8954a66-e5ad-4a1c-9536-1d2117047f5f" providerId="ADAL" clId="{5E83B68B-007D-4829-90AF-85492EEC2BC0}" dt="2021-10-26T16:30:34.178" v="5323" actId="122"/>
          <ac:spMkLst>
            <pc:docMk/>
            <pc:sldMk cId="2275228669" sldId="334"/>
            <ac:spMk id="2" creationId="{E4ED78F2-3871-438E-96FC-4B58E53EA435}"/>
          </ac:spMkLst>
        </pc:spChg>
        <pc:spChg chg="mod">
          <ac:chgData name="Di Mattia Alessandro Edoardo Giorgio David" userId="f8954a66-e5ad-4a1c-9536-1d2117047f5f" providerId="ADAL" clId="{5E83B68B-007D-4829-90AF-85492EEC2BC0}" dt="2021-10-26T16:36:55.900" v="5920" actId="5793"/>
          <ac:spMkLst>
            <pc:docMk/>
            <pc:sldMk cId="2275228669" sldId="334"/>
            <ac:spMk id="3" creationId="{CCF27B66-7248-4A4C-A784-3984F152B951}"/>
          </ac:spMkLst>
        </pc:spChg>
      </pc:sldChg>
      <pc:sldChg chg="addSp delSp modSp new mod">
        <pc:chgData name="Di Mattia Alessandro Edoardo Giorgio David" userId="f8954a66-e5ad-4a1c-9536-1d2117047f5f" providerId="ADAL" clId="{5E83B68B-007D-4829-90AF-85492EEC2BC0}" dt="2021-10-26T16:37:34.466" v="5961"/>
        <pc:sldMkLst>
          <pc:docMk/>
          <pc:sldMk cId="4231931810" sldId="335"/>
        </pc:sldMkLst>
        <pc:spChg chg="mod">
          <ac:chgData name="Di Mattia Alessandro Edoardo Giorgio David" userId="f8954a66-e5ad-4a1c-9536-1d2117047f5f" providerId="ADAL" clId="{5E83B68B-007D-4829-90AF-85492EEC2BC0}" dt="2021-10-26T16:37:23.680" v="5960" actId="20577"/>
          <ac:spMkLst>
            <pc:docMk/>
            <pc:sldMk cId="4231931810" sldId="335"/>
            <ac:spMk id="2" creationId="{03E77069-C2CD-4AB4-8F6B-DB2BC146CD6D}"/>
          </ac:spMkLst>
        </pc:spChg>
        <pc:spChg chg="del">
          <ac:chgData name="Di Mattia Alessandro Edoardo Giorgio David" userId="f8954a66-e5ad-4a1c-9536-1d2117047f5f" providerId="ADAL" clId="{5E83B68B-007D-4829-90AF-85492EEC2BC0}" dt="2021-10-26T16:37:34.466" v="5961"/>
          <ac:spMkLst>
            <pc:docMk/>
            <pc:sldMk cId="4231931810" sldId="335"/>
            <ac:spMk id="3" creationId="{F03B5BB2-3282-47A4-B29F-00A0E2A43041}"/>
          </ac:spMkLst>
        </pc:spChg>
        <pc:picChg chg="add mod">
          <ac:chgData name="Di Mattia Alessandro Edoardo Giorgio David" userId="f8954a66-e5ad-4a1c-9536-1d2117047f5f" providerId="ADAL" clId="{5E83B68B-007D-4829-90AF-85492EEC2BC0}" dt="2021-10-26T16:37:34.466" v="5961"/>
          <ac:picMkLst>
            <pc:docMk/>
            <pc:sldMk cId="4231931810" sldId="335"/>
            <ac:picMk id="4" creationId="{2C9764B2-E044-4244-8B14-0DB538CCEDAB}"/>
          </ac:picMkLst>
        </pc:picChg>
      </pc:sldChg>
      <pc:sldChg chg="modSp new mod">
        <pc:chgData name="Di Mattia Alessandro Edoardo Giorgio David" userId="f8954a66-e5ad-4a1c-9536-1d2117047f5f" providerId="ADAL" clId="{5E83B68B-007D-4829-90AF-85492EEC2BC0}" dt="2021-10-26T16:51:02.298" v="6463" actId="20577"/>
        <pc:sldMkLst>
          <pc:docMk/>
          <pc:sldMk cId="2284352836" sldId="336"/>
        </pc:sldMkLst>
        <pc:spChg chg="mod">
          <ac:chgData name="Di Mattia Alessandro Edoardo Giorgio David" userId="f8954a66-e5ad-4a1c-9536-1d2117047f5f" providerId="ADAL" clId="{5E83B68B-007D-4829-90AF-85492EEC2BC0}" dt="2021-10-26T16:38:01.743" v="5971" actId="20577"/>
          <ac:spMkLst>
            <pc:docMk/>
            <pc:sldMk cId="2284352836" sldId="336"/>
            <ac:spMk id="2" creationId="{81F34533-A24A-4723-A60C-6D34D2CB7E0C}"/>
          </ac:spMkLst>
        </pc:spChg>
        <pc:spChg chg="mod">
          <ac:chgData name="Di Mattia Alessandro Edoardo Giorgio David" userId="f8954a66-e5ad-4a1c-9536-1d2117047f5f" providerId="ADAL" clId="{5E83B68B-007D-4829-90AF-85492EEC2BC0}" dt="2021-10-26T16:51:02.298" v="6463" actId="20577"/>
          <ac:spMkLst>
            <pc:docMk/>
            <pc:sldMk cId="2284352836" sldId="336"/>
            <ac:spMk id="3" creationId="{09601A4D-2116-4DC9-AE55-9FC40E1DDB95}"/>
          </ac:spMkLst>
        </pc:spChg>
      </pc:sldChg>
      <pc:sldChg chg="modSp new mod">
        <pc:chgData name="Di Mattia Alessandro Edoardo Giorgio David" userId="f8954a66-e5ad-4a1c-9536-1d2117047f5f" providerId="ADAL" clId="{5E83B68B-007D-4829-90AF-85492EEC2BC0}" dt="2021-10-26T16:52:20.425" v="6598" actId="20577"/>
        <pc:sldMkLst>
          <pc:docMk/>
          <pc:sldMk cId="3343397584" sldId="337"/>
        </pc:sldMkLst>
        <pc:spChg chg="mod">
          <ac:chgData name="Di Mattia Alessandro Edoardo Giorgio David" userId="f8954a66-e5ad-4a1c-9536-1d2117047f5f" providerId="ADAL" clId="{5E83B68B-007D-4829-90AF-85492EEC2BC0}" dt="2021-10-26T16:51:30.614" v="6487" actId="122"/>
          <ac:spMkLst>
            <pc:docMk/>
            <pc:sldMk cId="3343397584" sldId="337"/>
            <ac:spMk id="2" creationId="{5B18C00B-3EAF-4402-A93E-8775D70B949D}"/>
          </ac:spMkLst>
        </pc:spChg>
        <pc:spChg chg="mod">
          <ac:chgData name="Di Mattia Alessandro Edoardo Giorgio David" userId="f8954a66-e5ad-4a1c-9536-1d2117047f5f" providerId="ADAL" clId="{5E83B68B-007D-4829-90AF-85492EEC2BC0}" dt="2021-10-26T16:52:20.425" v="6598" actId="20577"/>
          <ac:spMkLst>
            <pc:docMk/>
            <pc:sldMk cId="3343397584" sldId="337"/>
            <ac:spMk id="3" creationId="{1081C918-C344-4040-AAA3-3B7E4F3AF6DB}"/>
          </ac:spMkLst>
        </pc:spChg>
      </pc:sldChg>
      <pc:sldChg chg="modSp new mod">
        <pc:chgData name="Di Mattia Alessandro Edoardo Giorgio David" userId="f8954a66-e5ad-4a1c-9536-1d2117047f5f" providerId="ADAL" clId="{5E83B68B-007D-4829-90AF-85492EEC2BC0}" dt="2021-11-01T10:55:00.792" v="9990" actId="115"/>
        <pc:sldMkLst>
          <pc:docMk/>
          <pc:sldMk cId="2459544078" sldId="338"/>
        </pc:sldMkLst>
        <pc:spChg chg="mod">
          <ac:chgData name="Di Mattia Alessandro Edoardo Giorgio David" userId="f8954a66-e5ad-4a1c-9536-1d2117047f5f" providerId="ADAL" clId="{5E83B68B-007D-4829-90AF-85492EEC2BC0}" dt="2021-10-26T16:53:19.943" v="6641" actId="122"/>
          <ac:spMkLst>
            <pc:docMk/>
            <pc:sldMk cId="2459544078" sldId="338"/>
            <ac:spMk id="2" creationId="{2D92F2C4-E960-4629-A9CC-92118EDF0F5D}"/>
          </ac:spMkLst>
        </pc:spChg>
        <pc:spChg chg="mod">
          <ac:chgData name="Di Mattia Alessandro Edoardo Giorgio David" userId="f8954a66-e5ad-4a1c-9536-1d2117047f5f" providerId="ADAL" clId="{5E83B68B-007D-4829-90AF-85492EEC2BC0}" dt="2021-11-01T10:55:00.792" v="9990" actId="115"/>
          <ac:spMkLst>
            <pc:docMk/>
            <pc:sldMk cId="2459544078" sldId="338"/>
            <ac:spMk id="3" creationId="{0F8E2941-BDBA-419D-9E19-3BC6AB208B62}"/>
          </ac:spMkLst>
        </pc:spChg>
      </pc:sldChg>
      <pc:sldChg chg="modSp mod">
        <pc:chgData name="Di Mattia Alessandro Edoardo Giorgio David" userId="f8954a66-e5ad-4a1c-9536-1d2117047f5f" providerId="ADAL" clId="{5E83B68B-007D-4829-90AF-85492EEC2BC0}" dt="2021-10-29T16:11:50.655" v="9443" actId="20577"/>
        <pc:sldMkLst>
          <pc:docMk/>
          <pc:sldMk cId="1364939342" sldId="340"/>
        </pc:sldMkLst>
        <pc:spChg chg="mod">
          <ac:chgData name="Di Mattia Alessandro Edoardo Giorgio David" userId="f8954a66-e5ad-4a1c-9536-1d2117047f5f" providerId="ADAL" clId="{5E83B68B-007D-4829-90AF-85492EEC2BC0}" dt="2021-10-29T16:11:50.655" v="9443" actId="20577"/>
          <ac:spMkLst>
            <pc:docMk/>
            <pc:sldMk cId="1364939342" sldId="340"/>
            <ac:spMk id="3" creationId="{AE1D2025-1D80-448D-8225-AF0DBDB620DF}"/>
          </ac:spMkLst>
        </pc:spChg>
      </pc:sldChg>
      <pc:sldChg chg="addSp delSp modSp new mod">
        <pc:chgData name="Di Mattia Alessandro Edoardo Giorgio David" userId="f8954a66-e5ad-4a1c-9536-1d2117047f5f" providerId="ADAL" clId="{5E83B68B-007D-4829-90AF-85492EEC2BC0}" dt="2021-10-29T14:54:29.762" v="7994" actId="20577"/>
        <pc:sldMkLst>
          <pc:docMk/>
          <pc:sldMk cId="1789170485" sldId="341"/>
        </pc:sldMkLst>
        <pc:spChg chg="mod">
          <ac:chgData name="Di Mattia Alessandro Edoardo Giorgio David" userId="f8954a66-e5ad-4a1c-9536-1d2117047f5f" providerId="ADAL" clId="{5E83B68B-007D-4829-90AF-85492EEC2BC0}" dt="2021-10-29T14:54:29.762" v="7994" actId="20577"/>
          <ac:spMkLst>
            <pc:docMk/>
            <pc:sldMk cId="1789170485" sldId="341"/>
            <ac:spMk id="2" creationId="{A8CE04CF-4C85-485E-B7AC-598C8A242264}"/>
          </ac:spMkLst>
        </pc:spChg>
        <pc:spChg chg="del mod">
          <ac:chgData name="Di Mattia Alessandro Edoardo Giorgio David" userId="f8954a66-e5ad-4a1c-9536-1d2117047f5f" providerId="ADAL" clId="{5E83B68B-007D-4829-90AF-85492EEC2BC0}" dt="2021-10-29T12:46:47.556" v="6995" actId="22"/>
          <ac:spMkLst>
            <pc:docMk/>
            <pc:sldMk cId="1789170485" sldId="341"/>
            <ac:spMk id="3" creationId="{AA7160AD-F197-44FD-823C-A9FC516DE36E}"/>
          </ac:spMkLst>
        </pc:spChg>
        <pc:picChg chg="add mod ord">
          <ac:chgData name="Di Mattia Alessandro Edoardo Giorgio David" userId="f8954a66-e5ad-4a1c-9536-1d2117047f5f" providerId="ADAL" clId="{5E83B68B-007D-4829-90AF-85492EEC2BC0}" dt="2021-10-29T12:49:19.981" v="7011" actId="1076"/>
          <ac:picMkLst>
            <pc:docMk/>
            <pc:sldMk cId="1789170485" sldId="341"/>
            <ac:picMk id="5" creationId="{BB15AC7C-8C75-478D-AD6D-D1906AC5408B}"/>
          </ac:picMkLst>
        </pc:picChg>
        <pc:picChg chg="add del mod">
          <ac:chgData name="Di Mattia Alessandro Edoardo Giorgio David" userId="f8954a66-e5ad-4a1c-9536-1d2117047f5f" providerId="ADAL" clId="{5E83B68B-007D-4829-90AF-85492EEC2BC0}" dt="2021-10-29T12:48:29.122" v="7000" actId="22"/>
          <ac:picMkLst>
            <pc:docMk/>
            <pc:sldMk cId="1789170485" sldId="341"/>
            <ac:picMk id="7" creationId="{8AA31CCA-41EC-4420-8059-91006F274278}"/>
          </ac:picMkLst>
        </pc:picChg>
        <pc:picChg chg="add mod">
          <ac:chgData name="Di Mattia Alessandro Edoardo Giorgio David" userId="f8954a66-e5ad-4a1c-9536-1d2117047f5f" providerId="ADAL" clId="{5E83B68B-007D-4829-90AF-85492EEC2BC0}" dt="2021-10-29T12:49:07.062" v="7010" actId="1076"/>
          <ac:picMkLst>
            <pc:docMk/>
            <pc:sldMk cId="1789170485" sldId="341"/>
            <ac:picMk id="9" creationId="{06DC7A7C-4E39-428B-89EB-A98BA1D1A630}"/>
          </ac:picMkLst>
        </pc:picChg>
      </pc:sldChg>
      <pc:sldChg chg="addSp delSp modSp new mod modClrScheme chgLayout">
        <pc:chgData name="Di Mattia Alessandro Edoardo Giorgio David" userId="f8954a66-e5ad-4a1c-9536-1d2117047f5f" providerId="ADAL" clId="{5E83B68B-007D-4829-90AF-85492EEC2BC0}" dt="2021-10-29T15:18:05.799" v="8400" actId="20577"/>
        <pc:sldMkLst>
          <pc:docMk/>
          <pc:sldMk cId="2981193539" sldId="342"/>
        </pc:sldMkLst>
        <pc:spChg chg="del">
          <ac:chgData name="Di Mattia Alessandro Edoardo Giorgio David" userId="f8954a66-e5ad-4a1c-9536-1d2117047f5f" providerId="ADAL" clId="{5E83B68B-007D-4829-90AF-85492EEC2BC0}" dt="2021-10-29T13:12:32.706" v="7354" actId="700"/>
          <ac:spMkLst>
            <pc:docMk/>
            <pc:sldMk cId="2981193539" sldId="342"/>
            <ac:spMk id="2" creationId="{A4F706E2-6365-4FB1-B56D-386C84C01F07}"/>
          </ac:spMkLst>
        </pc:spChg>
        <pc:spChg chg="del">
          <ac:chgData name="Di Mattia Alessandro Edoardo Giorgio David" userId="f8954a66-e5ad-4a1c-9536-1d2117047f5f" providerId="ADAL" clId="{5E83B68B-007D-4829-90AF-85492EEC2BC0}" dt="2021-10-29T13:03:29.732" v="7150" actId="22"/>
          <ac:spMkLst>
            <pc:docMk/>
            <pc:sldMk cId="2981193539" sldId="342"/>
            <ac:spMk id="3" creationId="{A688F53E-0477-4E13-B916-AD090E58F043}"/>
          </ac:spMkLst>
        </pc:spChg>
        <pc:spChg chg="add mod">
          <ac:chgData name="Di Mattia Alessandro Edoardo Giorgio David" userId="f8954a66-e5ad-4a1c-9536-1d2117047f5f" providerId="ADAL" clId="{5E83B68B-007D-4829-90AF-85492EEC2BC0}" dt="2021-10-29T13:15:42.706" v="7391" actId="1076"/>
          <ac:spMkLst>
            <pc:docMk/>
            <pc:sldMk cId="2981193539" sldId="342"/>
            <ac:spMk id="8" creationId="{4754C37A-16DC-4B6D-A296-82BF8AA6772C}"/>
          </ac:spMkLst>
        </pc:spChg>
        <pc:spChg chg="add mod">
          <ac:chgData name="Di Mattia Alessandro Edoardo Giorgio David" userId="f8954a66-e5ad-4a1c-9536-1d2117047f5f" providerId="ADAL" clId="{5E83B68B-007D-4829-90AF-85492EEC2BC0}" dt="2021-10-29T15:18:05.799" v="8400" actId="20577"/>
          <ac:spMkLst>
            <pc:docMk/>
            <pc:sldMk cId="2981193539" sldId="342"/>
            <ac:spMk id="10" creationId="{4AF30876-C64B-44C1-9AF3-12168BFAB2D5}"/>
          </ac:spMkLst>
        </pc:spChg>
        <pc:picChg chg="add mod ord">
          <ac:chgData name="Di Mattia Alessandro Edoardo Giorgio David" userId="f8954a66-e5ad-4a1c-9536-1d2117047f5f" providerId="ADAL" clId="{5E83B68B-007D-4829-90AF-85492EEC2BC0}" dt="2021-10-29T13:15:39.209" v="7390" actId="1076"/>
          <ac:picMkLst>
            <pc:docMk/>
            <pc:sldMk cId="2981193539" sldId="342"/>
            <ac:picMk id="5" creationId="{B0B9B723-1598-4255-B648-2346CBF0049D}"/>
          </ac:picMkLst>
        </pc:picChg>
        <pc:picChg chg="add mod">
          <ac:chgData name="Di Mattia Alessandro Edoardo Giorgio David" userId="f8954a66-e5ad-4a1c-9536-1d2117047f5f" providerId="ADAL" clId="{5E83B68B-007D-4829-90AF-85492EEC2BC0}" dt="2021-10-29T13:18:53.859" v="7448" actId="1076"/>
          <ac:picMkLst>
            <pc:docMk/>
            <pc:sldMk cId="2981193539" sldId="342"/>
            <ac:picMk id="7" creationId="{6F0AE5C8-7595-4D14-A7E4-6E4122063892}"/>
          </ac:picMkLst>
        </pc:picChg>
      </pc:sldChg>
      <pc:sldChg chg="addSp delSp modSp new mod modClrScheme chgLayout">
        <pc:chgData name="Di Mattia Alessandro Edoardo Giorgio David" userId="f8954a66-e5ad-4a1c-9536-1d2117047f5f" providerId="ADAL" clId="{5E83B68B-007D-4829-90AF-85492EEC2BC0}" dt="2021-10-29T14:54:58.868" v="8024" actId="122"/>
        <pc:sldMkLst>
          <pc:docMk/>
          <pc:sldMk cId="692853415" sldId="343"/>
        </pc:sldMkLst>
        <pc:spChg chg="add del">
          <ac:chgData name="Di Mattia Alessandro Edoardo Giorgio David" userId="f8954a66-e5ad-4a1c-9536-1d2117047f5f" providerId="ADAL" clId="{5E83B68B-007D-4829-90AF-85492EEC2BC0}" dt="2021-10-29T13:19:02.198" v="7451" actId="22"/>
          <ac:spMkLst>
            <pc:docMk/>
            <pc:sldMk cId="692853415" sldId="343"/>
            <ac:spMk id="3" creationId="{0D6DF968-3E8B-44A5-B9F0-A6E27194F727}"/>
          </ac:spMkLst>
        </pc:spChg>
        <pc:spChg chg="add mod">
          <ac:chgData name="Di Mattia Alessandro Edoardo Giorgio David" userId="f8954a66-e5ad-4a1c-9536-1d2117047f5f" providerId="ADAL" clId="{5E83B68B-007D-4829-90AF-85492EEC2BC0}" dt="2021-10-29T14:54:58.868" v="8024" actId="122"/>
          <ac:spMkLst>
            <pc:docMk/>
            <pc:sldMk cId="692853415" sldId="343"/>
            <ac:spMk id="4" creationId="{AA593408-EA28-4B07-8AB3-0F37FA00B86A}"/>
          </ac:spMkLst>
        </pc:spChg>
        <pc:spChg chg="add del mod">
          <ac:chgData name="Di Mattia Alessandro Edoardo Giorgio David" userId="f8954a66-e5ad-4a1c-9536-1d2117047f5f" providerId="ADAL" clId="{5E83B68B-007D-4829-90AF-85492EEC2BC0}" dt="2021-10-29T13:20:14.118" v="7453" actId="22"/>
          <ac:spMkLst>
            <pc:docMk/>
            <pc:sldMk cId="692853415" sldId="343"/>
            <ac:spMk id="5" creationId="{0521357E-EBB4-4DDB-9A52-6AAAAA06422D}"/>
          </ac:spMkLst>
        </pc:spChg>
        <pc:picChg chg="add mod ord">
          <ac:chgData name="Di Mattia Alessandro Edoardo Giorgio David" userId="f8954a66-e5ad-4a1c-9536-1d2117047f5f" providerId="ADAL" clId="{5E83B68B-007D-4829-90AF-85492EEC2BC0}" dt="2021-10-29T13:20:14.118" v="7453" actId="22"/>
          <ac:picMkLst>
            <pc:docMk/>
            <pc:sldMk cId="692853415" sldId="343"/>
            <ac:picMk id="7" creationId="{AA918226-1179-4AF5-8918-CCAFC0A1D161}"/>
          </ac:picMkLst>
        </pc:picChg>
      </pc:sldChg>
      <pc:sldChg chg="addSp delSp modSp new mod">
        <pc:chgData name="Di Mattia Alessandro Edoardo Giorgio David" userId="f8954a66-e5ad-4a1c-9536-1d2117047f5f" providerId="ADAL" clId="{5E83B68B-007D-4829-90AF-85492EEC2BC0}" dt="2021-10-29T14:56:45.747" v="8040" actId="122"/>
        <pc:sldMkLst>
          <pc:docMk/>
          <pc:sldMk cId="1315668199" sldId="344"/>
        </pc:sldMkLst>
        <pc:spChg chg="mod">
          <ac:chgData name="Di Mattia Alessandro Edoardo Giorgio David" userId="f8954a66-e5ad-4a1c-9536-1d2117047f5f" providerId="ADAL" clId="{5E83B68B-007D-4829-90AF-85492EEC2BC0}" dt="2021-10-29T14:56:45.747" v="8040" actId="122"/>
          <ac:spMkLst>
            <pc:docMk/>
            <pc:sldMk cId="1315668199" sldId="344"/>
            <ac:spMk id="2" creationId="{A29AB4FE-F447-4524-9112-35D59831CD1C}"/>
          </ac:spMkLst>
        </pc:spChg>
        <pc:spChg chg="del">
          <ac:chgData name="Di Mattia Alessandro Edoardo Giorgio David" userId="f8954a66-e5ad-4a1c-9536-1d2117047f5f" providerId="ADAL" clId="{5E83B68B-007D-4829-90AF-85492EEC2BC0}" dt="2021-10-29T14:56:37.376" v="8028" actId="22"/>
          <ac:spMkLst>
            <pc:docMk/>
            <pc:sldMk cId="1315668199" sldId="344"/>
            <ac:spMk id="3" creationId="{818D055B-A373-4E00-8F5F-8139A3082EA5}"/>
          </ac:spMkLst>
        </pc:spChg>
        <pc:picChg chg="add mod ord">
          <ac:chgData name="Di Mattia Alessandro Edoardo Giorgio David" userId="f8954a66-e5ad-4a1c-9536-1d2117047f5f" providerId="ADAL" clId="{5E83B68B-007D-4829-90AF-85492EEC2BC0}" dt="2021-10-29T14:56:37.376" v="8028" actId="22"/>
          <ac:picMkLst>
            <pc:docMk/>
            <pc:sldMk cId="1315668199" sldId="344"/>
            <ac:picMk id="5" creationId="{91F191AA-8E18-4326-8682-C12C68856D5C}"/>
          </ac:picMkLst>
        </pc:picChg>
      </pc:sldChg>
      <pc:sldChg chg="modSp new mod ord">
        <pc:chgData name="Di Mattia Alessandro Edoardo Giorgio David" userId="f8954a66-e5ad-4a1c-9536-1d2117047f5f" providerId="ADAL" clId="{5E83B68B-007D-4829-90AF-85492EEC2BC0}" dt="2021-10-29T16:12:07.396" v="9444" actId="255"/>
        <pc:sldMkLst>
          <pc:docMk/>
          <pc:sldMk cId="293570415" sldId="345"/>
        </pc:sldMkLst>
        <pc:spChg chg="mod">
          <ac:chgData name="Di Mattia Alessandro Edoardo Giorgio David" userId="f8954a66-e5ad-4a1c-9536-1d2117047f5f" providerId="ADAL" clId="{5E83B68B-007D-4829-90AF-85492EEC2BC0}" dt="2021-10-29T15:26:37.977" v="8446" actId="122"/>
          <ac:spMkLst>
            <pc:docMk/>
            <pc:sldMk cId="293570415" sldId="345"/>
            <ac:spMk id="2" creationId="{EDAC11AF-6A01-405B-840E-DC1EBC7137EA}"/>
          </ac:spMkLst>
        </pc:spChg>
        <pc:spChg chg="mod">
          <ac:chgData name="Di Mattia Alessandro Edoardo Giorgio David" userId="f8954a66-e5ad-4a1c-9536-1d2117047f5f" providerId="ADAL" clId="{5E83B68B-007D-4829-90AF-85492EEC2BC0}" dt="2021-10-29T16:12:07.396" v="9444" actId="255"/>
          <ac:spMkLst>
            <pc:docMk/>
            <pc:sldMk cId="293570415" sldId="345"/>
            <ac:spMk id="3" creationId="{A8EBF488-FBFB-48DD-8F08-E7A77BF13FF1}"/>
          </ac:spMkLst>
        </pc:spChg>
      </pc:sldChg>
      <pc:sldChg chg="addSp delSp modSp new mod">
        <pc:chgData name="Di Mattia Alessandro Edoardo Giorgio David" userId="f8954a66-e5ad-4a1c-9536-1d2117047f5f" providerId="ADAL" clId="{5E83B68B-007D-4829-90AF-85492EEC2BC0}" dt="2021-10-29T16:10:55.827" v="9427" actId="1076"/>
        <pc:sldMkLst>
          <pc:docMk/>
          <pc:sldMk cId="487189514" sldId="346"/>
        </pc:sldMkLst>
        <pc:spChg chg="mod">
          <ac:chgData name="Di Mattia Alessandro Edoardo Giorgio David" userId="f8954a66-e5ad-4a1c-9536-1d2117047f5f" providerId="ADAL" clId="{5E83B68B-007D-4829-90AF-85492EEC2BC0}" dt="2021-10-29T16:01:44.445" v="9233" actId="122"/>
          <ac:spMkLst>
            <pc:docMk/>
            <pc:sldMk cId="487189514" sldId="346"/>
            <ac:spMk id="2" creationId="{C0923390-B313-4FEB-BD3C-D71B80CCC565}"/>
          </ac:spMkLst>
        </pc:spChg>
        <pc:spChg chg="del">
          <ac:chgData name="Di Mattia Alessandro Edoardo Giorgio David" userId="f8954a66-e5ad-4a1c-9536-1d2117047f5f" providerId="ADAL" clId="{5E83B68B-007D-4829-90AF-85492EEC2BC0}" dt="2021-10-29T16:01:47.137" v="9234" actId="22"/>
          <ac:spMkLst>
            <pc:docMk/>
            <pc:sldMk cId="487189514" sldId="346"/>
            <ac:spMk id="3" creationId="{ADCF5478-0131-4884-86E1-F57A9BC6A215}"/>
          </ac:spMkLst>
        </pc:spChg>
        <pc:spChg chg="add mod">
          <ac:chgData name="Di Mattia Alessandro Edoardo Giorgio David" userId="f8954a66-e5ad-4a1c-9536-1d2117047f5f" providerId="ADAL" clId="{5E83B68B-007D-4829-90AF-85492EEC2BC0}" dt="2021-10-29T16:10:55.827" v="9427" actId="1076"/>
          <ac:spMkLst>
            <pc:docMk/>
            <pc:sldMk cId="487189514" sldId="346"/>
            <ac:spMk id="6" creationId="{89862403-CFCD-465B-9400-9F192BB7D365}"/>
          </ac:spMkLst>
        </pc:spChg>
        <pc:picChg chg="add mod ord">
          <ac:chgData name="Di Mattia Alessandro Edoardo Giorgio David" userId="f8954a66-e5ad-4a1c-9536-1d2117047f5f" providerId="ADAL" clId="{5E83B68B-007D-4829-90AF-85492EEC2BC0}" dt="2021-10-29T16:09:37.403" v="9292" actId="1076"/>
          <ac:picMkLst>
            <pc:docMk/>
            <pc:sldMk cId="487189514" sldId="346"/>
            <ac:picMk id="5" creationId="{5DF78B36-4CAD-428F-9BD9-C9E8DD97E2C2}"/>
          </ac:picMkLst>
        </pc:picChg>
      </pc:sldChg>
      <pc:sldChg chg="addSp delSp modSp new mod modClrScheme chgLayout">
        <pc:chgData name="Di Mattia Alessandro Edoardo Giorgio David" userId="f8954a66-e5ad-4a1c-9536-1d2117047f5f" providerId="ADAL" clId="{5E83B68B-007D-4829-90AF-85492EEC2BC0}" dt="2021-10-29T16:16:52.646" v="9688" actId="207"/>
        <pc:sldMkLst>
          <pc:docMk/>
          <pc:sldMk cId="3669502557" sldId="347"/>
        </pc:sldMkLst>
        <pc:spChg chg="del mod ord">
          <ac:chgData name="Di Mattia Alessandro Edoardo Giorgio David" userId="f8954a66-e5ad-4a1c-9536-1d2117047f5f" providerId="ADAL" clId="{5E83B68B-007D-4829-90AF-85492EEC2BC0}" dt="2021-10-29T16:14:14.937" v="9569" actId="478"/>
          <ac:spMkLst>
            <pc:docMk/>
            <pc:sldMk cId="3669502557" sldId="347"/>
            <ac:spMk id="2" creationId="{D25DF4FC-96B4-4D0C-9CFC-4F586B6D0399}"/>
          </ac:spMkLst>
        </pc:spChg>
        <pc:spChg chg="del mod ord">
          <ac:chgData name="Di Mattia Alessandro Edoardo Giorgio David" userId="f8954a66-e5ad-4a1c-9536-1d2117047f5f" providerId="ADAL" clId="{5E83B68B-007D-4829-90AF-85492EEC2BC0}" dt="2021-10-29T16:02:23.419" v="9239" actId="700"/>
          <ac:spMkLst>
            <pc:docMk/>
            <pc:sldMk cId="3669502557" sldId="347"/>
            <ac:spMk id="3" creationId="{4F6B92B0-01E1-48A5-A506-8B9BC91CF0B9}"/>
          </ac:spMkLst>
        </pc:spChg>
        <pc:spChg chg="add del mod ord">
          <ac:chgData name="Di Mattia Alessandro Edoardo Giorgio David" userId="f8954a66-e5ad-4a1c-9536-1d2117047f5f" providerId="ADAL" clId="{5E83B68B-007D-4829-90AF-85492EEC2BC0}" dt="2021-10-29T16:02:25.794" v="9240" actId="22"/>
          <ac:spMkLst>
            <pc:docMk/>
            <pc:sldMk cId="3669502557" sldId="347"/>
            <ac:spMk id="4" creationId="{77E9519C-1A41-4234-9852-264F19F7BFF7}"/>
          </ac:spMkLst>
        </pc:spChg>
        <pc:spChg chg="add del mod ord">
          <ac:chgData name="Di Mattia Alessandro Edoardo Giorgio David" userId="f8954a66-e5ad-4a1c-9536-1d2117047f5f" providerId="ADAL" clId="{5E83B68B-007D-4829-90AF-85492EEC2BC0}" dt="2021-10-29T16:02:43.131" v="9241" actId="22"/>
          <ac:spMkLst>
            <pc:docMk/>
            <pc:sldMk cId="3669502557" sldId="347"/>
            <ac:spMk id="5" creationId="{1BEA1382-9F37-434F-8ABD-F850CF1C9F39}"/>
          </ac:spMkLst>
        </pc:spChg>
        <pc:spChg chg="add mod">
          <ac:chgData name="Di Mattia Alessandro Edoardo Giorgio David" userId="f8954a66-e5ad-4a1c-9536-1d2117047f5f" providerId="ADAL" clId="{5E83B68B-007D-4829-90AF-85492EEC2BC0}" dt="2021-10-29T16:14:23.248" v="9571" actId="1076"/>
          <ac:spMkLst>
            <pc:docMk/>
            <pc:sldMk cId="3669502557" sldId="347"/>
            <ac:spMk id="10" creationId="{8ECB5C4C-41DC-4EB9-8EC3-250A1EBF47B8}"/>
          </ac:spMkLst>
        </pc:spChg>
        <pc:spChg chg="add mod">
          <ac:chgData name="Di Mattia Alessandro Edoardo Giorgio David" userId="f8954a66-e5ad-4a1c-9536-1d2117047f5f" providerId="ADAL" clId="{5E83B68B-007D-4829-90AF-85492EEC2BC0}" dt="2021-10-29T16:14:29.266" v="9573" actId="1076"/>
          <ac:spMkLst>
            <pc:docMk/>
            <pc:sldMk cId="3669502557" sldId="347"/>
            <ac:spMk id="11" creationId="{3A474793-A429-4669-9C81-DEA90CC87271}"/>
          </ac:spMkLst>
        </pc:spChg>
        <pc:spChg chg="add del mod">
          <ac:chgData name="Di Mattia Alessandro Edoardo Giorgio David" userId="f8954a66-e5ad-4a1c-9536-1d2117047f5f" providerId="ADAL" clId="{5E83B68B-007D-4829-90AF-85492EEC2BC0}" dt="2021-10-29T16:11:40.056" v="9434"/>
          <ac:spMkLst>
            <pc:docMk/>
            <pc:sldMk cId="3669502557" sldId="347"/>
            <ac:spMk id="12" creationId="{4E1C021C-0906-41DA-B6C9-C1ECEF807DE6}"/>
          </ac:spMkLst>
        </pc:spChg>
        <pc:spChg chg="add mod">
          <ac:chgData name="Di Mattia Alessandro Edoardo Giorgio David" userId="f8954a66-e5ad-4a1c-9536-1d2117047f5f" providerId="ADAL" clId="{5E83B68B-007D-4829-90AF-85492EEC2BC0}" dt="2021-10-29T16:14:34.946" v="9575" actId="1076"/>
          <ac:spMkLst>
            <pc:docMk/>
            <pc:sldMk cId="3669502557" sldId="347"/>
            <ac:spMk id="13" creationId="{3590F49C-961F-4893-B118-3B349A6D9EE7}"/>
          </ac:spMkLst>
        </pc:spChg>
        <pc:spChg chg="add del mod">
          <ac:chgData name="Di Mattia Alessandro Edoardo Giorgio David" userId="f8954a66-e5ad-4a1c-9536-1d2117047f5f" providerId="ADAL" clId="{5E83B68B-007D-4829-90AF-85492EEC2BC0}" dt="2021-10-29T16:14:20.440" v="9570" actId="700"/>
          <ac:spMkLst>
            <pc:docMk/>
            <pc:sldMk cId="3669502557" sldId="347"/>
            <ac:spMk id="15" creationId="{B2F514D2-911F-4144-9243-D0295BBF00D9}"/>
          </ac:spMkLst>
        </pc:spChg>
        <pc:spChg chg="add mod">
          <ac:chgData name="Di Mattia Alessandro Edoardo Giorgio David" userId="f8954a66-e5ad-4a1c-9536-1d2117047f5f" providerId="ADAL" clId="{5E83B68B-007D-4829-90AF-85492EEC2BC0}" dt="2021-10-29T16:16:52.646" v="9688" actId="207"/>
          <ac:spMkLst>
            <pc:docMk/>
            <pc:sldMk cId="3669502557" sldId="347"/>
            <ac:spMk id="16" creationId="{A18B6820-3EA2-412D-AE7B-BECF8AEFB7D9}"/>
          </ac:spMkLst>
        </pc:spChg>
        <pc:picChg chg="add mod ord">
          <ac:chgData name="Di Mattia Alessandro Edoardo Giorgio David" userId="f8954a66-e5ad-4a1c-9536-1d2117047f5f" providerId="ADAL" clId="{5E83B68B-007D-4829-90AF-85492EEC2BC0}" dt="2021-10-29T16:14:42.241" v="9577" actId="1076"/>
          <ac:picMkLst>
            <pc:docMk/>
            <pc:sldMk cId="3669502557" sldId="347"/>
            <ac:picMk id="7" creationId="{5DE5CDE1-CD02-4AB8-A11D-F21084E1E62B}"/>
          </ac:picMkLst>
        </pc:picChg>
        <pc:picChg chg="add mod ord">
          <ac:chgData name="Di Mattia Alessandro Edoardo Giorgio David" userId="f8954a66-e5ad-4a1c-9536-1d2117047f5f" providerId="ADAL" clId="{5E83B68B-007D-4829-90AF-85492EEC2BC0}" dt="2021-10-29T16:14:40.874" v="9576" actId="1076"/>
          <ac:picMkLst>
            <pc:docMk/>
            <pc:sldMk cId="3669502557" sldId="347"/>
            <ac:picMk id="9" creationId="{9B87229E-128A-4E81-A0B8-5C41CAE73DE6}"/>
          </ac:picMkLst>
        </pc:picChg>
      </pc:sldChg>
      <pc:sldChg chg="addSp modSp new mod modClrScheme chgLayout">
        <pc:chgData name="Di Mattia Alessandro Edoardo Giorgio David" userId="f8954a66-e5ad-4a1c-9536-1d2117047f5f" providerId="ADAL" clId="{5E83B68B-007D-4829-90AF-85492EEC2BC0}" dt="2021-10-29T16:24:33.862" v="9893" actId="20577"/>
        <pc:sldMkLst>
          <pc:docMk/>
          <pc:sldMk cId="3198309929" sldId="348"/>
        </pc:sldMkLst>
        <pc:spChg chg="add mod">
          <ac:chgData name="Di Mattia Alessandro Edoardo Giorgio David" userId="f8954a66-e5ad-4a1c-9536-1d2117047f5f" providerId="ADAL" clId="{5E83B68B-007D-4829-90AF-85492EEC2BC0}" dt="2021-10-29T16:24:33.862" v="9893" actId="20577"/>
          <ac:spMkLst>
            <pc:docMk/>
            <pc:sldMk cId="3198309929" sldId="348"/>
            <ac:spMk id="2" creationId="{4ACF0A9C-336C-4852-A554-D1C1DDDA2838}"/>
          </ac:spMkLst>
        </pc:spChg>
        <pc:spChg chg="add mod">
          <ac:chgData name="Di Mattia Alessandro Edoardo Giorgio David" userId="f8954a66-e5ad-4a1c-9536-1d2117047f5f" providerId="ADAL" clId="{5E83B68B-007D-4829-90AF-85492EEC2BC0}" dt="2021-10-29T16:24:17.702" v="9892" actId="20577"/>
          <ac:spMkLst>
            <pc:docMk/>
            <pc:sldMk cId="3198309929" sldId="348"/>
            <ac:spMk id="3" creationId="{44475C74-E6DB-4222-863B-78F7D70C65AB}"/>
          </ac:spMkLst>
        </pc:spChg>
      </pc:sldChg>
      <pc:sldChg chg="addSp delSp modSp new mod">
        <pc:chgData name="Di Mattia Alessandro Edoardo Giorgio David" userId="f8954a66-e5ad-4a1c-9536-1d2117047f5f" providerId="ADAL" clId="{5E83B68B-007D-4829-90AF-85492EEC2BC0}" dt="2021-11-01T10:35:06.739" v="9974" actId="962"/>
        <pc:sldMkLst>
          <pc:docMk/>
          <pc:sldMk cId="2629839588" sldId="349"/>
        </pc:sldMkLst>
        <pc:spChg chg="mod">
          <ac:chgData name="Di Mattia Alessandro Edoardo Giorgio David" userId="f8954a66-e5ad-4a1c-9536-1d2117047f5f" providerId="ADAL" clId="{5E83B68B-007D-4829-90AF-85492EEC2BC0}" dt="2021-11-01T10:30:18.794" v="9969" actId="20577"/>
          <ac:spMkLst>
            <pc:docMk/>
            <pc:sldMk cId="2629839588" sldId="349"/>
            <ac:spMk id="2" creationId="{8F15B3D3-3558-434E-8190-150B4D20A1CB}"/>
          </ac:spMkLst>
        </pc:spChg>
        <pc:spChg chg="add del">
          <ac:chgData name="Di Mattia Alessandro Edoardo Giorgio David" userId="f8954a66-e5ad-4a1c-9536-1d2117047f5f" providerId="ADAL" clId="{5E83B68B-007D-4829-90AF-85492EEC2BC0}" dt="2021-11-01T10:35:05.722" v="9972"/>
          <ac:spMkLst>
            <pc:docMk/>
            <pc:sldMk cId="2629839588" sldId="349"/>
            <ac:spMk id="3" creationId="{5B236B7E-4C76-43F2-81BA-F8BCF0671F90}"/>
          </ac:spMkLst>
        </pc:spChg>
        <pc:picChg chg="add del mod">
          <ac:chgData name="Di Mattia Alessandro Edoardo Giorgio David" userId="f8954a66-e5ad-4a1c-9536-1d2117047f5f" providerId="ADAL" clId="{5E83B68B-007D-4829-90AF-85492EEC2BC0}" dt="2021-11-01T10:34:39.220" v="9971"/>
          <ac:picMkLst>
            <pc:docMk/>
            <pc:sldMk cId="2629839588" sldId="349"/>
            <ac:picMk id="4" creationId="{2CAFED15-DF5D-4961-AC4C-2799826F3C9B}"/>
          </ac:picMkLst>
        </pc:picChg>
        <pc:picChg chg="add mod">
          <ac:chgData name="Di Mattia Alessandro Edoardo Giorgio David" userId="f8954a66-e5ad-4a1c-9536-1d2117047f5f" providerId="ADAL" clId="{5E83B68B-007D-4829-90AF-85492EEC2BC0}" dt="2021-11-01T10:35:06.739" v="9974" actId="962"/>
          <ac:picMkLst>
            <pc:docMk/>
            <pc:sldMk cId="2629839588" sldId="349"/>
            <ac:picMk id="6" creationId="{D57D708A-3183-49F3-BBF5-2A18884AC217}"/>
          </ac:picMkLst>
        </pc:picChg>
      </pc:sldChg>
    </pc:docChg>
  </pc:docChgLst>
  <pc:docChgLst>
    <pc:chgData name="Di Mattia Alessandro Edoardo Giorgio David" userId="f8954a66-e5ad-4a1c-9536-1d2117047f5f" providerId="ADAL" clId="{CFBF690A-D719-48D2-92B8-B5819DB24AC8}"/>
    <pc:docChg chg="undo custSel addSld modSld">
      <pc:chgData name="Di Mattia Alessandro Edoardo Giorgio David" userId="f8954a66-e5ad-4a1c-9536-1d2117047f5f" providerId="ADAL" clId="{CFBF690A-D719-48D2-92B8-B5819DB24AC8}" dt="2021-08-09T15:53:44.291" v="1952" actId="20577"/>
      <pc:docMkLst>
        <pc:docMk/>
      </pc:docMkLst>
      <pc:sldChg chg="modSp mod">
        <pc:chgData name="Di Mattia Alessandro Edoardo Giorgio David" userId="f8954a66-e5ad-4a1c-9536-1d2117047f5f" providerId="ADAL" clId="{CFBF690A-D719-48D2-92B8-B5819DB24AC8}" dt="2021-08-09T14:22:54.910" v="1329" actId="207"/>
        <pc:sldMkLst>
          <pc:docMk/>
          <pc:sldMk cId="1478560338" sldId="318"/>
        </pc:sldMkLst>
        <pc:spChg chg="mod">
          <ac:chgData name="Di Mattia Alessandro Edoardo Giorgio David" userId="f8954a66-e5ad-4a1c-9536-1d2117047f5f" providerId="ADAL" clId="{CFBF690A-D719-48D2-92B8-B5819DB24AC8}" dt="2021-08-09T14:22:54.910" v="1329" actId="207"/>
          <ac:spMkLst>
            <pc:docMk/>
            <pc:sldMk cId="1478560338" sldId="318"/>
            <ac:spMk id="3" creationId="{EE5866AE-9B94-40DE-9A9A-06E3998624FB}"/>
          </ac:spMkLst>
        </pc:spChg>
      </pc:sldChg>
      <pc:sldChg chg="modSp mod">
        <pc:chgData name="Di Mattia Alessandro Edoardo Giorgio David" userId="f8954a66-e5ad-4a1c-9536-1d2117047f5f" providerId="ADAL" clId="{CFBF690A-D719-48D2-92B8-B5819DB24AC8}" dt="2021-08-08T17:39:08.540" v="749" actId="108"/>
        <pc:sldMkLst>
          <pc:docMk/>
          <pc:sldMk cId="618932863" sldId="319"/>
        </pc:sldMkLst>
        <pc:spChg chg="mod">
          <ac:chgData name="Di Mattia Alessandro Edoardo Giorgio David" userId="f8954a66-e5ad-4a1c-9536-1d2117047f5f" providerId="ADAL" clId="{CFBF690A-D719-48D2-92B8-B5819DB24AC8}" dt="2021-08-08T17:38:48.221" v="748" actId="108"/>
          <ac:spMkLst>
            <pc:docMk/>
            <pc:sldMk cId="618932863" sldId="319"/>
            <ac:spMk id="12" creationId="{3487BAA1-91F3-4148-939C-9082D3EFBEC0}"/>
          </ac:spMkLst>
        </pc:spChg>
        <pc:spChg chg="mod">
          <ac:chgData name="Di Mattia Alessandro Edoardo Giorgio David" userId="f8954a66-e5ad-4a1c-9536-1d2117047f5f" providerId="ADAL" clId="{CFBF690A-D719-48D2-92B8-B5819DB24AC8}" dt="2021-08-08T17:39:08.540" v="749" actId="108"/>
          <ac:spMkLst>
            <pc:docMk/>
            <pc:sldMk cId="618932863" sldId="319"/>
            <ac:spMk id="14" creationId="{D215CADD-3AA8-4C46-9B2F-7B1B1290C11F}"/>
          </ac:spMkLst>
        </pc:spChg>
      </pc:sldChg>
      <pc:sldChg chg="modSp mod">
        <pc:chgData name="Di Mattia Alessandro Edoardo Giorgio David" userId="f8954a66-e5ad-4a1c-9536-1d2117047f5f" providerId="ADAL" clId="{CFBF690A-D719-48D2-92B8-B5819DB24AC8}" dt="2021-08-08T17:39:51.365" v="751" actId="108"/>
        <pc:sldMkLst>
          <pc:docMk/>
          <pc:sldMk cId="3339501348" sldId="320"/>
        </pc:sldMkLst>
        <pc:spChg chg="mod">
          <ac:chgData name="Di Mattia Alessandro Edoardo Giorgio David" userId="f8954a66-e5ad-4a1c-9536-1d2117047f5f" providerId="ADAL" clId="{CFBF690A-D719-48D2-92B8-B5819DB24AC8}" dt="2021-08-08T17:39:51.365" v="751" actId="108"/>
          <ac:spMkLst>
            <pc:docMk/>
            <pc:sldMk cId="3339501348" sldId="320"/>
            <ac:spMk id="4" creationId="{CFED2F6F-3626-4CAA-B18C-531766945314}"/>
          </ac:spMkLst>
        </pc:spChg>
        <pc:spChg chg="mod">
          <ac:chgData name="Di Mattia Alessandro Edoardo Giorgio David" userId="f8954a66-e5ad-4a1c-9536-1d2117047f5f" providerId="ADAL" clId="{CFBF690A-D719-48D2-92B8-B5819DB24AC8}" dt="2021-08-08T17:39:47.031" v="750" actId="108"/>
          <ac:spMkLst>
            <pc:docMk/>
            <pc:sldMk cId="3339501348" sldId="320"/>
            <ac:spMk id="14" creationId="{8616B098-DE37-4A20-94C2-E4684B16E6F0}"/>
          </ac:spMkLst>
        </pc:spChg>
      </pc:sldChg>
      <pc:sldChg chg="modSp mod">
        <pc:chgData name="Di Mattia Alessandro Edoardo Giorgio David" userId="f8954a66-e5ad-4a1c-9536-1d2117047f5f" providerId="ADAL" clId="{CFBF690A-D719-48D2-92B8-B5819DB24AC8}" dt="2021-08-08T17:40:03.415" v="753" actId="108"/>
        <pc:sldMkLst>
          <pc:docMk/>
          <pc:sldMk cId="1078668927" sldId="321"/>
        </pc:sldMkLst>
        <pc:spChg chg="mod">
          <ac:chgData name="Di Mattia Alessandro Edoardo Giorgio David" userId="f8954a66-e5ad-4a1c-9536-1d2117047f5f" providerId="ADAL" clId="{CFBF690A-D719-48D2-92B8-B5819DB24AC8}" dt="2021-08-08T17:40:03.415" v="753" actId="108"/>
          <ac:spMkLst>
            <pc:docMk/>
            <pc:sldMk cId="1078668927" sldId="321"/>
            <ac:spMk id="7" creationId="{0FC3C149-325B-4578-9826-6EF66F667717}"/>
          </ac:spMkLst>
        </pc:spChg>
        <pc:spChg chg="mod">
          <ac:chgData name="Di Mattia Alessandro Edoardo Giorgio David" userId="f8954a66-e5ad-4a1c-9536-1d2117047f5f" providerId="ADAL" clId="{CFBF690A-D719-48D2-92B8-B5819DB24AC8}" dt="2021-08-08T17:39:59.952" v="752" actId="108"/>
          <ac:spMkLst>
            <pc:docMk/>
            <pc:sldMk cId="1078668927" sldId="321"/>
            <ac:spMk id="12" creationId="{5B0F863B-F364-4F8B-9D2A-934B17016FD5}"/>
          </ac:spMkLst>
        </pc:spChg>
      </pc:sldChg>
      <pc:sldChg chg="addSp modSp new mod setBg">
        <pc:chgData name="Di Mattia Alessandro Edoardo Giorgio David" userId="f8954a66-e5ad-4a1c-9536-1d2117047f5f" providerId="ADAL" clId="{CFBF690A-D719-48D2-92B8-B5819DB24AC8}" dt="2021-08-08T17:40:18.417" v="756"/>
        <pc:sldMkLst>
          <pc:docMk/>
          <pc:sldMk cId="3535521216" sldId="322"/>
        </pc:sldMkLst>
        <pc:spChg chg="add mod">
          <ac:chgData name="Di Mattia Alessandro Edoardo Giorgio David" userId="f8954a66-e5ad-4a1c-9536-1d2117047f5f" providerId="ADAL" clId="{CFBF690A-D719-48D2-92B8-B5819DB24AC8}" dt="2021-08-08T16:39:49.210" v="71" actId="20577"/>
          <ac:spMkLst>
            <pc:docMk/>
            <pc:sldMk cId="3535521216" sldId="322"/>
            <ac:spMk id="2" creationId="{EC727576-E01C-49B2-B415-6050BEB09417}"/>
          </ac:spMkLst>
        </pc:spChg>
        <pc:spChg chg="add mod">
          <ac:chgData name="Di Mattia Alessandro Edoardo Giorgio David" userId="f8954a66-e5ad-4a1c-9536-1d2117047f5f" providerId="ADAL" clId="{CFBF690A-D719-48D2-92B8-B5819DB24AC8}" dt="2021-08-08T16:40:59.662" v="157" actId="20577"/>
          <ac:spMkLst>
            <pc:docMk/>
            <pc:sldMk cId="3535521216" sldId="322"/>
            <ac:spMk id="3" creationId="{679C230D-DEB8-4664-B6E1-70585F169F99}"/>
          </ac:spMkLst>
        </pc:spChg>
        <pc:spChg chg="add mod">
          <ac:chgData name="Di Mattia Alessandro Edoardo Giorgio David" userId="f8954a66-e5ad-4a1c-9536-1d2117047f5f" providerId="ADAL" clId="{CFBF690A-D719-48D2-92B8-B5819DB24AC8}" dt="2021-08-08T17:40:09.364" v="754" actId="108"/>
          <ac:spMkLst>
            <pc:docMk/>
            <pc:sldMk cId="3535521216" sldId="322"/>
            <ac:spMk id="4" creationId="{84BA9142-2F18-4393-9507-27745B77C153}"/>
          </ac:spMkLst>
        </pc:spChg>
        <pc:spChg chg="add mod">
          <ac:chgData name="Di Mattia Alessandro Edoardo Giorgio David" userId="f8954a66-e5ad-4a1c-9536-1d2117047f5f" providerId="ADAL" clId="{CFBF690A-D719-48D2-92B8-B5819DB24AC8}" dt="2021-08-08T17:40:12.691" v="755" actId="108"/>
          <ac:spMkLst>
            <pc:docMk/>
            <pc:sldMk cId="3535521216" sldId="322"/>
            <ac:spMk id="5" creationId="{2E2022A0-A408-46E5-A774-DEC076549ADC}"/>
          </ac:spMkLst>
        </pc:spChg>
      </pc:sldChg>
      <pc:sldChg chg="addSp delSp modSp new mod">
        <pc:chgData name="Di Mattia Alessandro Edoardo Giorgio David" userId="f8954a66-e5ad-4a1c-9536-1d2117047f5f" providerId="ADAL" clId="{CFBF690A-D719-48D2-92B8-B5819DB24AC8}" dt="2021-08-09T10:29:26.169" v="1114" actId="20577"/>
        <pc:sldMkLst>
          <pc:docMk/>
          <pc:sldMk cId="879024289" sldId="323"/>
        </pc:sldMkLst>
        <pc:spChg chg="add del mod">
          <ac:chgData name="Di Mattia Alessandro Edoardo Giorgio David" userId="f8954a66-e5ad-4a1c-9536-1d2117047f5f" providerId="ADAL" clId="{CFBF690A-D719-48D2-92B8-B5819DB24AC8}" dt="2021-08-08T16:53:55.966" v="191"/>
          <ac:spMkLst>
            <pc:docMk/>
            <pc:sldMk cId="879024289" sldId="323"/>
            <ac:spMk id="3" creationId="{CFE02BB8-A9F5-4503-B2C7-E81886585D65}"/>
          </ac:spMkLst>
        </pc:spChg>
        <pc:spChg chg="add del mod">
          <ac:chgData name="Di Mattia Alessandro Edoardo Giorgio David" userId="f8954a66-e5ad-4a1c-9536-1d2117047f5f" providerId="ADAL" clId="{CFBF690A-D719-48D2-92B8-B5819DB24AC8}" dt="2021-08-08T17:18:05.013" v="214"/>
          <ac:spMkLst>
            <pc:docMk/>
            <pc:sldMk cId="879024289" sldId="323"/>
            <ac:spMk id="4" creationId="{6FBAF4B8-08A7-44E4-A1D1-0D38537B45E9}"/>
          </ac:spMkLst>
        </pc:spChg>
        <pc:spChg chg="add mod">
          <ac:chgData name="Di Mattia Alessandro Edoardo Giorgio David" userId="f8954a66-e5ad-4a1c-9536-1d2117047f5f" providerId="ADAL" clId="{CFBF690A-D719-48D2-92B8-B5819DB24AC8}" dt="2021-08-09T10:29:26.169" v="1114" actId="20577"/>
          <ac:spMkLst>
            <pc:docMk/>
            <pc:sldMk cId="879024289" sldId="323"/>
            <ac:spMk id="5" creationId="{9B3D4137-6E15-473C-A64B-27FDB1D899A6}"/>
          </ac:spMkLst>
        </pc:spChg>
        <pc:spChg chg="add del mod">
          <ac:chgData name="Di Mattia Alessandro Edoardo Giorgio David" userId="f8954a66-e5ad-4a1c-9536-1d2117047f5f" providerId="ADAL" clId="{CFBF690A-D719-48D2-92B8-B5819DB24AC8}" dt="2021-08-08T17:23:17.474" v="312" actId="11529"/>
          <ac:spMkLst>
            <pc:docMk/>
            <pc:sldMk cId="879024289" sldId="323"/>
            <ac:spMk id="6" creationId="{BE394CD1-FBD5-4225-8C16-03EF7BFFE769}"/>
          </ac:spMkLst>
        </pc:spChg>
        <pc:spChg chg="add mod">
          <ac:chgData name="Di Mattia Alessandro Edoardo Giorgio David" userId="f8954a66-e5ad-4a1c-9536-1d2117047f5f" providerId="ADAL" clId="{CFBF690A-D719-48D2-92B8-B5819DB24AC8}" dt="2021-08-08T17:28:17.626" v="365" actId="1076"/>
          <ac:spMkLst>
            <pc:docMk/>
            <pc:sldMk cId="879024289" sldId="323"/>
            <ac:spMk id="7" creationId="{1D0C6519-F93A-4E09-9423-7B2AF81BE097}"/>
          </ac:spMkLst>
        </pc:spChg>
        <pc:spChg chg="add mod">
          <ac:chgData name="Di Mattia Alessandro Edoardo Giorgio David" userId="f8954a66-e5ad-4a1c-9536-1d2117047f5f" providerId="ADAL" clId="{CFBF690A-D719-48D2-92B8-B5819DB24AC8}" dt="2021-08-08T17:24:44.386" v="320" actId="17032"/>
          <ac:spMkLst>
            <pc:docMk/>
            <pc:sldMk cId="879024289" sldId="323"/>
            <ac:spMk id="8" creationId="{D772A39C-F542-4550-A73B-9B799493DF91}"/>
          </ac:spMkLst>
        </pc:spChg>
        <pc:spChg chg="add mod">
          <ac:chgData name="Di Mattia Alessandro Edoardo Giorgio David" userId="f8954a66-e5ad-4a1c-9536-1d2117047f5f" providerId="ADAL" clId="{CFBF690A-D719-48D2-92B8-B5819DB24AC8}" dt="2021-08-08T17:40:33.964" v="759" actId="108"/>
          <ac:spMkLst>
            <pc:docMk/>
            <pc:sldMk cId="879024289" sldId="323"/>
            <ac:spMk id="10" creationId="{5D8FFE11-A3B1-42AB-AA3E-5E40F7E2496E}"/>
          </ac:spMkLst>
        </pc:spChg>
        <pc:spChg chg="add mod">
          <ac:chgData name="Di Mattia Alessandro Edoardo Giorgio David" userId="f8954a66-e5ad-4a1c-9536-1d2117047f5f" providerId="ADAL" clId="{CFBF690A-D719-48D2-92B8-B5819DB24AC8}" dt="2021-08-08T17:40:37.387" v="760" actId="108"/>
          <ac:spMkLst>
            <pc:docMk/>
            <pc:sldMk cId="879024289" sldId="323"/>
            <ac:spMk id="12" creationId="{817DCC48-4C4D-4A07-B87F-570545352CEB}"/>
          </ac:spMkLst>
        </pc:spChg>
        <pc:picChg chg="add mod">
          <ac:chgData name="Di Mattia Alessandro Edoardo Giorgio David" userId="f8954a66-e5ad-4a1c-9536-1d2117047f5f" providerId="ADAL" clId="{CFBF690A-D719-48D2-92B8-B5819DB24AC8}" dt="2021-08-08T17:28:09.934" v="364" actId="1076"/>
          <ac:picMkLst>
            <pc:docMk/>
            <pc:sldMk cId="879024289" sldId="323"/>
            <ac:picMk id="2" creationId="{A0A31DEA-54EF-463F-98B0-86CBB8B1CBED}"/>
          </ac:picMkLst>
        </pc:picChg>
      </pc:sldChg>
      <pc:sldChg chg="modSp add mod setBg">
        <pc:chgData name="Di Mattia Alessandro Edoardo Giorgio David" userId="f8954a66-e5ad-4a1c-9536-1d2117047f5f" providerId="ADAL" clId="{CFBF690A-D719-48D2-92B8-B5819DB24AC8}" dt="2021-08-08T17:41:53.973" v="775" actId="1076"/>
        <pc:sldMkLst>
          <pc:docMk/>
          <pc:sldMk cId="2507292240" sldId="324"/>
        </pc:sldMkLst>
        <pc:spChg chg="mod">
          <ac:chgData name="Di Mattia Alessandro Edoardo Giorgio David" userId="f8954a66-e5ad-4a1c-9536-1d2117047f5f" providerId="ADAL" clId="{CFBF690A-D719-48D2-92B8-B5819DB24AC8}" dt="2021-08-08T17:41:53.973" v="775" actId="1076"/>
          <ac:spMkLst>
            <pc:docMk/>
            <pc:sldMk cId="2507292240" sldId="324"/>
            <ac:spMk id="5" creationId="{9B3D4137-6E15-473C-A64B-27FDB1D899A6}"/>
          </ac:spMkLst>
        </pc:spChg>
        <pc:spChg chg="mod">
          <ac:chgData name="Di Mattia Alessandro Edoardo Giorgio David" userId="f8954a66-e5ad-4a1c-9536-1d2117047f5f" providerId="ADAL" clId="{CFBF690A-D719-48D2-92B8-B5819DB24AC8}" dt="2021-08-08T17:28:32.286" v="366" actId="14100"/>
          <ac:spMkLst>
            <pc:docMk/>
            <pc:sldMk cId="2507292240" sldId="324"/>
            <ac:spMk id="7" creationId="{1D0C6519-F93A-4E09-9423-7B2AF81BE097}"/>
          </ac:spMkLst>
        </pc:spChg>
        <pc:spChg chg="mod">
          <ac:chgData name="Di Mattia Alessandro Edoardo Giorgio David" userId="f8954a66-e5ad-4a1c-9536-1d2117047f5f" providerId="ADAL" clId="{CFBF690A-D719-48D2-92B8-B5819DB24AC8}" dt="2021-08-08T17:26:55.175" v="333" actId="1076"/>
          <ac:spMkLst>
            <pc:docMk/>
            <pc:sldMk cId="2507292240" sldId="324"/>
            <ac:spMk id="8" creationId="{D772A39C-F542-4550-A73B-9B799493DF91}"/>
          </ac:spMkLst>
        </pc:spChg>
        <pc:spChg chg="mod">
          <ac:chgData name="Di Mattia Alessandro Edoardo Giorgio David" userId="f8954a66-e5ad-4a1c-9536-1d2117047f5f" providerId="ADAL" clId="{CFBF690A-D719-48D2-92B8-B5819DB24AC8}" dt="2021-08-08T17:40:58.531" v="764" actId="108"/>
          <ac:spMkLst>
            <pc:docMk/>
            <pc:sldMk cId="2507292240" sldId="324"/>
            <ac:spMk id="10" creationId="{5D8FFE11-A3B1-42AB-AA3E-5E40F7E2496E}"/>
          </ac:spMkLst>
        </pc:spChg>
        <pc:spChg chg="mod">
          <ac:chgData name="Di Mattia Alessandro Edoardo Giorgio David" userId="f8954a66-e5ad-4a1c-9536-1d2117047f5f" providerId="ADAL" clId="{CFBF690A-D719-48D2-92B8-B5819DB24AC8}" dt="2021-08-08T17:41:02.102" v="765" actId="108"/>
          <ac:spMkLst>
            <pc:docMk/>
            <pc:sldMk cId="2507292240" sldId="324"/>
            <ac:spMk id="12" creationId="{817DCC48-4C4D-4A07-B87F-570545352CEB}"/>
          </ac:spMkLst>
        </pc:spChg>
        <pc:picChg chg="mod">
          <ac:chgData name="Di Mattia Alessandro Edoardo Giorgio David" userId="f8954a66-e5ad-4a1c-9536-1d2117047f5f" providerId="ADAL" clId="{CFBF690A-D719-48D2-92B8-B5819DB24AC8}" dt="2021-08-08T17:27:34.254" v="359" actId="1076"/>
          <ac:picMkLst>
            <pc:docMk/>
            <pc:sldMk cId="2507292240" sldId="324"/>
            <ac:picMk id="2" creationId="{A0A31DEA-54EF-463F-98B0-86CBB8B1CBED}"/>
          </ac:picMkLst>
        </pc:picChg>
      </pc:sldChg>
      <pc:sldChg chg="addSp delSp modSp new mod">
        <pc:chgData name="Di Mattia Alessandro Edoardo Giorgio David" userId="f8954a66-e5ad-4a1c-9536-1d2117047f5f" providerId="ADAL" clId="{CFBF690A-D719-48D2-92B8-B5819DB24AC8}" dt="2021-08-09T10:38:12.375" v="1134" actId="20577"/>
        <pc:sldMkLst>
          <pc:docMk/>
          <pc:sldMk cId="2212003161" sldId="325"/>
        </pc:sldMkLst>
        <pc:spChg chg="add del mod">
          <ac:chgData name="Di Mattia Alessandro Edoardo Giorgio David" userId="f8954a66-e5ad-4a1c-9536-1d2117047f5f" providerId="ADAL" clId="{CFBF690A-D719-48D2-92B8-B5819DB24AC8}" dt="2021-08-08T17:32:17.251" v="515"/>
          <ac:spMkLst>
            <pc:docMk/>
            <pc:sldMk cId="2212003161" sldId="325"/>
            <ac:spMk id="2" creationId="{053F468A-6B00-4E50-B268-FA6901E2578D}"/>
          </ac:spMkLst>
        </pc:spChg>
        <pc:spChg chg="add mod">
          <ac:chgData name="Di Mattia Alessandro Edoardo Giorgio David" userId="f8954a66-e5ad-4a1c-9536-1d2117047f5f" providerId="ADAL" clId="{CFBF690A-D719-48D2-92B8-B5819DB24AC8}" dt="2021-08-09T10:29:43.988" v="1122" actId="20577"/>
          <ac:spMkLst>
            <pc:docMk/>
            <pc:sldMk cId="2212003161" sldId="325"/>
            <ac:spMk id="4" creationId="{4E105DD7-ED18-4D77-BE30-789352B7F98F}"/>
          </ac:spMkLst>
        </pc:spChg>
        <pc:spChg chg="add mod">
          <ac:chgData name="Di Mattia Alessandro Edoardo Giorgio David" userId="f8954a66-e5ad-4a1c-9536-1d2117047f5f" providerId="ADAL" clId="{CFBF690A-D719-48D2-92B8-B5819DB24AC8}" dt="2021-08-08T17:42:35.960" v="784" actId="108"/>
          <ac:spMkLst>
            <pc:docMk/>
            <pc:sldMk cId="2212003161" sldId="325"/>
            <ac:spMk id="5" creationId="{6A4E8D29-91B3-43E5-BA8D-84E17885461E}"/>
          </ac:spMkLst>
        </pc:spChg>
        <pc:spChg chg="add mod">
          <ac:chgData name="Di Mattia Alessandro Edoardo Giorgio David" userId="f8954a66-e5ad-4a1c-9536-1d2117047f5f" providerId="ADAL" clId="{CFBF690A-D719-48D2-92B8-B5819DB24AC8}" dt="2021-08-09T10:38:12.375" v="1134" actId="20577"/>
          <ac:spMkLst>
            <pc:docMk/>
            <pc:sldMk cId="2212003161" sldId="325"/>
            <ac:spMk id="6" creationId="{F804A9CF-DC2A-444F-A1A9-0BEEB91832B5}"/>
          </ac:spMkLst>
        </pc:spChg>
      </pc:sldChg>
      <pc:sldChg chg="addSp modSp new mod modAnim">
        <pc:chgData name="Di Mattia Alessandro Edoardo Giorgio David" userId="f8954a66-e5ad-4a1c-9536-1d2117047f5f" providerId="ADAL" clId="{CFBF690A-D719-48D2-92B8-B5819DB24AC8}" dt="2021-08-08T17:46:20.840" v="903" actId="1076"/>
        <pc:sldMkLst>
          <pc:docMk/>
          <pc:sldMk cId="1071665624" sldId="326"/>
        </pc:sldMkLst>
        <pc:spChg chg="add mod">
          <ac:chgData name="Di Mattia Alessandro Edoardo Giorgio David" userId="f8954a66-e5ad-4a1c-9536-1d2117047f5f" providerId="ADAL" clId="{CFBF690A-D719-48D2-92B8-B5819DB24AC8}" dt="2021-08-08T17:46:20.840" v="903" actId="1076"/>
          <ac:spMkLst>
            <pc:docMk/>
            <pc:sldMk cId="1071665624" sldId="326"/>
            <ac:spMk id="4" creationId="{0F4B1099-4E99-4BF5-AD16-C39C5D90A943}"/>
          </ac:spMkLst>
        </pc:spChg>
        <pc:graphicFrameChg chg="add mod modGraphic">
          <ac:chgData name="Di Mattia Alessandro Edoardo Giorgio David" userId="f8954a66-e5ad-4a1c-9536-1d2117047f5f" providerId="ADAL" clId="{CFBF690A-D719-48D2-92B8-B5819DB24AC8}" dt="2021-08-08T17:44:20.679" v="791" actId="14100"/>
          <ac:graphicFrameMkLst>
            <pc:docMk/>
            <pc:sldMk cId="1071665624" sldId="326"/>
            <ac:graphicFrameMk id="2" creationId="{6EEB5749-7593-43BA-B938-76D1F2534684}"/>
          </ac:graphicFrameMkLst>
        </pc:graphicFrameChg>
      </pc:sldChg>
      <pc:sldChg chg="addSp delSp modSp new mod delAnim modAnim">
        <pc:chgData name="Di Mattia Alessandro Edoardo Giorgio David" userId="f8954a66-e5ad-4a1c-9536-1d2117047f5f" providerId="ADAL" clId="{CFBF690A-D719-48D2-92B8-B5819DB24AC8}" dt="2021-08-08T17:53:56.667" v="1052" actId="21"/>
        <pc:sldMkLst>
          <pc:docMk/>
          <pc:sldMk cId="2140800234" sldId="327"/>
        </pc:sldMkLst>
        <pc:spChg chg="add mod">
          <ac:chgData name="Di Mattia Alessandro Edoardo Giorgio David" userId="f8954a66-e5ad-4a1c-9536-1d2117047f5f" providerId="ADAL" clId="{CFBF690A-D719-48D2-92B8-B5819DB24AC8}" dt="2021-08-08T17:50:29.420" v="1006" actId="122"/>
          <ac:spMkLst>
            <pc:docMk/>
            <pc:sldMk cId="2140800234" sldId="327"/>
            <ac:spMk id="3" creationId="{C22EA0BD-83CD-47CE-879C-B8E676000576}"/>
          </ac:spMkLst>
        </pc:spChg>
        <pc:spChg chg="add del mod">
          <ac:chgData name="Di Mattia Alessandro Edoardo Giorgio David" userId="f8954a66-e5ad-4a1c-9536-1d2117047f5f" providerId="ADAL" clId="{CFBF690A-D719-48D2-92B8-B5819DB24AC8}" dt="2021-08-08T17:53:53.511" v="1051" actId="478"/>
          <ac:spMkLst>
            <pc:docMk/>
            <pc:sldMk cId="2140800234" sldId="327"/>
            <ac:spMk id="5" creationId="{C88AE3D3-E6E7-41FE-B1A4-5DEF776F9451}"/>
          </ac:spMkLst>
        </pc:spChg>
        <pc:spChg chg="add del mod">
          <ac:chgData name="Di Mattia Alessandro Edoardo Giorgio David" userId="f8954a66-e5ad-4a1c-9536-1d2117047f5f" providerId="ADAL" clId="{CFBF690A-D719-48D2-92B8-B5819DB24AC8}" dt="2021-08-08T17:53:56.667" v="1052" actId="21"/>
          <ac:spMkLst>
            <pc:docMk/>
            <pc:sldMk cId="2140800234" sldId="327"/>
            <ac:spMk id="7" creationId="{9AE07881-68E1-48B5-A96C-E07F0AA11531}"/>
          </ac:spMkLst>
        </pc:spChg>
        <pc:graphicFrameChg chg="add mod">
          <ac:chgData name="Di Mattia Alessandro Edoardo Giorgio David" userId="f8954a66-e5ad-4a1c-9536-1d2117047f5f" providerId="ADAL" clId="{CFBF690A-D719-48D2-92B8-B5819DB24AC8}" dt="2021-08-08T17:47:05.493" v="905"/>
          <ac:graphicFrameMkLst>
            <pc:docMk/>
            <pc:sldMk cId="2140800234" sldId="327"/>
            <ac:graphicFrameMk id="2" creationId="{876DC8AA-98E3-43C1-ACE4-6D79802114D8}"/>
          </ac:graphicFrameMkLst>
        </pc:graphicFrameChg>
        <pc:picChg chg="add mod">
          <ac:chgData name="Di Mattia Alessandro Edoardo Giorgio David" userId="f8954a66-e5ad-4a1c-9536-1d2117047f5f" providerId="ADAL" clId="{CFBF690A-D719-48D2-92B8-B5819DB24AC8}" dt="2021-08-08T17:51:25.496" v="1008" actId="1076"/>
          <ac:picMkLst>
            <pc:docMk/>
            <pc:sldMk cId="2140800234" sldId="327"/>
            <ac:picMk id="4" creationId="{11755E01-2AF0-4A03-8D26-D68F2F0651E1}"/>
          </ac:picMkLst>
        </pc:picChg>
        <pc:picChg chg="add del">
          <ac:chgData name="Di Mattia Alessandro Edoardo Giorgio David" userId="f8954a66-e5ad-4a1c-9536-1d2117047f5f" providerId="ADAL" clId="{CFBF690A-D719-48D2-92B8-B5819DB24AC8}" dt="2021-08-08T17:52:57.698" v="1044"/>
          <ac:picMkLst>
            <pc:docMk/>
            <pc:sldMk cId="2140800234" sldId="327"/>
            <ac:picMk id="6" creationId="{35FF09AC-8AE0-4139-BFE7-03A3FF6204A2}"/>
          </ac:picMkLst>
        </pc:picChg>
      </pc:sldChg>
      <pc:sldChg chg="addSp delSp modSp new mod delAnim modAnim">
        <pc:chgData name="Di Mattia Alessandro Edoardo Giorgio David" userId="f8954a66-e5ad-4a1c-9536-1d2117047f5f" providerId="ADAL" clId="{CFBF690A-D719-48D2-92B8-B5819DB24AC8}" dt="2021-08-09T10:35:30.787" v="1123" actId="20577"/>
        <pc:sldMkLst>
          <pc:docMk/>
          <pc:sldMk cId="2741554749" sldId="328"/>
        </pc:sldMkLst>
        <pc:spChg chg="add mod">
          <ac:chgData name="Di Mattia Alessandro Edoardo Giorgio David" userId="f8954a66-e5ad-4a1c-9536-1d2117047f5f" providerId="ADAL" clId="{CFBF690A-D719-48D2-92B8-B5819DB24AC8}" dt="2021-08-09T10:35:30.787" v="1123" actId="20577"/>
          <ac:spMkLst>
            <pc:docMk/>
            <pc:sldMk cId="2741554749" sldId="328"/>
            <ac:spMk id="2" creationId="{56E0AF04-5706-48DE-B45A-8BDA35675443}"/>
          </ac:spMkLst>
        </pc:spChg>
        <pc:spChg chg="add mod">
          <ac:chgData name="Di Mattia Alessandro Edoardo Giorgio David" userId="f8954a66-e5ad-4a1c-9536-1d2117047f5f" providerId="ADAL" clId="{CFBF690A-D719-48D2-92B8-B5819DB24AC8}" dt="2021-08-08T17:56:47.837" v="1065"/>
          <ac:spMkLst>
            <pc:docMk/>
            <pc:sldMk cId="2741554749" sldId="328"/>
            <ac:spMk id="3" creationId="{A3C36983-ECB3-4E34-B9A7-5FA335222AAD}"/>
          </ac:spMkLst>
        </pc:spChg>
        <pc:graphicFrameChg chg="add del mod modGraphic">
          <ac:chgData name="Di Mattia Alessandro Edoardo Giorgio David" userId="f8954a66-e5ad-4a1c-9536-1d2117047f5f" providerId="ADAL" clId="{CFBF690A-D719-48D2-92B8-B5819DB24AC8}" dt="2021-08-09T10:28:18.733" v="1086" actId="478"/>
          <ac:graphicFrameMkLst>
            <pc:docMk/>
            <pc:sldMk cId="2741554749" sldId="328"/>
            <ac:graphicFrameMk id="4" creationId="{79FDAE47-7486-4180-94CF-31DE77B6955E}"/>
          </ac:graphicFrameMkLst>
        </pc:graphicFrameChg>
        <pc:graphicFrameChg chg="add del mod modGraphic">
          <ac:chgData name="Di Mattia Alessandro Edoardo Giorgio David" userId="f8954a66-e5ad-4a1c-9536-1d2117047f5f" providerId="ADAL" clId="{CFBF690A-D719-48D2-92B8-B5819DB24AC8}" dt="2021-08-09T10:28:24.956" v="1090" actId="478"/>
          <ac:graphicFrameMkLst>
            <pc:docMk/>
            <pc:sldMk cId="2741554749" sldId="328"/>
            <ac:graphicFrameMk id="6" creationId="{70435F5D-8374-40BE-BB6F-AA2FEE96AD3B}"/>
          </ac:graphicFrameMkLst>
        </pc:graphicFrameChg>
        <pc:graphicFrameChg chg="add mod modGraphic">
          <ac:chgData name="Di Mattia Alessandro Edoardo Giorgio David" userId="f8954a66-e5ad-4a1c-9536-1d2117047f5f" providerId="ADAL" clId="{CFBF690A-D719-48D2-92B8-B5819DB24AC8}" dt="2021-08-09T10:28:51.990" v="1095" actId="1076"/>
          <ac:graphicFrameMkLst>
            <pc:docMk/>
            <pc:sldMk cId="2741554749" sldId="328"/>
            <ac:graphicFrameMk id="7" creationId="{3960835B-A40E-4F95-A75D-58967E7A1CC5}"/>
          </ac:graphicFrameMkLst>
        </pc:graphicFrameChg>
        <pc:picChg chg="add del mod">
          <ac:chgData name="Di Mattia Alessandro Edoardo Giorgio David" userId="f8954a66-e5ad-4a1c-9536-1d2117047f5f" providerId="ADAL" clId="{CFBF690A-D719-48D2-92B8-B5819DB24AC8}" dt="2021-08-09T10:28:20.010" v="1087" actId="478"/>
          <ac:picMkLst>
            <pc:docMk/>
            <pc:sldMk cId="2741554749" sldId="328"/>
            <ac:picMk id="5" creationId="{B3E64F8E-DA85-430C-B345-FA8C8ED7D2E6}"/>
          </ac:picMkLst>
        </pc:picChg>
      </pc:sldChg>
      <pc:sldChg chg="addSp delSp modSp new mod modAnim">
        <pc:chgData name="Di Mattia Alessandro Edoardo Giorgio David" userId="f8954a66-e5ad-4a1c-9536-1d2117047f5f" providerId="ADAL" clId="{CFBF690A-D719-48D2-92B8-B5819DB24AC8}" dt="2021-08-09T15:12:35.814" v="1839" actId="20577"/>
        <pc:sldMkLst>
          <pc:docMk/>
          <pc:sldMk cId="1026349041" sldId="329"/>
        </pc:sldMkLst>
        <pc:spChg chg="add mod">
          <ac:chgData name="Di Mattia Alessandro Edoardo Giorgio David" userId="f8954a66-e5ad-4a1c-9536-1d2117047f5f" providerId="ADAL" clId="{CFBF690A-D719-48D2-92B8-B5819DB24AC8}" dt="2021-08-09T15:12:35.814" v="1839" actId="20577"/>
          <ac:spMkLst>
            <pc:docMk/>
            <pc:sldMk cId="1026349041" sldId="329"/>
            <ac:spMk id="4" creationId="{987EDC07-C130-431E-8952-20B6CF56FEC3}"/>
          </ac:spMkLst>
        </pc:spChg>
        <pc:spChg chg="add mod">
          <ac:chgData name="Di Mattia Alessandro Edoardo Giorgio David" userId="f8954a66-e5ad-4a1c-9536-1d2117047f5f" providerId="ADAL" clId="{CFBF690A-D719-48D2-92B8-B5819DB24AC8}" dt="2021-08-09T14:15:52.987" v="1303" actId="113"/>
          <ac:spMkLst>
            <pc:docMk/>
            <pc:sldMk cId="1026349041" sldId="329"/>
            <ac:spMk id="5" creationId="{4BA48415-D8CB-43C1-B67C-49183FBD0368}"/>
          </ac:spMkLst>
        </pc:spChg>
        <pc:spChg chg="add mod">
          <ac:chgData name="Di Mattia Alessandro Edoardo Giorgio David" userId="f8954a66-e5ad-4a1c-9536-1d2117047f5f" providerId="ADAL" clId="{CFBF690A-D719-48D2-92B8-B5819DB24AC8}" dt="2021-08-09T14:16:07.942" v="1316" actId="20577"/>
          <ac:spMkLst>
            <pc:docMk/>
            <pc:sldMk cId="1026349041" sldId="329"/>
            <ac:spMk id="6" creationId="{7633950F-2995-4718-9772-8F6F21C33A2B}"/>
          </ac:spMkLst>
        </pc:spChg>
        <pc:spChg chg="add mod">
          <ac:chgData name="Di Mattia Alessandro Edoardo Giorgio David" userId="f8954a66-e5ad-4a1c-9536-1d2117047f5f" providerId="ADAL" clId="{CFBF690A-D719-48D2-92B8-B5819DB24AC8}" dt="2021-08-09T10:51:06.588" v="1183" actId="1076"/>
          <ac:spMkLst>
            <pc:docMk/>
            <pc:sldMk cId="1026349041" sldId="329"/>
            <ac:spMk id="7" creationId="{651C318D-C586-4D9D-9D0E-5C0AC43A050B}"/>
          </ac:spMkLst>
        </pc:spChg>
        <pc:picChg chg="add del mod">
          <ac:chgData name="Di Mattia Alessandro Edoardo Giorgio David" userId="f8954a66-e5ad-4a1c-9536-1d2117047f5f" providerId="ADAL" clId="{CFBF690A-D719-48D2-92B8-B5819DB24AC8}" dt="2021-08-09T10:44:42.610" v="1137" actId="478"/>
          <ac:picMkLst>
            <pc:docMk/>
            <pc:sldMk cId="1026349041" sldId="329"/>
            <ac:picMk id="2" creationId="{D0354408-0743-4BA8-B210-509B7E792CAA}"/>
          </ac:picMkLst>
        </pc:picChg>
        <pc:picChg chg="add mod">
          <ac:chgData name="Di Mattia Alessandro Edoardo Giorgio David" userId="f8954a66-e5ad-4a1c-9536-1d2117047f5f" providerId="ADAL" clId="{CFBF690A-D719-48D2-92B8-B5819DB24AC8}" dt="2021-08-09T10:44:49.207" v="1139" actId="1076"/>
          <ac:picMkLst>
            <pc:docMk/>
            <pc:sldMk cId="1026349041" sldId="329"/>
            <ac:picMk id="3" creationId="{4A0BF7A2-344A-4B0D-BEB9-49E1BBA1FD3F}"/>
          </ac:picMkLst>
        </pc:picChg>
      </pc:sldChg>
      <pc:sldChg chg="addSp delSp modSp new mod modClrScheme modAnim chgLayout">
        <pc:chgData name="Di Mattia Alessandro Edoardo Giorgio David" userId="f8954a66-e5ad-4a1c-9536-1d2117047f5f" providerId="ADAL" clId="{CFBF690A-D719-48D2-92B8-B5819DB24AC8}" dt="2021-08-09T14:26:57.215" v="1340" actId="20577"/>
        <pc:sldMkLst>
          <pc:docMk/>
          <pc:sldMk cId="2892898324" sldId="330"/>
        </pc:sldMkLst>
        <pc:spChg chg="add mod">
          <ac:chgData name="Di Mattia Alessandro Edoardo Giorgio David" userId="f8954a66-e5ad-4a1c-9536-1d2117047f5f" providerId="ADAL" clId="{CFBF690A-D719-48D2-92B8-B5819DB24AC8}" dt="2021-08-09T14:26:57.215" v="1340" actId="20577"/>
          <ac:spMkLst>
            <pc:docMk/>
            <pc:sldMk cId="2892898324" sldId="330"/>
            <ac:spMk id="2" creationId="{376A20E8-0080-4E6F-885C-CB0C938C88E4}"/>
          </ac:spMkLst>
        </pc:spChg>
        <pc:spChg chg="add del mod">
          <ac:chgData name="Di Mattia Alessandro Edoardo Giorgio David" userId="f8954a66-e5ad-4a1c-9536-1d2117047f5f" providerId="ADAL" clId="{CFBF690A-D719-48D2-92B8-B5819DB24AC8}" dt="2021-08-09T11:04:20.188" v="1192"/>
          <ac:spMkLst>
            <pc:docMk/>
            <pc:sldMk cId="2892898324" sldId="330"/>
            <ac:spMk id="8" creationId="{A5416496-9236-4DBD-82D1-6A95A319B1CA}"/>
          </ac:spMkLst>
        </pc:spChg>
        <pc:spChg chg="add del mod">
          <ac:chgData name="Di Mattia Alessandro Edoardo Giorgio David" userId="f8954a66-e5ad-4a1c-9536-1d2117047f5f" providerId="ADAL" clId="{CFBF690A-D719-48D2-92B8-B5819DB24AC8}" dt="2021-08-09T11:04:20.188" v="1192"/>
          <ac:spMkLst>
            <pc:docMk/>
            <pc:sldMk cId="2892898324" sldId="330"/>
            <ac:spMk id="9" creationId="{A3AA9FF8-637A-444F-BC41-94A30890340B}"/>
          </ac:spMkLst>
        </pc:spChg>
        <pc:spChg chg="add del mod">
          <ac:chgData name="Di Mattia Alessandro Edoardo Giorgio David" userId="f8954a66-e5ad-4a1c-9536-1d2117047f5f" providerId="ADAL" clId="{CFBF690A-D719-48D2-92B8-B5819DB24AC8}" dt="2021-08-09T11:04:20.188" v="1192"/>
          <ac:spMkLst>
            <pc:docMk/>
            <pc:sldMk cId="2892898324" sldId="330"/>
            <ac:spMk id="10" creationId="{59886D3F-95C7-4956-AD17-B6F928922752}"/>
          </ac:spMkLst>
        </pc:spChg>
        <pc:spChg chg="add del mod">
          <ac:chgData name="Di Mattia Alessandro Edoardo Giorgio David" userId="f8954a66-e5ad-4a1c-9536-1d2117047f5f" providerId="ADAL" clId="{CFBF690A-D719-48D2-92B8-B5819DB24AC8}" dt="2021-08-09T11:04:20.188" v="1192"/>
          <ac:spMkLst>
            <pc:docMk/>
            <pc:sldMk cId="2892898324" sldId="330"/>
            <ac:spMk id="11" creationId="{7534BEBF-DD5F-4FFD-A264-16D5029F761B}"/>
          </ac:spMkLst>
        </pc:spChg>
        <pc:spChg chg="add del mod">
          <ac:chgData name="Di Mattia Alessandro Edoardo Giorgio David" userId="f8954a66-e5ad-4a1c-9536-1d2117047f5f" providerId="ADAL" clId="{CFBF690A-D719-48D2-92B8-B5819DB24AC8}" dt="2021-08-09T11:04:20.188" v="1192"/>
          <ac:spMkLst>
            <pc:docMk/>
            <pc:sldMk cId="2892898324" sldId="330"/>
            <ac:spMk id="12" creationId="{7D2F5234-C9C6-4013-98C5-159E60B99B34}"/>
          </ac:spMkLst>
        </pc:spChg>
        <pc:spChg chg="add del mod">
          <ac:chgData name="Di Mattia Alessandro Edoardo Giorgio David" userId="f8954a66-e5ad-4a1c-9536-1d2117047f5f" providerId="ADAL" clId="{CFBF690A-D719-48D2-92B8-B5819DB24AC8}" dt="2021-08-09T11:04:20.188" v="1192"/>
          <ac:spMkLst>
            <pc:docMk/>
            <pc:sldMk cId="2892898324" sldId="330"/>
            <ac:spMk id="13" creationId="{8A22D28E-AC6C-41B1-857D-B61324DAB068}"/>
          </ac:spMkLst>
        </pc:spChg>
        <pc:spChg chg="add del mod">
          <ac:chgData name="Di Mattia Alessandro Edoardo Giorgio David" userId="f8954a66-e5ad-4a1c-9536-1d2117047f5f" providerId="ADAL" clId="{CFBF690A-D719-48D2-92B8-B5819DB24AC8}" dt="2021-08-09T11:04:20.188" v="1192"/>
          <ac:spMkLst>
            <pc:docMk/>
            <pc:sldMk cId="2892898324" sldId="330"/>
            <ac:spMk id="14" creationId="{E93EB8F5-768E-46A0-AAC4-9B9F3C1EFC04}"/>
          </ac:spMkLst>
        </pc:spChg>
        <pc:spChg chg="add del mod">
          <ac:chgData name="Di Mattia Alessandro Edoardo Giorgio David" userId="f8954a66-e5ad-4a1c-9536-1d2117047f5f" providerId="ADAL" clId="{CFBF690A-D719-48D2-92B8-B5819DB24AC8}" dt="2021-08-09T11:04:20.188" v="1192"/>
          <ac:spMkLst>
            <pc:docMk/>
            <pc:sldMk cId="2892898324" sldId="330"/>
            <ac:spMk id="15" creationId="{6473ABBE-5B9B-420D-A6A8-78F735B028FF}"/>
          </ac:spMkLst>
        </pc:spChg>
        <pc:spChg chg="add del mod">
          <ac:chgData name="Di Mattia Alessandro Edoardo Giorgio David" userId="f8954a66-e5ad-4a1c-9536-1d2117047f5f" providerId="ADAL" clId="{CFBF690A-D719-48D2-92B8-B5819DB24AC8}" dt="2021-08-09T11:04:20.188" v="1192"/>
          <ac:spMkLst>
            <pc:docMk/>
            <pc:sldMk cId="2892898324" sldId="330"/>
            <ac:spMk id="18" creationId="{DE035E5B-E49A-4E7D-8B8A-21909F524B70}"/>
          </ac:spMkLst>
        </pc:spChg>
        <pc:spChg chg="add del mod">
          <ac:chgData name="Di Mattia Alessandro Edoardo Giorgio David" userId="f8954a66-e5ad-4a1c-9536-1d2117047f5f" providerId="ADAL" clId="{CFBF690A-D719-48D2-92B8-B5819DB24AC8}" dt="2021-08-09T11:04:20.188" v="1192"/>
          <ac:spMkLst>
            <pc:docMk/>
            <pc:sldMk cId="2892898324" sldId="330"/>
            <ac:spMk id="19" creationId="{6B394C40-0C91-4B6C-AB58-7E09A78A3A31}"/>
          </ac:spMkLst>
        </pc:spChg>
        <pc:spChg chg="add del mod">
          <ac:chgData name="Di Mattia Alessandro Edoardo Giorgio David" userId="f8954a66-e5ad-4a1c-9536-1d2117047f5f" providerId="ADAL" clId="{CFBF690A-D719-48D2-92B8-B5819DB24AC8}" dt="2021-08-09T11:04:20.188" v="1192"/>
          <ac:spMkLst>
            <pc:docMk/>
            <pc:sldMk cId="2892898324" sldId="330"/>
            <ac:spMk id="20" creationId="{3B580C25-4815-413D-968D-71996D758362}"/>
          </ac:spMkLst>
        </pc:spChg>
        <pc:spChg chg="add del mod">
          <ac:chgData name="Di Mattia Alessandro Edoardo Giorgio David" userId="f8954a66-e5ad-4a1c-9536-1d2117047f5f" providerId="ADAL" clId="{CFBF690A-D719-48D2-92B8-B5819DB24AC8}" dt="2021-08-09T11:04:20.188" v="1192"/>
          <ac:spMkLst>
            <pc:docMk/>
            <pc:sldMk cId="2892898324" sldId="330"/>
            <ac:spMk id="21" creationId="{9F18590E-ED48-4206-B829-46FB6CB98B8E}"/>
          </ac:spMkLst>
        </pc:spChg>
        <pc:spChg chg="add del mod">
          <ac:chgData name="Di Mattia Alessandro Edoardo Giorgio David" userId="f8954a66-e5ad-4a1c-9536-1d2117047f5f" providerId="ADAL" clId="{CFBF690A-D719-48D2-92B8-B5819DB24AC8}" dt="2021-08-09T11:04:20.188" v="1192"/>
          <ac:spMkLst>
            <pc:docMk/>
            <pc:sldMk cId="2892898324" sldId="330"/>
            <ac:spMk id="24" creationId="{0DB23D63-DD70-44FF-A790-2BE198204E3F}"/>
          </ac:spMkLst>
        </pc:spChg>
        <pc:spChg chg="add del mod">
          <ac:chgData name="Di Mattia Alessandro Edoardo Giorgio David" userId="f8954a66-e5ad-4a1c-9536-1d2117047f5f" providerId="ADAL" clId="{CFBF690A-D719-48D2-92B8-B5819DB24AC8}" dt="2021-08-09T11:04:20.188" v="1192"/>
          <ac:spMkLst>
            <pc:docMk/>
            <pc:sldMk cId="2892898324" sldId="330"/>
            <ac:spMk id="25" creationId="{5F015413-6766-4E57-9ADB-27DFAC10D061}"/>
          </ac:spMkLst>
        </pc:spChg>
        <pc:spChg chg="add del mod">
          <ac:chgData name="Di Mattia Alessandro Edoardo Giorgio David" userId="f8954a66-e5ad-4a1c-9536-1d2117047f5f" providerId="ADAL" clId="{CFBF690A-D719-48D2-92B8-B5819DB24AC8}" dt="2021-08-09T11:04:20.188" v="1192"/>
          <ac:spMkLst>
            <pc:docMk/>
            <pc:sldMk cId="2892898324" sldId="330"/>
            <ac:spMk id="27" creationId="{19CC77A6-6E1C-4F8B-89F6-C2F548D3396F}"/>
          </ac:spMkLst>
        </pc:spChg>
        <pc:spChg chg="add mod">
          <ac:chgData name="Di Mattia Alessandro Edoardo Giorgio David" userId="f8954a66-e5ad-4a1c-9536-1d2117047f5f" providerId="ADAL" clId="{CFBF690A-D719-48D2-92B8-B5819DB24AC8}" dt="2021-08-09T11:14:29.066" v="1302" actId="20577"/>
          <ac:spMkLst>
            <pc:docMk/>
            <pc:sldMk cId="2892898324" sldId="330"/>
            <ac:spMk id="29" creationId="{F03B629E-348D-4450-8ED8-F595BA048C88}"/>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0" creationId="{C05059BB-A12A-483C-B528-649D3F49A36C}"/>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1" creationId="{4DEF32E2-291C-4D35-97F0-AF3334E27C08}"/>
          </ac:spMkLst>
        </pc:spChg>
        <pc:picChg chg="add del">
          <ac:chgData name="Di Mattia Alessandro Edoardo Giorgio David" userId="f8954a66-e5ad-4a1c-9536-1d2117047f5f" providerId="ADAL" clId="{CFBF690A-D719-48D2-92B8-B5819DB24AC8}" dt="2021-08-09T11:04:02.376" v="1188"/>
          <ac:picMkLst>
            <pc:docMk/>
            <pc:sldMk cId="2892898324" sldId="330"/>
            <ac:picMk id="3" creationId="{31BDA1D8-0112-41CA-B0A3-E60A72E41ED3}"/>
          </ac:picMkLst>
        </pc:picChg>
        <pc:picChg chg="add mod">
          <ac:chgData name="Di Mattia Alessandro Edoardo Giorgio David" userId="f8954a66-e5ad-4a1c-9536-1d2117047f5f" providerId="ADAL" clId="{CFBF690A-D719-48D2-92B8-B5819DB24AC8}" dt="2021-08-09T11:04:30.310" v="1194" actId="1076"/>
          <ac:picMkLst>
            <pc:docMk/>
            <pc:sldMk cId="2892898324" sldId="330"/>
            <ac:picMk id="28" creationId="{72E4D6E6-D737-4175-BAEA-F6B55F2062DE}"/>
          </ac:picMkLst>
        </pc:picChg>
        <pc:cxnChg chg="add del mod">
          <ac:chgData name="Di Mattia Alessandro Edoardo Giorgio David" userId="f8954a66-e5ad-4a1c-9536-1d2117047f5f" providerId="ADAL" clId="{CFBF690A-D719-48D2-92B8-B5819DB24AC8}" dt="2021-08-09T11:04:20.188" v="1192"/>
          <ac:cxnSpMkLst>
            <pc:docMk/>
            <pc:sldMk cId="2892898324" sldId="330"/>
            <ac:cxnSpMk id="4" creationId="{03A9EC22-0B42-4BBA-AE61-2871EFD887D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5" creationId="{9B49AB2B-1C8D-4B58-9499-C51E454B10C4}"/>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6" creationId="{EB1973C9-5192-4E82-8DD9-3C75FB77D5D5}"/>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7" creationId="{74987818-4BCD-4BF9-9E63-89AC25200BC9}"/>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6" creationId="{D653E655-D1FE-4DA9-A1D1-0D3935939F4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7" creationId="{DF630E6E-1E01-49D6-820D-9AD55D37F952}"/>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2" creationId="{DAA2EDCB-CAEB-4470-92E9-44CF17DB2AB1}"/>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3" creationId="{26248D7F-5C05-4014-B09B-60D7F69EA140}"/>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6" creationId="{3746B332-18D5-4F4E-A0A8-5FD1058D89C2}"/>
          </ac:cxnSpMkLst>
        </pc:cxnChg>
      </pc:sldChg>
      <pc:sldChg chg="addSp delSp modSp new mod modClrScheme modAnim chgLayout">
        <pc:chgData name="Di Mattia Alessandro Edoardo Giorgio David" userId="f8954a66-e5ad-4a1c-9536-1d2117047f5f" providerId="ADAL" clId="{CFBF690A-D719-48D2-92B8-B5819DB24AC8}" dt="2021-08-09T15:08:40.114" v="1827" actId="20577"/>
        <pc:sldMkLst>
          <pc:docMk/>
          <pc:sldMk cId="3188304425" sldId="331"/>
        </pc:sldMkLst>
        <pc:spChg chg="add del mod">
          <ac:chgData name="Di Mattia Alessandro Edoardo Giorgio David" userId="f8954a66-e5ad-4a1c-9536-1d2117047f5f" providerId="ADAL" clId="{CFBF690A-D719-48D2-92B8-B5819DB24AC8}" dt="2021-08-09T14:30:43.977" v="1397" actId="478"/>
          <ac:spMkLst>
            <pc:docMk/>
            <pc:sldMk cId="3188304425" sldId="331"/>
            <ac:spMk id="2" creationId="{CDEFFC8B-D382-4556-8CC2-B7D53C9AA4E1}"/>
          </ac:spMkLst>
        </pc:spChg>
        <pc:spChg chg="add del mod">
          <ac:chgData name="Di Mattia Alessandro Edoardo Giorgio David" userId="f8954a66-e5ad-4a1c-9536-1d2117047f5f" providerId="ADAL" clId="{CFBF690A-D719-48D2-92B8-B5819DB24AC8}" dt="2021-08-09T14:27:39.535" v="1343"/>
          <ac:spMkLst>
            <pc:docMk/>
            <pc:sldMk cId="3188304425" sldId="331"/>
            <ac:spMk id="3" creationId="{92112D97-C846-4A99-8D71-F81FAE59572B}"/>
          </ac:spMkLst>
        </pc:spChg>
        <pc:spChg chg="add mod ord">
          <ac:chgData name="Di Mattia Alessandro Edoardo Giorgio David" userId="f8954a66-e5ad-4a1c-9536-1d2117047f5f" providerId="ADAL" clId="{CFBF690A-D719-48D2-92B8-B5819DB24AC8}" dt="2021-08-09T14:31:01.756" v="1399" actId="1076"/>
          <ac:spMkLst>
            <pc:docMk/>
            <pc:sldMk cId="3188304425" sldId="331"/>
            <ac:spMk id="4" creationId="{F2303436-C45C-4B2E-B14E-30FF81694386}"/>
          </ac:spMkLst>
        </pc:spChg>
        <pc:spChg chg="add mod">
          <ac:chgData name="Di Mattia Alessandro Edoardo Giorgio David" userId="f8954a66-e5ad-4a1c-9536-1d2117047f5f" providerId="ADAL" clId="{CFBF690A-D719-48D2-92B8-B5819DB24AC8}" dt="2021-08-09T15:08:40.114" v="1827" actId="20577"/>
          <ac:spMkLst>
            <pc:docMk/>
            <pc:sldMk cId="3188304425" sldId="331"/>
            <ac:spMk id="5" creationId="{03C674BE-6751-4189-8E9B-74929348ABB7}"/>
          </ac:spMkLst>
        </pc:spChg>
        <pc:spChg chg="add del mod">
          <ac:chgData name="Di Mattia Alessandro Edoardo Giorgio David" userId="f8954a66-e5ad-4a1c-9536-1d2117047f5f" providerId="ADAL" clId="{CFBF690A-D719-48D2-92B8-B5819DB24AC8}" dt="2021-08-09T14:30:57.701" v="1398" actId="700"/>
          <ac:spMkLst>
            <pc:docMk/>
            <pc:sldMk cId="3188304425" sldId="331"/>
            <ac:spMk id="8" creationId="{18D2EAB0-1281-4C92-8167-0873964CB047}"/>
          </ac:spMkLst>
        </pc:spChg>
        <pc:picChg chg="add mod">
          <ac:chgData name="Di Mattia Alessandro Edoardo Giorgio David" userId="f8954a66-e5ad-4a1c-9536-1d2117047f5f" providerId="ADAL" clId="{CFBF690A-D719-48D2-92B8-B5819DB24AC8}" dt="2021-08-09T14:31:05.582" v="1401" actId="14100"/>
          <ac:picMkLst>
            <pc:docMk/>
            <pc:sldMk cId="3188304425" sldId="331"/>
            <ac:picMk id="6" creationId="{B8065D7D-9B8F-4D8E-ACE2-63DB2C740530}"/>
          </ac:picMkLst>
        </pc:picChg>
      </pc:sldChg>
      <pc:sldChg chg="addSp delSp modSp new mod">
        <pc:chgData name="Di Mattia Alessandro Edoardo Giorgio David" userId="f8954a66-e5ad-4a1c-9536-1d2117047f5f" providerId="ADAL" clId="{CFBF690A-D719-48D2-92B8-B5819DB24AC8}" dt="2021-08-09T14:42:50.648" v="1490" actId="1076"/>
        <pc:sldMkLst>
          <pc:docMk/>
          <pc:sldMk cId="3922909339" sldId="332"/>
        </pc:sldMkLst>
        <pc:spChg chg="mod">
          <ac:chgData name="Di Mattia Alessandro Edoardo Giorgio David" userId="f8954a66-e5ad-4a1c-9536-1d2117047f5f" providerId="ADAL" clId="{CFBF690A-D719-48D2-92B8-B5819DB24AC8}" dt="2021-08-09T14:31:17.227" v="1404" actId="20577"/>
          <ac:spMkLst>
            <pc:docMk/>
            <pc:sldMk cId="3922909339" sldId="332"/>
            <ac:spMk id="2" creationId="{C88B502F-7BAF-4520-B5DE-BA944E962A37}"/>
          </ac:spMkLst>
        </pc:spChg>
        <pc:spChg chg="del">
          <ac:chgData name="Di Mattia Alessandro Edoardo Giorgio David" userId="f8954a66-e5ad-4a1c-9536-1d2117047f5f" providerId="ADAL" clId="{CFBF690A-D719-48D2-92B8-B5819DB24AC8}" dt="2021-08-09T14:38:02.899" v="1431"/>
          <ac:spMkLst>
            <pc:docMk/>
            <pc:sldMk cId="3922909339" sldId="332"/>
            <ac:spMk id="3" creationId="{AF2E8C1F-EE6E-4D85-9549-AD3488D74A8E}"/>
          </ac:spMkLst>
        </pc:spChg>
        <pc:spChg chg="add mod">
          <ac:chgData name="Di Mattia Alessandro Edoardo Giorgio David" userId="f8954a66-e5ad-4a1c-9536-1d2117047f5f" providerId="ADAL" clId="{CFBF690A-D719-48D2-92B8-B5819DB24AC8}" dt="2021-08-09T14:39:19.405" v="1476" actId="20577"/>
          <ac:spMkLst>
            <pc:docMk/>
            <pc:sldMk cId="3922909339" sldId="332"/>
            <ac:spMk id="4" creationId="{06517CCA-98F8-454B-B0DE-A108925C30A1}"/>
          </ac:spMkLst>
        </pc:spChg>
        <pc:picChg chg="add del mod">
          <ac:chgData name="Di Mattia Alessandro Edoardo Giorgio David" userId="f8954a66-e5ad-4a1c-9536-1d2117047f5f" providerId="ADAL" clId="{CFBF690A-D719-48D2-92B8-B5819DB24AC8}" dt="2021-08-09T14:41:36.558" v="1482" actId="21"/>
          <ac:picMkLst>
            <pc:docMk/>
            <pc:sldMk cId="3922909339" sldId="332"/>
            <ac:picMk id="5" creationId="{72C56154-7785-4249-A305-FB450B6A6A22}"/>
          </ac:picMkLst>
        </pc:picChg>
        <pc:picChg chg="add mod">
          <ac:chgData name="Di Mattia Alessandro Edoardo Giorgio David" userId="f8954a66-e5ad-4a1c-9536-1d2117047f5f" providerId="ADAL" clId="{CFBF690A-D719-48D2-92B8-B5819DB24AC8}" dt="2021-08-09T14:42:50.648" v="1490" actId="1076"/>
          <ac:picMkLst>
            <pc:docMk/>
            <pc:sldMk cId="3922909339" sldId="332"/>
            <ac:picMk id="6" creationId="{DBA80245-BC9D-4BD0-B7C2-DBC234FA13C4}"/>
          </ac:picMkLst>
        </pc:picChg>
      </pc:sldChg>
      <pc:sldChg chg="addSp modSp new mod modClrScheme chgLayout">
        <pc:chgData name="Di Mattia Alessandro Edoardo Giorgio David" userId="f8954a66-e5ad-4a1c-9536-1d2117047f5f" providerId="ADAL" clId="{CFBF690A-D719-48D2-92B8-B5819DB24AC8}" dt="2021-08-09T15:06:58.774" v="1826" actId="20577"/>
        <pc:sldMkLst>
          <pc:docMk/>
          <pc:sldMk cId="1049072842" sldId="333"/>
        </pc:sldMkLst>
        <pc:spChg chg="add mod">
          <ac:chgData name="Di Mattia Alessandro Edoardo Giorgio David" userId="f8954a66-e5ad-4a1c-9536-1d2117047f5f" providerId="ADAL" clId="{CFBF690A-D719-48D2-92B8-B5819DB24AC8}" dt="2021-08-09T14:32:36.658" v="1428" actId="122"/>
          <ac:spMkLst>
            <pc:docMk/>
            <pc:sldMk cId="1049072842" sldId="333"/>
            <ac:spMk id="2" creationId="{61FC6002-6461-40FF-B287-11F3E4FEAADD}"/>
          </ac:spMkLst>
        </pc:spChg>
        <pc:spChg chg="add mod">
          <ac:chgData name="Di Mattia Alessandro Edoardo Giorgio David" userId="f8954a66-e5ad-4a1c-9536-1d2117047f5f" providerId="ADAL" clId="{CFBF690A-D719-48D2-92B8-B5819DB24AC8}" dt="2021-08-09T15:06:58.774" v="1826" actId="20577"/>
          <ac:spMkLst>
            <pc:docMk/>
            <pc:sldMk cId="1049072842" sldId="333"/>
            <ac:spMk id="3" creationId="{D17F2EA0-EA8D-4305-8C87-36045BBC7A40}"/>
          </ac:spMkLst>
        </pc:spChg>
      </pc:sldChg>
      <pc:sldChg chg="addSp delSp modSp new mod modClrScheme modAnim chgLayout">
        <pc:chgData name="Di Mattia Alessandro Edoardo Giorgio David" userId="f8954a66-e5ad-4a1c-9536-1d2117047f5f" providerId="ADAL" clId="{CFBF690A-D719-48D2-92B8-B5819DB24AC8}" dt="2021-08-09T15:21:10.123" v="1841" actId="20577"/>
        <pc:sldMkLst>
          <pc:docMk/>
          <pc:sldMk cId="2210811804" sldId="334"/>
        </pc:sldMkLst>
        <pc:spChg chg="del">
          <ac:chgData name="Di Mattia Alessandro Edoardo Giorgio David" userId="f8954a66-e5ad-4a1c-9536-1d2117047f5f" providerId="ADAL" clId="{CFBF690A-D719-48D2-92B8-B5819DB24AC8}" dt="2021-08-09T14:41:42.530" v="1483" actId="700"/>
          <ac:spMkLst>
            <pc:docMk/>
            <pc:sldMk cId="2210811804" sldId="334"/>
            <ac:spMk id="2" creationId="{6FEE1349-2CA4-4854-82C1-44EF09D1E21D}"/>
          </ac:spMkLst>
        </pc:spChg>
        <pc:spChg chg="del">
          <ac:chgData name="Di Mattia Alessandro Edoardo Giorgio David" userId="f8954a66-e5ad-4a1c-9536-1d2117047f5f" providerId="ADAL" clId="{CFBF690A-D719-48D2-92B8-B5819DB24AC8}" dt="2021-08-09T14:41:42.530" v="1483" actId="700"/>
          <ac:spMkLst>
            <pc:docMk/>
            <pc:sldMk cId="2210811804" sldId="334"/>
            <ac:spMk id="3" creationId="{B7DADE0C-CD18-409F-9D36-5DF9FE8C3AFE}"/>
          </ac:spMkLst>
        </pc:spChg>
        <pc:spChg chg="add mod">
          <ac:chgData name="Di Mattia Alessandro Edoardo Giorgio David" userId="f8954a66-e5ad-4a1c-9536-1d2117047f5f" providerId="ADAL" clId="{CFBF690A-D719-48D2-92B8-B5819DB24AC8}" dt="2021-08-09T15:21:10.123" v="1841" actId="20577"/>
          <ac:spMkLst>
            <pc:docMk/>
            <pc:sldMk cId="2210811804" sldId="334"/>
            <ac:spMk id="6" creationId="{41EA1939-30E4-4F33-BE35-58FD4DBC9375}"/>
          </ac:spMkLst>
        </pc:spChg>
        <pc:picChg chg="add del mod">
          <ac:chgData name="Di Mattia Alessandro Edoardo Giorgio David" userId="f8954a66-e5ad-4a1c-9536-1d2117047f5f" providerId="ADAL" clId="{CFBF690A-D719-48D2-92B8-B5819DB24AC8}" dt="2021-08-09T14:42:23.100" v="1486" actId="478"/>
          <ac:picMkLst>
            <pc:docMk/>
            <pc:sldMk cId="2210811804" sldId="334"/>
            <ac:picMk id="4" creationId="{24605447-37D4-404E-99ED-902EE2D8B922}"/>
          </ac:picMkLst>
        </pc:picChg>
        <pc:picChg chg="add mod">
          <ac:chgData name="Di Mattia Alessandro Edoardo Giorgio David" userId="f8954a66-e5ad-4a1c-9536-1d2117047f5f" providerId="ADAL" clId="{CFBF690A-D719-48D2-92B8-B5819DB24AC8}" dt="2021-08-09T14:42:37.777" v="1488" actId="14100"/>
          <ac:picMkLst>
            <pc:docMk/>
            <pc:sldMk cId="2210811804" sldId="334"/>
            <ac:picMk id="5" creationId="{C8173CEE-5733-4F06-8846-1F044EF62DF3}"/>
          </ac:picMkLst>
        </pc:picChg>
      </pc:sldChg>
      <pc:sldChg chg="addSp delSp modSp new mod modClrScheme chgLayout">
        <pc:chgData name="Di Mattia Alessandro Edoardo Giorgio David" userId="f8954a66-e5ad-4a1c-9536-1d2117047f5f" providerId="ADAL" clId="{CFBF690A-D719-48D2-92B8-B5819DB24AC8}" dt="2021-08-09T14:50:54.091" v="1624" actId="1076"/>
        <pc:sldMkLst>
          <pc:docMk/>
          <pc:sldMk cId="2200792181" sldId="335"/>
        </pc:sldMkLst>
        <pc:spChg chg="add mod">
          <ac:chgData name="Di Mattia Alessandro Edoardo Giorgio David" userId="f8954a66-e5ad-4a1c-9536-1d2117047f5f" providerId="ADAL" clId="{CFBF690A-D719-48D2-92B8-B5819DB24AC8}" dt="2021-08-09T14:45:44.476" v="1512" actId="122"/>
          <ac:spMkLst>
            <pc:docMk/>
            <pc:sldMk cId="2200792181" sldId="335"/>
            <ac:spMk id="2" creationId="{FCF4069D-6886-4790-A116-B041AE894394}"/>
          </ac:spMkLst>
        </pc:spChg>
        <pc:spChg chg="add mod">
          <ac:chgData name="Di Mattia Alessandro Edoardo Giorgio David" userId="f8954a66-e5ad-4a1c-9536-1d2117047f5f" providerId="ADAL" clId="{CFBF690A-D719-48D2-92B8-B5819DB24AC8}" dt="2021-08-09T14:46:39.728" v="1591" actId="122"/>
          <ac:spMkLst>
            <pc:docMk/>
            <pc:sldMk cId="2200792181" sldId="335"/>
            <ac:spMk id="3" creationId="{8E0B66F6-F8B9-4217-BA84-5C4E0E4FE3BC}"/>
          </ac:spMkLst>
        </pc:spChg>
        <pc:graphicFrameChg chg="add del mod">
          <ac:chgData name="Di Mattia Alessandro Edoardo Giorgio David" userId="f8954a66-e5ad-4a1c-9536-1d2117047f5f" providerId="ADAL" clId="{CFBF690A-D719-48D2-92B8-B5819DB24AC8}" dt="2021-08-09T14:50:48.455" v="1622" actId="478"/>
          <ac:graphicFrameMkLst>
            <pc:docMk/>
            <pc:sldMk cId="2200792181" sldId="335"/>
            <ac:graphicFrameMk id="6" creationId="{0AE95D00-6FA0-4537-B372-65E8ED0A9AC1}"/>
          </ac:graphicFrameMkLst>
        </pc:graphicFrameChg>
        <pc:picChg chg="add del mod">
          <ac:chgData name="Di Mattia Alessandro Edoardo Giorgio David" userId="f8954a66-e5ad-4a1c-9536-1d2117047f5f" providerId="ADAL" clId="{CFBF690A-D719-48D2-92B8-B5819DB24AC8}" dt="2021-08-09T14:47:32.848" v="1594" actId="478"/>
          <ac:picMkLst>
            <pc:docMk/>
            <pc:sldMk cId="2200792181" sldId="335"/>
            <ac:picMk id="4" creationId="{53E05C4C-75C2-4F37-AE43-AB70D00D60B9}"/>
          </ac:picMkLst>
        </pc:picChg>
        <pc:picChg chg="add del mod">
          <ac:chgData name="Di Mattia Alessandro Edoardo Giorgio David" userId="f8954a66-e5ad-4a1c-9536-1d2117047f5f" providerId="ADAL" clId="{CFBF690A-D719-48D2-92B8-B5819DB24AC8}" dt="2021-08-09T14:48:12.834" v="1605" actId="478"/>
          <ac:picMkLst>
            <pc:docMk/>
            <pc:sldMk cId="2200792181" sldId="335"/>
            <ac:picMk id="5" creationId="{AAD7F8D2-7C98-4B9F-82C9-F335F2AD6D53}"/>
          </ac:picMkLst>
        </pc:picChg>
        <pc:picChg chg="add mod">
          <ac:chgData name="Di Mattia Alessandro Edoardo Giorgio David" userId="f8954a66-e5ad-4a1c-9536-1d2117047f5f" providerId="ADAL" clId="{CFBF690A-D719-48D2-92B8-B5819DB24AC8}" dt="2021-08-09T14:50:54.091" v="1624" actId="1076"/>
          <ac:picMkLst>
            <pc:docMk/>
            <pc:sldMk cId="2200792181" sldId="335"/>
            <ac:picMk id="7" creationId="{3189569D-242A-473A-9A94-6E5144F443C6}"/>
          </ac:picMkLst>
        </pc:picChg>
      </pc:sldChg>
      <pc:sldChg chg="addSp delSp modSp new mod modClrScheme modAnim chgLayout">
        <pc:chgData name="Di Mattia Alessandro Edoardo Giorgio David" userId="f8954a66-e5ad-4a1c-9536-1d2117047f5f" providerId="ADAL" clId="{CFBF690A-D719-48D2-92B8-B5819DB24AC8}" dt="2021-08-09T15:14:08.515" v="1840" actId="20577"/>
        <pc:sldMkLst>
          <pc:docMk/>
          <pc:sldMk cId="2223886345" sldId="336"/>
        </pc:sldMkLst>
        <pc:spChg chg="del">
          <ac:chgData name="Di Mattia Alessandro Edoardo Giorgio David" userId="f8954a66-e5ad-4a1c-9536-1d2117047f5f" providerId="ADAL" clId="{CFBF690A-D719-48D2-92B8-B5819DB24AC8}" dt="2021-08-09T14:48:03.037" v="1600" actId="700"/>
          <ac:spMkLst>
            <pc:docMk/>
            <pc:sldMk cId="2223886345" sldId="336"/>
            <ac:spMk id="2" creationId="{8CDA5BD7-348D-4E9A-A336-7B5060530500}"/>
          </ac:spMkLst>
        </pc:spChg>
        <pc:spChg chg="del">
          <ac:chgData name="Di Mattia Alessandro Edoardo Giorgio David" userId="f8954a66-e5ad-4a1c-9536-1d2117047f5f" providerId="ADAL" clId="{CFBF690A-D719-48D2-92B8-B5819DB24AC8}" dt="2021-08-09T14:48:03.037" v="1600" actId="700"/>
          <ac:spMkLst>
            <pc:docMk/>
            <pc:sldMk cId="2223886345" sldId="336"/>
            <ac:spMk id="3" creationId="{94508F87-AA89-40C9-8509-F268A3C82A2C}"/>
          </ac:spMkLst>
        </pc:spChg>
        <pc:spChg chg="add del mod">
          <ac:chgData name="Di Mattia Alessandro Edoardo Giorgio David" userId="f8954a66-e5ad-4a1c-9536-1d2117047f5f" providerId="ADAL" clId="{CFBF690A-D719-48D2-92B8-B5819DB24AC8}" dt="2021-08-09T14:48:00.719" v="1599"/>
          <ac:spMkLst>
            <pc:docMk/>
            <pc:sldMk cId="2223886345" sldId="336"/>
            <ac:spMk id="8" creationId="{5FF703F0-EB1C-4FFD-8951-0113FC7F1B06}"/>
          </ac:spMkLst>
        </pc:spChg>
        <pc:spChg chg="add del mod">
          <ac:chgData name="Di Mattia Alessandro Edoardo Giorgio David" userId="f8954a66-e5ad-4a1c-9536-1d2117047f5f" providerId="ADAL" clId="{CFBF690A-D719-48D2-92B8-B5819DB24AC8}" dt="2021-08-09T14:48:00.719" v="1599"/>
          <ac:spMkLst>
            <pc:docMk/>
            <pc:sldMk cId="2223886345" sldId="336"/>
            <ac:spMk id="9" creationId="{225F9005-786E-4857-9FE1-1FEC06D2D6A2}"/>
          </ac:spMkLst>
        </pc:spChg>
        <pc:spChg chg="add del mod">
          <ac:chgData name="Di Mattia Alessandro Edoardo Giorgio David" userId="f8954a66-e5ad-4a1c-9536-1d2117047f5f" providerId="ADAL" clId="{CFBF690A-D719-48D2-92B8-B5819DB24AC8}" dt="2021-08-09T14:48:00.719" v="1599"/>
          <ac:spMkLst>
            <pc:docMk/>
            <pc:sldMk cId="2223886345" sldId="336"/>
            <ac:spMk id="10" creationId="{4B61D133-C592-4931-AC7C-9F2AA3382881}"/>
          </ac:spMkLst>
        </pc:spChg>
        <pc:spChg chg="add del mod">
          <ac:chgData name="Di Mattia Alessandro Edoardo Giorgio David" userId="f8954a66-e5ad-4a1c-9536-1d2117047f5f" providerId="ADAL" clId="{CFBF690A-D719-48D2-92B8-B5819DB24AC8}" dt="2021-08-09T14:48:00.719" v="1599"/>
          <ac:spMkLst>
            <pc:docMk/>
            <pc:sldMk cId="2223886345" sldId="336"/>
            <ac:spMk id="11" creationId="{03F80E16-953A-4201-ACAD-C8C26051041F}"/>
          </ac:spMkLst>
        </pc:spChg>
        <pc:spChg chg="add del mod">
          <ac:chgData name="Di Mattia Alessandro Edoardo Giorgio David" userId="f8954a66-e5ad-4a1c-9536-1d2117047f5f" providerId="ADAL" clId="{CFBF690A-D719-48D2-92B8-B5819DB24AC8}" dt="2021-08-09T14:48:00.719" v="1599"/>
          <ac:spMkLst>
            <pc:docMk/>
            <pc:sldMk cId="2223886345" sldId="336"/>
            <ac:spMk id="12" creationId="{FE947521-229B-40D8-9B89-45E443265317}"/>
          </ac:spMkLst>
        </pc:spChg>
        <pc:spChg chg="add del mod">
          <ac:chgData name="Di Mattia Alessandro Edoardo Giorgio David" userId="f8954a66-e5ad-4a1c-9536-1d2117047f5f" providerId="ADAL" clId="{CFBF690A-D719-48D2-92B8-B5819DB24AC8}" dt="2021-08-09T14:48:00.719" v="1599"/>
          <ac:spMkLst>
            <pc:docMk/>
            <pc:sldMk cId="2223886345" sldId="336"/>
            <ac:spMk id="13" creationId="{076256BD-0358-43A2-901D-B155235DCAEB}"/>
          </ac:spMkLst>
        </pc:spChg>
        <pc:spChg chg="add del mod">
          <ac:chgData name="Di Mattia Alessandro Edoardo Giorgio David" userId="f8954a66-e5ad-4a1c-9536-1d2117047f5f" providerId="ADAL" clId="{CFBF690A-D719-48D2-92B8-B5819DB24AC8}" dt="2021-08-09T14:48:00.719" v="1599"/>
          <ac:spMkLst>
            <pc:docMk/>
            <pc:sldMk cId="2223886345" sldId="336"/>
            <ac:spMk id="14" creationId="{ACB2BECF-A34B-4987-B049-C2C37FE64F5E}"/>
          </ac:spMkLst>
        </pc:spChg>
        <pc:spChg chg="add del mod">
          <ac:chgData name="Di Mattia Alessandro Edoardo Giorgio David" userId="f8954a66-e5ad-4a1c-9536-1d2117047f5f" providerId="ADAL" clId="{CFBF690A-D719-48D2-92B8-B5819DB24AC8}" dt="2021-08-09T14:48:00.719" v="1599"/>
          <ac:spMkLst>
            <pc:docMk/>
            <pc:sldMk cId="2223886345" sldId="336"/>
            <ac:spMk id="15" creationId="{2A1DC70E-79A8-45E9-B2BA-149F605A6007}"/>
          </ac:spMkLst>
        </pc:spChg>
        <pc:spChg chg="add del mod">
          <ac:chgData name="Di Mattia Alessandro Edoardo Giorgio David" userId="f8954a66-e5ad-4a1c-9536-1d2117047f5f" providerId="ADAL" clId="{CFBF690A-D719-48D2-92B8-B5819DB24AC8}" dt="2021-08-09T14:48:00.719" v="1599"/>
          <ac:spMkLst>
            <pc:docMk/>
            <pc:sldMk cId="2223886345" sldId="336"/>
            <ac:spMk id="18" creationId="{15FC0AD6-12AC-4970-9712-4EB6ACFDBFBA}"/>
          </ac:spMkLst>
        </pc:spChg>
        <pc:spChg chg="add del mod">
          <ac:chgData name="Di Mattia Alessandro Edoardo Giorgio David" userId="f8954a66-e5ad-4a1c-9536-1d2117047f5f" providerId="ADAL" clId="{CFBF690A-D719-48D2-92B8-B5819DB24AC8}" dt="2021-08-09T14:48:00.719" v="1599"/>
          <ac:spMkLst>
            <pc:docMk/>
            <pc:sldMk cId="2223886345" sldId="336"/>
            <ac:spMk id="19" creationId="{CDC0AC11-B839-410A-8D79-9F035CA1D234}"/>
          </ac:spMkLst>
        </pc:spChg>
        <pc:spChg chg="add del mod">
          <ac:chgData name="Di Mattia Alessandro Edoardo Giorgio David" userId="f8954a66-e5ad-4a1c-9536-1d2117047f5f" providerId="ADAL" clId="{CFBF690A-D719-48D2-92B8-B5819DB24AC8}" dt="2021-08-09T14:48:00.719" v="1599"/>
          <ac:spMkLst>
            <pc:docMk/>
            <pc:sldMk cId="2223886345" sldId="336"/>
            <ac:spMk id="20" creationId="{196B9437-658A-4659-BBB6-B4A497AA06D5}"/>
          </ac:spMkLst>
        </pc:spChg>
        <pc:spChg chg="add del mod">
          <ac:chgData name="Di Mattia Alessandro Edoardo Giorgio David" userId="f8954a66-e5ad-4a1c-9536-1d2117047f5f" providerId="ADAL" clId="{CFBF690A-D719-48D2-92B8-B5819DB24AC8}" dt="2021-08-09T14:48:00.719" v="1599"/>
          <ac:spMkLst>
            <pc:docMk/>
            <pc:sldMk cId="2223886345" sldId="336"/>
            <ac:spMk id="23" creationId="{A2644825-FA9E-453B-BF19-4B8D07E45341}"/>
          </ac:spMkLst>
        </pc:spChg>
        <pc:spChg chg="add del mod">
          <ac:chgData name="Di Mattia Alessandro Edoardo Giorgio David" userId="f8954a66-e5ad-4a1c-9536-1d2117047f5f" providerId="ADAL" clId="{CFBF690A-D719-48D2-92B8-B5819DB24AC8}" dt="2021-08-09T14:48:00.719" v="1599"/>
          <ac:spMkLst>
            <pc:docMk/>
            <pc:sldMk cId="2223886345" sldId="336"/>
            <ac:spMk id="24" creationId="{6E1FFEE6-0187-41FF-AE34-CEAE210D7F8E}"/>
          </ac:spMkLst>
        </pc:spChg>
        <pc:spChg chg="add del mod">
          <ac:chgData name="Di Mattia Alessandro Edoardo Giorgio David" userId="f8954a66-e5ad-4a1c-9536-1d2117047f5f" providerId="ADAL" clId="{CFBF690A-D719-48D2-92B8-B5819DB24AC8}" dt="2021-08-09T14:48:00.719" v="1599"/>
          <ac:spMkLst>
            <pc:docMk/>
            <pc:sldMk cId="2223886345" sldId="336"/>
            <ac:spMk id="25" creationId="{920D2067-A783-4E4E-9FF7-FB271043AC85}"/>
          </ac:spMkLst>
        </pc:spChg>
        <pc:spChg chg="add del mod">
          <ac:chgData name="Di Mattia Alessandro Edoardo Giorgio David" userId="f8954a66-e5ad-4a1c-9536-1d2117047f5f" providerId="ADAL" clId="{CFBF690A-D719-48D2-92B8-B5819DB24AC8}" dt="2021-08-09T14:48:00.719" v="1599"/>
          <ac:spMkLst>
            <pc:docMk/>
            <pc:sldMk cId="2223886345" sldId="336"/>
            <ac:spMk id="27" creationId="{777EF625-B53E-429A-BDA0-7F41661D232F}"/>
          </ac:spMkLst>
        </pc:spChg>
        <pc:spChg chg="add del mod">
          <ac:chgData name="Di Mattia Alessandro Edoardo Giorgio David" userId="f8954a66-e5ad-4a1c-9536-1d2117047f5f" providerId="ADAL" clId="{CFBF690A-D719-48D2-92B8-B5819DB24AC8}" dt="2021-08-09T14:48:00.719" v="1599"/>
          <ac:spMkLst>
            <pc:docMk/>
            <pc:sldMk cId="2223886345" sldId="336"/>
            <ac:spMk id="29" creationId="{6D906C3B-A46F-4500-910A-CD28C96FDC72}"/>
          </ac:spMkLst>
        </pc:spChg>
        <pc:spChg chg="add del mod">
          <ac:chgData name="Di Mattia Alessandro Edoardo Giorgio David" userId="f8954a66-e5ad-4a1c-9536-1d2117047f5f" providerId="ADAL" clId="{CFBF690A-D719-48D2-92B8-B5819DB24AC8}" dt="2021-08-09T14:48:00.719" v="1599"/>
          <ac:spMkLst>
            <pc:docMk/>
            <pc:sldMk cId="2223886345" sldId="336"/>
            <ac:spMk id="31" creationId="{B7CA1F7E-FC41-44A5-90E9-F09EAA9E5A1B}"/>
          </ac:spMkLst>
        </pc:spChg>
        <pc:spChg chg="add del mod">
          <ac:chgData name="Di Mattia Alessandro Edoardo Giorgio David" userId="f8954a66-e5ad-4a1c-9536-1d2117047f5f" providerId="ADAL" clId="{CFBF690A-D719-48D2-92B8-B5819DB24AC8}" dt="2021-08-09T14:48:06.334" v="1602"/>
          <ac:spMkLst>
            <pc:docMk/>
            <pc:sldMk cId="2223886345" sldId="336"/>
            <ac:spMk id="36" creationId="{604EFD12-9F33-4BC0-9572-4D50FE266E88}"/>
          </ac:spMkLst>
        </pc:spChg>
        <pc:spChg chg="add del mod">
          <ac:chgData name="Di Mattia Alessandro Edoardo Giorgio David" userId="f8954a66-e5ad-4a1c-9536-1d2117047f5f" providerId="ADAL" clId="{CFBF690A-D719-48D2-92B8-B5819DB24AC8}" dt="2021-08-09T14:48:06.334" v="1602"/>
          <ac:spMkLst>
            <pc:docMk/>
            <pc:sldMk cId="2223886345" sldId="336"/>
            <ac:spMk id="37" creationId="{43CEEA71-91D6-4A9F-96B8-C53D69404D02}"/>
          </ac:spMkLst>
        </pc:spChg>
        <pc:spChg chg="add del mod">
          <ac:chgData name="Di Mattia Alessandro Edoardo Giorgio David" userId="f8954a66-e5ad-4a1c-9536-1d2117047f5f" providerId="ADAL" clId="{CFBF690A-D719-48D2-92B8-B5819DB24AC8}" dt="2021-08-09T14:48:06.334" v="1602"/>
          <ac:spMkLst>
            <pc:docMk/>
            <pc:sldMk cId="2223886345" sldId="336"/>
            <ac:spMk id="38" creationId="{E5B9B17A-167C-4C0B-B85D-4C2BC6408AC8}"/>
          </ac:spMkLst>
        </pc:spChg>
        <pc:spChg chg="add del mod">
          <ac:chgData name="Di Mattia Alessandro Edoardo Giorgio David" userId="f8954a66-e5ad-4a1c-9536-1d2117047f5f" providerId="ADAL" clId="{CFBF690A-D719-48D2-92B8-B5819DB24AC8}" dt="2021-08-09T14:48:06.334" v="1602"/>
          <ac:spMkLst>
            <pc:docMk/>
            <pc:sldMk cId="2223886345" sldId="336"/>
            <ac:spMk id="39" creationId="{49C71CEF-75F6-402F-9D15-671908371808}"/>
          </ac:spMkLst>
        </pc:spChg>
        <pc:spChg chg="add del mod">
          <ac:chgData name="Di Mattia Alessandro Edoardo Giorgio David" userId="f8954a66-e5ad-4a1c-9536-1d2117047f5f" providerId="ADAL" clId="{CFBF690A-D719-48D2-92B8-B5819DB24AC8}" dt="2021-08-09T14:48:06.334" v="1602"/>
          <ac:spMkLst>
            <pc:docMk/>
            <pc:sldMk cId="2223886345" sldId="336"/>
            <ac:spMk id="40" creationId="{9CDC1496-E3A8-43C4-8272-CD52FB4A5FEB}"/>
          </ac:spMkLst>
        </pc:spChg>
        <pc:spChg chg="add del mod">
          <ac:chgData name="Di Mattia Alessandro Edoardo Giorgio David" userId="f8954a66-e5ad-4a1c-9536-1d2117047f5f" providerId="ADAL" clId="{CFBF690A-D719-48D2-92B8-B5819DB24AC8}" dt="2021-08-09T14:48:06.334" v="1602"/>
          <ac:spMkLst>
            <pc:docMk/>
            <pc:sldMk cId="2223886345" sldId="336"/>
            <ac:spMk id="41" creationId="{C98B0ABB-4032-4AB0-984A-B125EDE819D2}"/>
          </ac:spMkLst>
        </pc:spChg>
        <pc:spChg chg="add del mod">
          <ac:chgData name="Di Mattia Alessandro Edoardo Giorgio David" userId="f8954a66-e5ad-4a1c-9536-1d2117047f5f" providerId="ADAL" clId="{CFBF690A-D719-48D2-92B8-B5819DB24AC8}" dt="2021-08-09T14:48:06.334" v="1602"/>
          <ac:spMkLst>
            <pc:docMk/>
            <pc:sldMk cId="2223886345" sldId="336"/>
            <ac:spMk id="42" creationId="{32C41F58-2E2B-469F-8638-CAAC876B58ED}"/>
          </ac:spMkLst>
        </pc:spChg>
        <pc:spChg chg="add del mod">
          <ac:chgData name="Di Mattia Alessandro Edoardo Giorgio David" userId="f8954a66-e5ad-4a1c-9536-1d2117047f5f" providerId="ADAL" clId="{CFBF690A-D719-48D2-92B8-B5819DB24AC8}" dt="2021-08-09T14:48:06.334" v="1602"/>
          <ac:spMkLst>
            <pc:docMk/>
            <pc:sldMk cId="2223886345" sldId="336"/>
            <ac:spMk id="43" creationId="{291D4AC3-9E9D-4F16-867F-64184D4DE8DA}"/>
          </ac:spMkLst>
        </pc:spChg>
        <pc:spChg chg="add del mod">
          <ac:chgData name="Di Mattia Alessandro Edoardo Giorgio David" userId="f8954a66-e5ad-4a1c-9536-1d2117047f5f" providerId="ADAL" clId="{CFBF690A-D719-48D2-92B8-B5819DB24AC8}" dt="2021-08-09T14:48:06.334" v="1602"/>
          <ac:spMkLst>
            <pc:docMk/>
            <pc:sldMk cId="2223886345" sldId="336"/>
            <ac:spMk id="46" creationId="{453C5643-A61B-4E89-8EF0-BDAF28856B2E}"/>
          </ac:spMkLst>
        </pc:spChg>
        <pc:spChg chg="add del mod">
          <ac:chgData name="Di Mattia Alessandro Edoardo Giorgio David" userId="f8954a66-e5ad-4a1c-9536-1d2117047f5f" providerId="ADAL" clId="{CFBF690A-D719-48D2-92B8-B5819DB24AC8}" dt="2021-08-09T14:48:06.334" v="1602"/>
          <ac:spMkLst>
            <pc:docMk/>
            <pc:sldMk cId="2223886345" sldId="336"/>
            <ac:spMk id="47" creationId="{0C7F490F-88DC-44D1-8035-EBD5C2A1E36E}"/>
          </ac:spMkLst>
        </pc:spChg>
        <pc:spChg chg="add del mod">
          <ac:chgData name="Di Mattia Alessandro Edoardo Giorgio David" userId="f8954a66-e5ad-4a1c-9536-1d2117047f5f" providerId="ADAL" clId="{CFBF690A-D719-48D2-92B8-B5819DB24AC8}" dt="2021-08-09T14:48:06.334" v="1602"/>
          <ac:spMkLst>
            <pc:docMk/>
            <pc:sldMk cId="2223886345" sldId="336"/>
            <ac:spMk id="48" creationId="{2172E6FD-ADCE-4FF9-AADA-1D1297BCAC7C}"/>
          </ac:spMkLst>
        </pc:spChg>
        <pc:spChg chg="add del mod">
          <ac:chgData name="Di Mattia Alessandro Edoardo Giorgio David" userId="f8954a66-e5ad-4a1c-9536-1d2117047f5f" providerId="ADAL" clId="{CFBF690A-D719-48D2-92B8-B5819DB24AC8}" dt="2021-08-09T14:48:06.334" v="1602"/>
          <ac:spMkLst>
            <pc:docMk/>
            <pc:sldMk cId="2223886345" sldId="336"/>
            <ac:spMk id="51" creationId="{3F18B746-E115-40AA-BA2E-0DDAA61C239C}"/>
          </ac:spMkLst>
        </pc:spChg>
        <pc:spChg chg="add del mod">
          <ac:chgData name="Di Mattia Alessandro Edoardo Giorgio David" userId="f8954a66-e5ad-4a1c-9536-1d2117047f5f" providerId="ADAL" clId="{CFBF690A-D719-48D2-92B8-B5819DB24AC8}" dt="2021-08-09T14:48:06.334" v="1602"/>
          <ac:spMkLst>
            <pc:docMk/>
            <pc:sldMk cId="2223886345" sldId="336"/>
            <ac:spMk id="52" creationId="{FDA1651F-C7C9-40FB-BBE9-98C7D4B605E4}"/>
          </ac:spMkLst>
        </pc:spChg>
        <pc:spChg chg="add del mod">
          <ac:chgData name="Di Mattia Alessandro Edoardo Giorgio David" userId="f8954a66-e5ad-4a1c-9536-1d2117047f5f" providerId="ADAL" clId="{CFBF690A-D719-48D2-92B8-B5819DB24AC8}" dt="2021-08-09T14:48:06.334" v="1602"/>
          <ac:spMkLst>
            <pc:docMk/>
            <pc:sldMk cId="2223886345" sldId="336"/>
            <ac:spMk id="53" creationId="{73CB2228-6D00-4D03-9B29-6DC6B7F96F4E}"/>
          </ac:spMkLst>
        </pc:spChg>
        <pc:spChg chg="add del mod">
          <ac:chgData name="Di Mattia Alessandro Edoardo Giorgio David" userId="f8954a66-e5ad-4a1c-9536-1d2117047f5f" providerId="ADAL" clId="{CFBF690A-D719-48D2-92B8-B5819DB24AC8}" dt="2021-08-09T14:48:06.334" v="1602"/>
          <ac:spMkLst>
            <pc:docMk/>
            <pc:sldMk cId="2223886345" sldId="336"/>
            <ac:spMk id="55" creationId="{BE1EB5B1-738F-4239-8A84-B9B04394BD8C}"/>
          </ac:spMkLst>
        </pc:spChg>
        <pc:spChg chg="add del mod">
          <ac:chgData name="Di Mattia Alessandro Edoardo Giorgio David" userId="f8954a66-e5ad-4a1c-9536-1d2117047f5f" providerId="ADAL" clId="{CFBF690A-D719-48D2-92B8-B5819DB24AC8}" dt="2021-08-09T14:48:06.334" v="1602"/>
          <ac:spMkLst>
            <pc:docMk/>
            <pc:sldMk cId="2223886345" sldId="336"/>
            <ac:spMk id="57" creationId="{7AED626B-97F1-43E5-A445-59B175E15225}"/>
          </ac:spMkLst>
        </pc:spChg>
        <pc:spChg chg="add del mod">
          <ac:chgData name="Di Mattia Alessandro Edoardo Giorgio David" userId="f8954a66-e5ad-4a1c-9536-1d2117047f5f" providerId="ADAL" clId="{CFBF690A-D719-48D2-92B8-B5819DB24AC8}" dt="2021-08-09T14:48:06.334" v="1602"/>
          <ac:spMkLst>
            <pc:docMk/>
            <pc:sldMk cId="2223886345" sldId="336"/>
            <ac:spMk id="59" creationId="{437CF595-ACF0-4BD2-80B1-8B5855F4A5C7}"/>
          </ac:spMkLst>
        </pc:spChg>
        <pc:spChg chg="add mod">
          <ac:chgData name="Di Mattia Alessandro Edoardo Giorgio David" userId="f8954a66-e5ad-4a1c-9536-1d2117047f5f" providerId="ADAL" clId="{CFBF690A-D719-48D2-92B8-B5819DB24AC8}" dt="2021-08-09T15:14:08.515" v="1840" actId="20577"/>
          <ac:spMkLst>
            <pc:docMk/>
            <pc:sldMk cId="2223886345" sldId="336"/>
            <ac:spMk id="61" creationId="{58A6B7EB-1412-40A2-821F-8F47923E2B39}"/>
          </ac:spMkLst>
        </pc:spChg>
        <pc:picChg chg="add mod">
          <ac:chgData name="Di Mattia Alessandro Edoardo Giorgio David" userId="f8954a66-e5ad-4a1c-9536-1d2117047f5f" providerId="ADAL" clId="{CFBF690A-D719-48D2-92B8-B5819DB24AC8}" dt="2021-08-09T14:48:10.430" v="1604" actId="1076"/>
          <ac:picMkLst>
            <pc:docMk/>
            <pc:sldMk cId="2223886345" sldId="336"/>
            <ac:picMk id="60" creationId="{2590DDC6-8B95-4B75-8711-8A2E65160AA8}"/>
          </ac:picMkLst>
        </pc:picChg>
        <pc:cxnChg chg="add del mod">
          <ac:chgData name="Di Mattia Alessandro Edoardo Giorgio David" userId="f8954a66-e5ad-4a1c-9536-1d2117047f5f" providerId="ADAL" clId="{CFBF690A-D719-48D2-92B8-B5819DB24AC8}" dt="2021-08-09T14:48:00.719" v="1599"/>
          <ac:cxnSpMkLst>
            <pc:docMk/>
            <pc:sldMk cId="2223886345" sldId="336"/>
            <ac:cxnSpMk id="4" creationId="{BC484C7D-75A2-4ABE-A739-0C23D4AE0491}"/>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5" creationId="{6B2E5369-D18A-4DF8-BC51-68923888350B}"/>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6" creationId="{05FEBAFD-17DF-4BF3-BD5F-0D83A2A336E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7" creationId="{376F227D-A81C-4408-BF91-603AD8D90AE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6" creationId="{706D481C-C88C-451F-9603-C6844D644468}"/>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7" creationId="{7F085B11-4192-4971-9B4A-1DE921B3EE2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1" creationId="{3C19582E-008F-4868-935A-BA97171821C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2" creationId="{2433AA6C-8B96-4A69-A243-5D4A48BD138A}"/>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6" creationId="{CAEC6E02-BB37-47FE-9A68-08BD2FD0C4D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8" creationId="{8463F2B2-6C9B-4F68-B982-05D65A08856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30" creationId="{C8154AE7-1365-4E27-94C0-2EC5322E841A}"/>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2" creationId="{CA0DAAD7-573C-4B03-BB18-6053A94887EE}"/>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3" creationId="{DA32C806-A58C-49A2-971F-32C07B3CA4C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4" creationId="{C0063E2F-35BA-4031-893B-972A4D55572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5" creationId="{871AD2F4-EA57-4B83-B727-A2D41B5D1728}"/>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4" creationId="{31C1F4D0-7EDD-4865-86C7-CA727B567D5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5" creationId="{C7EBAB87-F838-4CEE-80D1-C10A63F33CB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9" creationId="{635E5550-4519-4203-AA35-0A850BD524C9}"/>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0" creationId="{A095B073-9050-4EB3-A76C-A5F0D6A6CB9B}"/>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4" creationId="{BC9A19AE-D379-4AB1-88EF-7CB8197322DC}"/>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6" creationId="{817E96AF-6E57-450F-91FD-05ACEEAE37A1}"/>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8" creationId="{9796C8FA-4681-4C87-A057-F2A1B61B3DAB}"/>
          </ac:cxnSpMkLst>
        </pc:cxnChg>
      </pc:sldChg>
      <pc:sldChg chg="addSp delSp modSp new mod modClrScheme chgLayout">
        <pc:chgData name="Di Mattia Alessandro Edoardo Giorgio David" userId="f8954a66-e5ad-4a1c-9536-1d2117047f5f" providerId="ADAL" clId="{CFBF690A-D719-48D2-92B8-B5819DB24AC8}" dt="2021-08-09T15:32:30.204" v="1895" actId="20577"/>
        <pc:sldMkLst>
          <pc:docMk/>
          <pc:sldMk cId="2386622032" sldId="337"/>
        </pc:sldMkLst>
        <pc:spChg chg="add mod">
          <ac:chgData name="Di Mattia Alessandro Edoardo Giorgio David" userId="f8954a66-e5ad-4a1c-9536-1d2117047f5f" providerId="ADAL" clId="{CFBF690A-D719-48D2-92B8-B5819DB24AC8}" dt="2021-08-09T15:32:30.204" v="1895" actId="20577"/>
          <ac:spMkLst>
            <pc:docMk/>
            <pc:sldMk cId="2386622032" sldId="337"/>
            <ac:spMk id="2" creationId="{4955EB03-85E3-48BD-8D11-98871C2CDE2B}"/>
          </ac:spMkLst>
        </pc:spChg>
        <pc:spChg chg="add del mod">
          <ac:chgData name="Di Mattia Alessandro Edoardo Giorgio David" userId="f8954a66-e5ad-4a1c-9536-1d2117047f5f" providerId="ADAL" clId="{CFBF690A-D719-48D2-92B8-B5819DB24AC8}" dt="2021-08-09T15:27:22.293" v="1853"/>
          <ac:spMkLst>
            <pc:docMk/>
            <pc:sldMk cId="2386622032" sldId="337"/>
            <ac:spMk id="3" creationId="{FE07B3C5-277D-4534-989E-90ED4C47E697}"/>
          </ac:spMkLst>
        </pc:spChg>
        <pc:spChg chg="add mod">
          <ac:chgData name="Di Mattia Alessandro Edoardo Giorgio David" userId="f8954a66-e5ad-4a1c-9536-1d2117047f5f" providerId="ADAL" clId="{CFBF690A-D719-48D2-92B8-B5819DB24AC8}" dt="2021-08-09T15:32:20.672" v="1882" actId="20577"/>
          <ac:spMkLst>
            <pc:docMk/>
            <pc:sldMk cId="2386622032" sldId="337"/>
            <ac:spMk id="4" creationId="{5C20FEFB-367B-47CF-9F2F-2780ADC071FE}"/>
          </ac:spMkLst>
        </pc:spChg>
        <pc:spChg chg="add del mod">
          <ac:chgData name="Di Mattia Alessandro Edoardo Giorgio David" userId="f8954a66-e5ad-4a1c-9536-1d2117047f5f" providerId="ADAL" clId="{CFBF690A-D719-48D2-92B8-B5819DB24AC8}" dt="2021-08-09T15:27:37.834" v="1857"/>
          <ac:spMkLst>
            <pc:docMk/>
            <pc:sldMk cId="2386622032" sldId="337"/>
            <ac:spMk id="5" creationId="{B684725E-159F-4B29-A899-2F15DEBA6CC5}"/>
          </ac:spMkLst>
        </pc:spChg>
        <pc:picChg chg="add del mod">
          <ac:chgData name="Di Mattia Alessandro Edoardo Giorgio David" userId="f8954a66-e5ad-4a1c-9536-1d2117047f5f" providerId="ADAL" clId="{CFBF690A-D719-48D2-92B8-B5819DB24AC8}" dt="2021-08-09T15:32:02.161" v="1860" actId="478"/>
          <ac:picMkLst>
            <pc:docMk/>
            <pc:sldMk cId="2386622032" sldId="337"/>
            <ac:picMk id="7" creationId="{DD149F64-9B26-400A-8535-BFB846A828F6}"/>
          </ac:picMkLst>
        </pc:picChg>
      </pc:sldChg>
      <pc:sldChg chg="modSp new mod modNotesTx">
        <pc:chgData name="Di Mattia Alessandro Edoardo Giorgio David" userId="f8954a66-e5ad-4a1c-9536-1d2117047f5f" providerId="ADAL" clId="{CFBF690A-D719-48D2-92B8-B5819DB24AC8}" dt="2021-08-09T15:35:06.200" v="1903"/>
        <pc:sldMkLst>
          <pc:docMk/>
          <pc:sldMk cId="863600783" sldId="338"/>
        </pc:sldMkLst>
        <pc:spChg chg="mod">
          <ac:chgData name="Di Mattia Alessandro Edoardo Giorgio David" userId="f8954a66-e5ad-4a1c-9536-1d2117047f5f" providerId="ADAL" clId="{CFBF690A-D719-48D2-92B8-B5819DB24AC8}" dt="2021-08-09T15:34:20.370" v="1901" actId="20577"/>
          <ac:spMkLst>
            <pc:docMk/>
            <pc:sldMk cId="863600783" sldId="338"/>
            <ac:spMk id="2" creationId="{9A7E9ECD-A824-405F-93D7-214E7E8CED7B}"/>
          </ac:spMkLst>
        </pc:spChg>
        <pc:spChg chg="mod">
          <ac:chgData name="Di Mattia Alessandro Edoardo Giorgio David" userId="f8954a66-e5ad-4a1c-9536-1d2117047f5f" providerId="ADAL" clId="{CFBF690A-D719-48D2-92B8-B5819DB24AC8}" dt="2021-08-09T15:34:39.134" v="1902"/>
          <ac:spMkLst>
            <pc:docMk/>
            <pc:sldMk cId="863600783" sldId="338"/>
            <ac:spMk id="3" creationId="{7EEDFC4A-3855-4AB5-8115-C4399C82CF5B}"/>
          </ac:spMkLst>
        </pc:spChg>
      </pc:sldChg>
      <pc:sldChg chg="modSp new mod">
        <pc:chgData name="Di Mattia Alessandro Edoardo Giorgio David" userId="f8954a66-e5ad-4a1c-9536-1d2117047f5f" providerId="ADAL" clId="{CFBF690A-D719-48D2-92B8-B5819DB24AC8}" dt="2021-08-09T15:53:44.291" v="1952" actId="20577"/>
        <pc:sldMkLst>
          <pc:docMk/>
          <pc:sldMk cId="3760396929" sldId="339"/>
        </pc:sldMkLst>
        <pc:spChg chg="mod">
          <ac:chgData name="Di Mattia Alessandro Edoardo Giorgio David" userId="f8954a66-e5ad-4a1c-9536-1d2117047f5f" providerId="ADAL" clId="{CFBF690A-D719-48D2-92B8-B5819DB24AC8}" dt="2021-08-09T15:53:44.291" v="1952" actId="20577"/>
          <ac:spMkLst>
            <pc:docMk/>
            <pc:sldMk cId="3760396929" sldId="339"/>
            <ac:spMk id="2" creationId="{49AEAE09-0BED-4CAC-8212-5B93D7A70FDE}"/>
          </ac:spMkLst>
        </pc:spChg>
        <pc:spChg chg="mod">
          <ac:chgData name="Di Mattia Alessandro Edoardo Giorgio David" userId="f8954a66-e5ad-4a1c-9536-1d2117047f5f" providerId="ADAL" clId="{CFBF690A-D719-48D2-92B8-B5819DB24AC8}" dt="2021-08-09T15:50:25.508" v="1918"/>
          <ac:spMkLst>
            <pc:docMk/>
            <pc:sldMk cId="3760396929" sldId="339"/>
            <ac:spMk id="3" creationId="{1D30359C-CBBF-48E2-90A8-845B2C301D3C}"/>
          </ac:spMkLst>
        </pc:spChg>
      </pc:sldChg>
      <pc:sldChg chg="modSp new mod">
        <pc:chgData name="Di Mattia Alessandro Edoardo Giorgio David" userId="f8954a66-e5ad-4a1c-9536-1d2117047f5f" providerId="ADAL" clId="{CFBF690A-D719-48D2-92B8-B5819DB24AC8}" dt="2021-08-09T15:53:36.979" v="1949" actId="20577"/>
        <pc:sldMkLst>
          <pc:docMk/>
          <pc:sldMk cId="4043709138" sldId="340"/>
        </pc:sldMkLst>
        <pc:spChg chg="mod">
          <ac:chgData name="Di Mattia Alessandro Edoardo Giorgio David" userId="f8954a66-e5ad-4a1c-9536-1d2117047f5f" providerId="ADAL" clId="{CFBF690A-D719-48D2-92B8-B5819DB24AC8}" dt="2021-08-09T15:53:36.979" v="1949" actId="20577"/>
          <ac:spMkLst>
            <pc:docMk/>
            <pc:sldMk cId="4043709138" sldId="340"/>
            <ac:spMk id="2" creationId="{88FDEB9A-7D04-42C6-8A80-9906B92F3B49}"/>
          </ac:spMkLst>
        </pc:spChg>
        <pc:spChg chg="mod">
          <ac:chgData name="Di Mattia Alessandro Edoardo Giorgio David" userId="f8954a66-e5ad-4a1c-9536-1d2117047f5f" providerId="ADAL" clId="{CFBF690A-D719-48D2-92B8-B5819DB24AC8}" dt="2021-08-09T15:53:27.145" v="1938" actId="5793"/>
          <ac:spMkLst>
            <pc:docMk/>
            <pc:sldMk cId="4043709138" sldId="340"/>
            <ac:spMk id="3" creationId="{8DC0EF51-28F2-45F6-BD96-33F38C1708A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AF77F2E4-9D97-4FC3-AFDE-ED3FA11200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Plassholder for dato 2">
            <a:extLst>
              <a:ext uri="{FF2B5EF4-FFF2-40B4-BE49-F238E27FC236}">
                <a16:creationId xmlns:a16="http://schemas.microsoft.com/office/drawing/2014/main" id="{0AA25600-84AB-4F94-B5CB-A476CB8FC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A781A-1859-4C85-BF75-12C8100C455E}" type="datetimeFigureOut">
              <a:rPr lang="nb-NO" smtClean="0"/>
              <a:t>20.09.2026</a:t>
            </a:fld>
            <a:endParaRPr lang="nb-NO" dirty="0"/>
          </a:p>
        </p:txBody>
      </p:sp>
      <p:sp>
        <p:nvSpPr>
          <p:cNvPr id="4" name="Plassholder for bunntekst 3">
            <a:extLst>
              <a:ext uri="{FF2B5EF4-FFF2-40B4-BE49-F238E27FC236}">
                <a16:creationId xmlns:a16="http://schemas.microsoft.com/office/drawing/2014/main" id="{2FA93902-B21B-4A6E-859D-90790E6FAC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5" name="Plassholder for lysbildenummer 4">
            <a:extLst>
              <a:ext uri="{FF2B5EF4-FFF2-40B4-BE49-F238E27FC236}">
                <a16:creationId xmlns:a16="http://schemas.microsoft.com/office/drawing/2014/main" id="{B7800144-E8A4-43A6-AAD7-1921F2CC0D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E98403-76B7-4BFA-AF44-FE0FA5E8362E}" type="slidenum">
              <a:rPr lang="nb-NO" smtClean="0"/>
              <a:t>‹#›</a:t>
            </a:fld>
            <a:endParaRPr lang="nb-NO" dirty="0"/>
          </a:p>
        </p:txBody>
      </p:sp>
    </p:spTree>
    <p:extLst>
      <p:ext uri="{BB962C8B-B14F-4D97-AF65-F5344CB8AC3E}">
        <p14:creationId xmlns:p14="http://schemas.microsoft.com/office/powerpoint/2010/main" val="7533853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442447-825E-F44A-AE66-BBD0FC2F1FF6}" type="datetimeFigureOut">
              <a:rPr lang="nb-NO" smtClean="0"/>
              <a:t>20.09.2026</a:t>
            </a:fld>
            <a:endParaRPr lang="nb-NO" dirty="0"/>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nb-NO"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E51CF-144B-7241-A1FB-D978B63A9AA3}" type="slidenum">
              <a:rPr lang="nb-NO" smtClean="0"/>
              <a:t>‹#›</a:t>
            </a:fld>
            <a:endParaRPr lang="nb-NO" dirty="0"/>
          </a:p>
        </p:txBody>
      </p:sp>
    </p:spTree>
    <p:extLst>
      <p:ext uri="{BB962C8B-B14F-4D97-AF65-F5344CB8AC3E}">
        <p14:creationId xmlns:p14="http://schemas.microsoft.com/office/powerpoint/2010/main" val="32097890"/>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36" b="0" i="0" kern="1200" dirty="0">
                <a:solidFill>
                  <a:schemeClr val="tx1"/>
                </a:solidFill>
                <a:effectLst/>
                <a:latin typeface="+mn-lt"/>
                <a:ea typeface="+mn-ea"/>
                <a:cs typeface="+mn-cs"/>
              </a:rPr>
              <a:t>governments intervene for </a:t>
            </a:r>
            <a:r>
              <a:rPr lang="en-US" sz="936" b="1" i="0" kern="1200" dirty="0">
                <a:solidFill>
                  <a:schemeClr val="tx1"/>
                </a:solidFill>
                <a:effectLst/>
                <a:latin typeface="+mn-lt"/>
                <a:ea typeface="+mn-ea"/>
                <a:cs typeface="+mn-cs"/>
              </a:rPr>
              <a:t>revenue</a:t>
            </a:r>
            <a:r>
              <a:rPr lang="en-US" sz="936" b="0" i="0" kern="1200" dirty="0">
                <a:solidFill>
                  <a:schemeClr val="tx1"/>
                </a:solidFill>
                <a:effectLst/>
                <a:latin typeface="+mn-lt"/>
                <a:ea typeface="+mn-ea"/>
                <a:cs typeface="+mn-cs"/>
              </a:rPr>
              <a:t> (taxes), </a:t>
            </a:r>
            <a:r>
              <a:rPr lang="en-US" sz="936" b="1" i="0" kern="1200" dirty="0">
                <a:solidFill>
                  <a:schemeClr val="tx1"/>
                </a:solidFill>
                <a:effectLst/>
                <a:latin typeface="+mn-lt"/>
                <a:ea typeface="+mn-ea"/>
                <a:cs typeface="+mn-cs"/>
              </a:rPr>
              <a:t>politics</a:t>
            </a:r>
            <a:r>
              <a:rPr lang="en-US" sz="936" b="0" i="0" kern="1200" dirty="0">
                <a:solidFill>
                  <a:schemeClr val="tx1"/>
                </a:solidFill>
                <a:effectLst/>
                <a:latin typeface="+mn-lt"/>
                <a:ea typeface="+mn-ea"/>
                <a:cs typeface="+mn-cs"/>
              </a:rPr>
              <a:t> (interest groups, votes), </a:t>
            </a:r>
            <a:r>
              <a:rPr lang="en-US" sz="936" b="1" i="0" kern="1200" dirty="0">
                <a:solidFill>
                  <a:schemeClr val="tx1"/>
                </a:solidFill>
                <a:effectLst/>
                <a:latin typeface="+mn-lt"/>
                <a:ea typeface="+mn-ea"/>
                <a:cs typeface="+mn-cs"/>
              </a:rPr>
              <a:t>equity</a:t>
            </a:r>
            <a:r>
              <a:rPr lang="en-US" sz="936" b="0" i="0" kern="1200" dirty="0">
                <a:solidFill>
                  <a:schemeClr val="tx1"/>
                </a:solidFill>
                <a:effectLst/>
                <a:latin typeface="+mn-lt"/>
                <a:ea typeface="+mn-ea"/>
                <a:cs typeface="+mn-cs"/>
              </a:rPr>
              <a:t> (helping low-income groups even at an efficiency cost — e.g., price ceilings), and </a:t>
            </a:r>
            <a:r>
              <a:rPr lang="en-US" sz="936" b="1" i="0" kern="1200" dirty="0">
                <a:solidFill>
                  <a:schemeClr val="tx1"/>
                </a:solidFill>
                <a:effectLst/>
                <a:latin typeface="+mn-lt"/>
                <a:ea typeface="+mn-ea"/>
                <a:cs typeface="+mn-cs"/>
              </a:rPr>
              <a:t>externalities</a:t>
            </a:r>
            <a:r>
              <a:rPr lang="en-US" sz="936" b="0" i="0" kern="1200" dirty="0">
                <a:solidFill>
                  <a:schemeClr val="tx1"/>
                </a:solidFill>
                <a:effectLst/>
                <a:latin typeface="+mn-lt"/>
                <a:ea typeface="+mn-ea"/>
                <a:cs typeface="+mn-cs"/>
              </a:rPr>
              <a:t> (costs the market doesn't price in).</a:t>
            </a:r>
            <a:endParaRPr lang="en-US" dirty="0"/>
          </a:p>
        </p:txBody>
      </p:sp>
      <p:sp>
        <p:nvSpPr>
          <p:cNvPr id="4" name="Slide Number Placeholder 3"/>
          <p:cNvSpPr>
            <a:spLocks noGrp="1"/>
          </p:cNvSpPr>
          <p:nvPr>
            <p:ph type="sldNum" sz="quarter" idx="5"/>
          </p:nvPr>
        </p:nvSpPr>
        <p:spPr/>
        <p:txBody>
          <a:bodyPr/>
          <a:lstStyle/>
          <a:p>
            <a:fld id="{BA7E51CF-144B-7241-A1FB-D978B63A9AA3}" type="slidenum">
              <a:rPr lang="nb-NO" smtClean="0"/>
              <a:t>7</a:t>
            </a:fld>
            <a:endParaRPr lang="nb-NO" dirty="0"/>
          </a:p>
        </p:txBody>
      </p:sp>
    </p:spTree>
    <p:extLst>
      <p:ext uri="{BB962C8B-B14F-4D97-AF65-F5344CB8AC3E}">
        <p14:creationId xmlns:p14="http://schemas.microsoft.com/office/powerpoint/2010/main" val="3011173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936" b="0" i="0" kern="1200" dirty="0">
                <a:solidFill>
                  <a:schemeClr val="tx1"/>
                </a:solidFill>
                <a:effectLst/>
                <a:latin typeface="+mn-lt"/>
                <a:ea typeface="+mn-ea"/>
                <a:cs typeface="+mn-cs"/>
              </a:rPr>
              <a:t>A price </a:t>
            </a:r>
            <a:r>
              <a:rPr lang="en-US" sz="936" b="1" i="0" kern="1200" dirty="0">
                <a:solidFill>
                  <a:schemeClr val="tx1"/>
                </a:solidFill>
                <a:effectLst/>
                <a:latin typeface="+mn-lt"/>
                <a:ea typeface="+mn-ea"/>
                <a:cs typeface="+mn-cs"/>
              </a:rPr>
              <a:t>ceiling</a:t>
            </a:r>
            <a:r>
              <a:rPr lang="en-US" sz="936" b="0" i="0" kern="1200" dirty="0">
                <a:solidFill>
                  <a:schemeClr val="tx1"/>
                </a:solidFill>
                <a:effectLst/>
                <a:latin typeface="+mn-lt"/>
                <a:ea typeface="+mn-ea"/>
                <a:cs typeface="+mn-cs"/>
              </a:rPr>
              <a:t> only bites if it's set </a:t>
            </a:r>
            <a:r>
              <a:rPr lang="en-US" sz="936" b="1" i="0" kern="1200" dirty="0">
                <a:solidFill>
                  <a:schemeClr val="tx1"/>
                </a:solidFill>
                <a:effectLst/>
                <a:latin typeface="+mn-lt"/>
                <a:ea typeface="+mn-ea"/>
                <a:cs typeface="+mn-cs"/>
              </a:rPr>
              <a:t>below</a:t>
            </a:r>
            <a:r>
              <a:rPr lang="en-US" sz="936" b="0" i="0" kern="1200" dirty="0">
                <a:solidFill>
                  <a:schemeClr val="tx1"/>
                </a:solidFill>
                <a:effectLst/>
                <a:latin typeface="+mn-lt"/>
                <a:ea typeface="+mn-ea"/>
                <a:cs typeface="+mn-cs"/>
              </a:rPr>
              <a:t> equilibrium price (if you set the ceiling above what the market would charge anyway, nobody notices.</a:t>
            </a:r>
          </a:p>
          <a:p>
            <a:pPr lvl="0"/>
            <a:r>
              <a:rPr lang="en-US" sz="936" b="0" i="0" kern="1200" dirty="0">
                <a:solidFill>
                  <a:schemeClr val="tx1"/>
                </a:solidFill>
                <a:effectLst/>
                <a:latin typeface="+mn-lt"/>
                <a:ea typeface="+mn-ea"/>
                <a:cs typeface="+mn-cs"/>
              </a:rPr>
              <a:t>A price </a:t>
            </a:r>
            <a:r>
              <a:rPr lang="en-US" sz="936" b="1" i="0" kern="1200" dirty="0">
                <a:solidFill>
                  <a:schemeClr val="tx1"/>
                </a:solidFill>
                <a:effectLst/>
                <a:latin typeface="+mn-lt"/>
                <a:ea typeface="+mn-ea"/>
                <a:cs typeface="+mn-cs"/>
              </a:rPr>
              <a:t>floor</a:t>
            </a:r>
            <a:r>
              <a:rPr lang="en-US" sz="936" b="0" i="0" kern="1200" dirty="0">
                <a:solidFill>
                  <a:schemeClr val="tx1"/>
                </a:solidFill>
                <a:effectLst/>
                <a:latin typeface="+mn-lt"/>
                <a:ea typeface="+mn-ea"/>
                <a:cs typeface="+mn-cs"/>
              </a:rPr>
              <a:t> only bites if it's set </a:t>
            </a:r>
            <a:r>
              <a:rPr lang="en-US" sz="936" b="1" i="0" kern="1200" dirty="0">
                <a:solidFill>
                  <a:schemeClr val="tx1"/>
                </a:solidFill>
                <a:effectLst/>
                <a:latin typeface="+mn-lt"/>
                <a:ea typeface="+mn-ea"/>
                <a:cs typeface="+mn-cs"/>
              </a:rPr>
              <a:t>above</a:t>
            </a:r>
            <a:r>
              <a:rPr lang="en-US" sz="936" b="0" i="0" kern="1200" dirty="0">
                <a:solidFill>
                  <a:schemeClr val="tx1"/>
                </a:solidFill>
                <a:effectLst/>
                <a:latin typeface="+mn-lt"/>
                <a:ea typeface="+mn-ea"/>
                <a:cs typeface="+mn-cs"/>
              </a:rPr>
              <a:t> equilibrium price (a minimum wage below what the market already pays changes nothing).</a:t>
            </a:r>
          </a:p>
          <a:p>
            <a:endParaRPr lang="en-US" dirty="0"/>
          </a:p>
        </p:txBody>
      </p:sp>
      <p:sp>
        <p:nvSpPr>
          <p:cNvPr id="4" name="Slide Number Placeholder 3"/>
          <p:cNvSpPr>
            <a:spLocks noGrp="1"/>
          </p:cNvSpPr>
          <p:nvPr>
            <p:ph type="sldNum" sz="quarter" idx="5"/>
          </p:nvPr>
        </p:nvSpPr>
        <p:spPr/>
        <p:txBody>
          <a:bodyPr/>
          <a:lstStyle/>
          <a:p>
            <a:fld id="{BA7E51CF-144B-7241-A1FB-D978B63A9AA3}" type="slidenum">
              <a:rPr lang="nb-NO" smtClean="0"/>
              <a:t>10</a:t>
            </a:fld>
            <a:endParaRPr lang="nb-NO" dirty="0"/>
          </a:p>
        </p:txBody>
      </p:sp>
    </p:spTree>
    <p:extLst>
      <p:ext uri="{BB962C8B-B14F-4D97-AF65-F5344CB8AC3E}">
        <p14:creationId xmlns:p14="http://schemas.microsoft.com/office/powerpoint/2010/main" val="3530545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36" b="0" i="0" kern="1200" dirty="0">
                <a:solidFill>
                  <a:schemeClr val="tx1"/>
                </a:solidFill>
                <a:effectLst/>
                <a:latin typeface="+mn-lt"/>
                <a:ea typeface="+mn-ea"/>
                <a:cs typeface="+mn-cs"/>
              </a:rPr>
              <a:t>Consumers who still get a home (the 200 who do) pay less than before, so they gain surplus on those units. But consumers who </a:t>
            </a:r>
            <a:r>
              <a:rPr lang="en-US" sz="936" b="0" i="1" kern="1200" dirty="0">
                <a:solidFill>
                  <a:schemeClr val="tx1"/>
                </a:solidFill>
                <a:effectLst/>
                <a:latin typeface="+mn-lt"/>
                <a:ea typeface="+mn-ea"/>
                <a:cs typeface="+mn-cs"/>
              </a:rPr>
              <a:t>wanted</a:t>
            </a:r>
            <a:r>
              <a:rPr lang="en-US" sz="936" b="0" i="0" kern="1200" dirty="0">
                <a:solidFill>
                  <a:schemeClr val="tx1"/>
                </a:solidFill>
                <a:effectLst/>
                <a:latin typeface="+mn-lt"/>
                <a:ea typeface="+mn-ea"/>
                <a:cs typeface="+mn-cs"/>
              </a:rPr>
              <a:t> a home at the old equilibrium and can no longer get one (the 100 units lost to rationing) lose surplus entirely. Whether CS nets out higher or lower depends on the specific shapes of supply and demand </a:t>
            </a:r>
            <a:endParaRPr lang="en-US" dirty="0"/>
          </a:p>
        </p:txBody>
      </p:sp>
      <p:sp>
        <p:nvSpPr>
          <p:cNvPr id="4" name="Slide Number Placeholder 3"/>
          <p:cNvSpPr>
            <a:spLocks noGrp="1"/>
          </p:cNvSpPr>
          <p:nvPr>
            <p:ph type="sldNum" sz="quarter" idx="5"/>
          </p:nvPr>
        </p:nvSpPr>
        <p:spPr/>
        <p:txBody>
          <a:bodyPr/>
          <a:lstStyle/>
          <a:p>
            <a:fld id="{BA7E51CF-144B-7241-A1FB-D978B63A9AA3}" type="slidenum">
              <a:rPr lang="nb-NO" smtClean="0"/>
              <a:t>11</a:t>
            </a:fld>
            <a:endParaRPr lang="nb-NO" dirty="0"/>
          </a:p>
        </p:txBody>
      </p:sp>
    </p:spTree>
    <p:extLst>
      <p:ext uri="{BB962C8B-B14F-4D97-AF65-F5344CB8AC3E}">
        <p14:creationId xmlns:p14="http://schemas.microsoft.com/office/powerpoint/2010/main" val="2996120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936" b="1" i="0" kern="1200" dirty="0">
                <a:solidFill>
                  <a:schemeClr val="tx1"/>
                </a:solidFill>
                <a:effectLst/>
                <a:latin typeface="+mn-lt"/>
                <a:ea typeface="+mn-ea"/>
                <a:cs typeface="+mn-cs"/>
              </a:rPr>
              <a:t>Transfer = Area A</a:t>
            </a:r>
            <a:r>
              <a:rPr lang="en-US" sz="936" b="0" i="0" kern="1200" dirty="0">
                <a:solidFill>
                  <a:schemeClr val="tx1"/>
                </a:solidFill>
                <a:effectLst/>
                <a:latin typeface="+mn-lt"/>
                <a:ea typeface="+mn-ea"/>
                <a:cs typeface="+mn-cs"/>
              </a:rPr>
              <a:t>: money that moves from landlords to the remaining renters. This comes purely from the </a:t>
            </a:r>
            <a:r>
              <a:rPr lang="en-US" sz="936" b="1" i="0" kern="1200" dirty="0">
                <a:solidFill>
                  <a:schemeClr val="tx1"/>
                </a:solidFill>
                <a:effectLst/>
                <a:latin typeface="+mn-lt"/>
                <a:ea typeface="+mn-ea"/>
                <a:cs typeface="+mn-cs"/>
              </a:rPr>
              <a:t>price effect</a:t>
            </a:r>
            <a:r>
              <a:rPr lang="en-US" sz="936" b="0" i="0" kern="1200" dirty="0">
                <a:solidFill>
                  <a:schemeClr val="tx1"/>
                </a:solidFill>
                <a:effectLst/>
                <a:latin typeface="+mn-lt"/>
                <a:ea typeface="+mn-ea"/>
                <a:cs typeface="+mn-cs"/>
              </a:rPr>
              <a:t> of the ceiling (same 200 units trade, just at a lower price).</a:t>
            </a:r>
          </a:p>
          <a:p>
            <a:pPr lvl="0"/>
            <a:r>
              <a:rPr lang="en-US" sz="936" b="1" i="0" kern="1200" dirty="0">
                <a:solidFill>
                  <a:schemeClr val="tx1"/>
                </a:solidFill>
                <a:effectLst/>
                <a:latin typeface="+mn-lt"/>
                <a:ea typeface="+mn-ea"/>
                <a:cs typeface="+mn-cs"/>
              </a:rPr>
              <a:t>DWL = Areas B + C</a:t>
            </a:r>
            <a:r>
              <a:rPr lang="en-US" sz="936" b="0" i="0" kern="1200" dirty="0">
                <a:solidFill>
                  <a:schemeClr val="tx1"/>
                </a:solidFill>
                <a:effectLst/>
                <a:latin typeface="+mn-lt"/>
                <a:ea typeface="+mn-ea"/>
                <a:cs typeface="+mn-cs"/>
              </a:rPr>
              <a:t>: surplus that vanishes because 100 units (Q 200→300) stop trading altogether — this comes from the </a:t>
            </a:r>
            <a:r>
              <a:rPr lang="en-US" sz="936" b="1" i="0" kern="1200" dirty="0">
                <a:solidFill>
                  <a:schemeClr val="tx1"/>
                </a:solidFill>
                <a:effectLst/>
                <a:latin typeface="+mn-lt"/>
                <a:ea typeface="+mn-ea"/>
                <a:cs typeface="+mn-cs"/>
              </a:rPr>
              <a:t>quantity effect</a:t>
            </a:r>
            <a:r>
              <a:rPr lang="en-US" sz="936" b="0" i="0" kern="1200" dirty="0">
                <a:solidFill>
                  <a:schemeClr val="tx1"/>
                </a:solidFill>
                <a:effectLst/>
                <a:latin typeface="+mn-lt"/>
                <a:ea typeface="+mn-ea"/>
                <a:cs typeface="+mn-cs"/>
              </a:rPr>
              <a:t> of the ceiling.</a:t>
            </a:r>
          </a:p>
          <a:p>
            <a:pPr lvl="0"/>
            <a:r>
              <a:rPr lang="en-US" sz="936" b="0" i="0" kern="1200" dirty="0">
                <a:solidFill>
                  <a:schemeClr val="tx1"/>
                </a:solidFill>
                <a:effectLst/>
                <a:latin typeface="+mn-lt"/>
                <a:ea typeface="+mn-ea"/>
                <a:cs typeface="+mn-cs"/>
              </a:rPr>
              <a:t>Summary rule: </a:t>
            </a:r>
            <a:r>
              <a:rPr lang="en-US" sz="936" b="1" i="0" kern="1200" dirty="0">
                <a:solidFill>
                  <a:schemeClr val="tx1"/>
                </a:solidFill>
                <a:effectLst/>
                <a:latin typeface="+mn-lt"/>
                <a:ea typeface="+mn-ea"/>
                <a:cs typeface="+mn-cs"/>
              </a:rPr>
              <a:t>change in quantity → DWL; change in price → transfer.</a:t>
            </a:r>
            <a:endParaRPr lang="en-US" sz="936"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BA7E51CF-144B-7241-A1FB-D978B63A9AA3}" type="slidenum">
              <a:rPr lang="nb-NO" smtClean="0"/>
              <a:t>13</a:t>
            </a:fld>
            <a:endParaRPr lang="nb-NO" dirty="0"/>
          </a:p>
        </p:txBody>
      </p:sp>
    </p:spTree>
    <p:extLst>
      <p:ext uri="{BB962C8B-B14F-4D97-AF65-F5344CB8AC3E}">
        <p14:creationId xmlns:p14="http://schemas.microsoft.com/office/powerpoint/2010/main" val="809825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36" b="0" i="0" kern="1200" dirty="0">
                <a:solidFill>
                  <a:schemeClr val="tx1"/>
                </a:solidFill>
                <a:effectLst/>
                <a:latin typeface="+mn-lt"/>
                <a:ea typeface="+mn-ea"/>
                <a:cs typeface="+mn-cs"/>
              </a:rPr>
              <a:t>A market can only actually trade </a:t>
            </a:r>
            <a:r>
              <a:rPr lang="en-US" sz="936" b="0" i="1" kern="1200" dirty="0">
                <a:solidFill>
                  <a:schemeClr val="tx1"/>
                </a:solidFill>
                <a:effectLst/>
                <a:latin typeface="+mn-lt"/>
                <a:ea typeface="+mn-ea"/>
                <a:cs typeface="+mn-cs"/>
              </a:rPr>
              <a:t>one</a:t>
            </a:r>
            <a:r>
              <a:rPr lang="en-US" sz="936" b="0" i="0" kern="1200" dirty="0">
                <a:solidFill>
                  <a:schemeClr val="tx1"/>
                </a:solidFill>
                <a:effectLst/>
                <a:latin typeface="+mn-lt"/>
                <a:ea typeface="+mn-ea"/>
                <a:cs typeface="+mn-cs"/>
              </a:rPr>
              <a:t> quantity — you can't have consumers buying 3M while producers sell 2.5M; whatever amount physically changes hands is a single number, full stop. What a tax does is </a:t>
            </a:r>
            <a:r>
              <a:rPr lang="en-US" sz="936" b="1" i="0" kern="1200" dirty="0">
                <a:solidFill>
                  <a:schemeClr val="tx1"/>
                </a:solidFill>
                <a:effectLst/>
                <a:latin typeface="+mn-lt"/>
                <a:ea typeface="+mn-ea"/>
                <a:cs typeface="+mn-cs"/>
              </a:rPr>
              <a:t>not</a:t>
            </a:r>
            <a:r>
              <a:rPr lang="en-US" sz="936" b="0" i="0" kern="1200" dirty="0">
                <a:solidFill>
                  <a:schemeClr val="tx1"/>
                </a:solidFill>
                <a:effectLst/>
                <a:latin typeface="+mn-lt"/>
                <a:ea typeface="+mn-ea"/>
                <a:cs typeface="+mn-cs"/>
              </a:rPr>
              <a:t> create two competing quantities — it creates two </a:t>
            </a:r>
            <a:r>
              <a:rPr lang="en-US" sz="936" b="1" i="0" kern="1200" dirty="0">
                <a:solidFill>
                  <a:schemeClr val="tx1"/>
                </a:solidFill>
                <a:effectLst/>
                <a:latin typeface="+mn-lt"/>
                <a:ea typeface="+mn-ea"/>
                <a:cs typeface="+mn-cs"/>
              </a:rPr>
              <a:t>prices</a:t>
            </a:r>
            <a:r>
              <a:rPr lang="en-US" sz="936" b="0" i="0" kern="1200" dirty="0">
                <a:solidFill>
                  <a:schemeClr val="tx1"/>
                </a:solidFill>
                <a:effectLst/>
                <a:latin typeface="+mn-lt"/>
                <a:ea typeface="+mn-ea"/>
                <a:cs typeface="+mn-cs"/>
              </a:rPr>
              <a:t> for that one quantity: the price consumers pay (higher) and the price producers receive (lower), separated by the tax.</a:t>
            </a:r>
            <a:endParaRPr lang="en-US" dirty="0"/>
          </a:p>
        </p:txBody>
      </p:sp>
      <p:sp>
        <p:nvSpPr>
          <p:cNvPr id="4" name="Slide Number Placeholder 3"/>
          <p:cNvSpPr>
            <a:spLocks noGrp="1"/>
          </p:cNvSpPr>
          <p:nvPr>
            <p:ph type="sldNum" sz="quarter" idx="5"/>
          </p:nvPr>
        </p:nvSpPr>
        <p:spPr/>
        <p:txBody>
          <a:bodyPr/>
          <a:lstStyle/>
          <a:p>
            <a:fld id="{BA7E51CF-144B-7241-A1FB-D978B63A9AA3}" type="slidenum">
              <a:rPr lang="nb-NO" smtClean="0"/>
              <a:t>39</a:t>
            </a:fld>
            <a:endParaRPr lang="nb-NO" dirty="0"/>
          </a:p>
        </p:txBody>
      </p:sp>
    </p:spTree>
    <p:extLst>
      <p:ext uri="{BB962C8B-B14F-4D97-AF65-F5344CB8AC3E}">
        <p14:creationId xmlns:p14="http://schemas.microsoft.com/office/powerpoint/2010/main" val="2043115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2014852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32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194118"/>
            <a:ext cx="7886700" cy="2377281"/>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593889"/>
            <a:ext cx="7886700" cy="1250156"/>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7751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7712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223403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3711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381001"/>
            <a:ext cx="4629150" cy="447108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37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5090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381000"/>
            <a:ext cx="4629150" cy="447164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714501"/>
            <a:ext cx="2949178" cy="315406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355398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692337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9932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408287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100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707685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05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8756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65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8468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7932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5947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861861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605264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8012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3656038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66669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508675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702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3995284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550917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515690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55524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730608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5334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204954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15269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43507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148128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3625510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08D9C70E-8304-E34A-89DB-70A9D8CEAB9F}"/>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1651659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542087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4" name="Picture 3">
            <a:extLst>
              <a:ext uri="{FF2B5EF4-FFF2-40B4-BE49-F238E27FC236}">
                <a16:creationId xmlns:a16="http://schemas.microsoft.com/office/drawing/2014/main" id="{BC3188BB-F162-1949-90AF-2F0207E360BF}"/>
              </a:ext>
            </a:extLst>
          </p:cNvPr>
          <p:cNvPicPr>
            <a:picLocks noChangeAspect="1"/>
          </p:cNvPicPr>
          <p:nvPr userDrawn="1"/>
        </p:nvPicPr>
        <p:blipFill>
          <a:blip r:embed="rId2"/>
          <a:srcRect/>
          <a:stretch/>
        </p:blipFill>
        <p:spPr>
          <a:xfrm>
            <a:off x="628650" y="4977336"/>
            <a:ext cx="2115408" cy="479695"/>
          </a:xfrm>
          <a:prstGeom prst="rect">
            <a:avLst/>
          </a:prstGeom>
        </p:spPr>
      </p:pic>
    </p:spTree>
    <p:extLst>
      <p:ext uri="{BB962C8B-B14F-4D97-AF65-F5344CB8AC3E}">
        <p14:creationId xmlns:p14="http://schemas.microsoft.com/office/powerpoint/2010/main" val="2735671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42904410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C7C5FA70-7C6F-2F49-8925-6BF1B8A79F39}"/>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36589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2735800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tiff"/><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3.png"/><Relationship Id="rId5" Type="http://schemas.openxmlformats.org/officeDocument/2006/relationships/slideLayout" Target="../slideLayouts/slideLayout21.xml"/><Relationship Id="rId10" Type="http://schemas.openxmlformats.org/officeDocument/2006/relationships/image" Target="../media/image5.pn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2.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0F270661-5897-294E-8E62-63F1988A1322}"/>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043424" y="4545000"/>
            <a:ext cx="2100576" cy="1170000"/>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US"/>
              <a:t>Click to edit Master title style</a:t>
            </a:r>
            <a:endParaRPr lang="nb-NO" dirty="0"/>
          </a:p>
        </p:txBody>
      </p:sp>
      <p:pic>
        <p:nvPicPr>
          <p:cNvPr id="14" name="Picture 13">
            <a:extLst>
              <a:ext uri="{FF2B5EF4-FFF2-40B4-BE49-F238E27FC236}">
                <a16:creationId xmlns:a16="http://schemas.microsoft.com/office/drawing/2014/main" id="{CE9FD4B4-DFF1-934C-A28A-5210B685895E}"/>
              </a:ext>
            </a:extLst>
          </p:cNvPr>
          <p:cNvPicPr>
            <a:picLocks noChangeAspect="1"/>
          </p:cNvPicPr>
          <p:nvPr userDrawn="1"/>
        </p:nvPicPr>
        <p:blipFill>
          <a:blip r:embed="rId11"/>
          <a:srcRect/>
          <a:stretch/>
        </p:blipFill>
        <p:spPr>
          <a:xfrm>
            <a:off x="628650" y="4977336"/>
            <a:ext cx="2115408" cy="479695"/>
          </a:xfrm>
          <a:prstGeom prst="rect">
            <a:avLst/>
          </a:prstGeom>
        </p:spPr>
      </p:pic>
      <p:sp>
        <p:nvSpPr>
          <p:cNvPr id="2" name="TextBox 1">
            <a:extLst>
              <a:ext uri="{FF2B5EF4-FFF2-40B4-BE49-F238E27FC236}">
                <a16:creationId xmlns:a16="http://schemas.microsoft.com/office/drawing/2014/main" id="{694CB108-4A1C-4218-9FA9-7C3065D8017E}"/>
              </a:ext>
            </a:extLst>
          </p:cNvPr>
          <p:cNvSpPr txBox="1"/>
          <p:nvPr userDrawn="1"/>
        </p:nvSpPr>
        <p:spPr>
          <a:xfrm>
            <a:off x="4572000" y="5168900"/>
            <a:ext cx="647700" cy="369332"/>
          </a:xfrm>
          <a:prstGeom prst="rect">
            <a:avLst/>
          </a:prstGeom>
          <a:noFill/>
        </p:spPr>
        <p:txBody>
          <a:bodyPr wrap="square" rtlCol="0">
            <a:spAutoFit/>
          </a:bodyPr>
          <a:lstStyle/>
          <a:p>
            <a:fld id="{C8C48452-7A9B-4D5F-88FD-7FB0AA86F494}" type="slidenum">
              <a:rPr lang="en-US" smtClean="0"/>
              <a:t>‹#›</a:t>
            </a:fld>
            <a:endParaRPr lang="en-US" dirty="0"/>
          </a:p>
        </p:txBody>
      </p:sp>
    </p:spTree>
    <p:extLst>
      <p:ext uri="{BB962C8B-B14F-4D97-AF65-F5344CB8AC3E}">
        <p14:creationId xmlns:p14="http://schemas.microsoft.com/office/powerpoint/2010/main" val="6262357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90" r:id="rId5"/>
    <p:sldLayoutId id="2147483691" r:id="rId6"/>
    <p:sldLayoutId id="2147483692" r:id="rId7"/>
    <p:sldLayoutId id="2147483693" r:id="rId8"/>
  </p:sldLayoutIdLst>
  <p:txStyles>
    <p:titleStyle>
      <a:lvl1pPr algn="l" defTabSz="685800" rtl="0" eaLnBrk="1" latinLnBrk="0" hangingPunct="1">
        <a:lnSpc>
          <a:spcPct val="90000"/>
        </a:lnSpc>
        <a:spcBef>
          <a:spcPct val="0"/>
        </a:spcBef>
        <a:buNone/>
        <a:defRPr sz="3300" b="0" i="0"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8" name="Picture 7">
            <a:extLst>
              <a:ext uri="{FF2B5EF4-FFF2-40B4-BE49-F238E27FC236}">
                <a16:creationId xmlns:a16="http://schemas.microsoft.com/office/drawing/2014/main" id="{CA839661-8C50-454D-B833-FE346B672CFE}"/>
              </a:ext>
            </a:extLst>
          </p:cNvPr>
          <p:cNvPicPr>
            <a:picLocks noChangeAspect="1"/>
          </p:cNvPicPr>
          <p:nvPr userDrawn="1"/>
        </p:nvPicPr>
        <p:blipFill>
          <a:blip r:embed="rId10"/>
          <a:srcRect/>
          <a:stretch/>
        </p:blipFill>
        <p:spPr>
          <a:xfrm>
            <a:off x="628650" y="4977335"/>
            <a:ext cx="2115408" cy="479695"/>
          </a:xfrm>
          <a:prstGeom prst="rect">
            <a:avLst/>
          </a:prstGeom>
        </p:spPr>
      </p:pic>
      <p:pic>
        <p:nvPicPr>
          <p:cNvPr id="10" name="Picture 9">
            <a:extLst>
              <a:ext uri="{FF2B5EF4-FFF2-40B4-BE49-F238E27FC236}">
                <a16:creationId xmlns:a16="http://schemas.microsoft.com/office/drawing/2014/main" id="{4AF53048-47FA-4243-88AA-13DAFFB34998}"/>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a:stretch/>
        </p:blipFill>
        <p:spPr>
          <a:xfrm>
            <a:off x="6960972" y="4741664"/>
            <a:ext cx="2183027" cy="973336"/>
          </a:xfrm>
          <a:prstGeom prst="rect">
            <a:avLst/>
          </a:prstGeom>
        </p:spPr>
      </p:pic>
    </p:spTree>
    <p:extLst>
      <p:ext uri="{BB962C8B-B14F-4D97-AF65-F5344CB8AC3E}">
        <p14:creationId xmlns:p14="http://schemas.microsoft.com/office/powerpoint/2010/main" val="27782243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pic>
        <p:nvPicPr>
          <p:cNvPr id="9" name="Picture 8">
            <a:extLst>
              <a:ext uri="{FF2B5EF4-FFF2-40B4-BE49-F238E27FC236}">
                <a16:creationId xmlns:a16="http://schemas.microsoft.com/office/drawing/2014/main" id="{F34963A4-30EA-BA44-A3C1-3E0310FE1290}"/>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166919" y="4509170"/>
            <a:ext cx="1977081" cy="1205829"/>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6" name="Picture 5">
            <a:extLst>
              <a:ext uri="{FF2B5EF4-FFF2-40B4-BE49-F238E27FC236}">
                <a16:creationId xmlns:a16="http://schemas.microsoft.com/office/drawing/2014/main" id="{FB0D1645-1E9C-5B4B-9DFE-AB79493B1225}"/>
              </a:ext>
            </a:extLst>
          </p:cNvPr>
          <p:cNvPicPr>
            <a:picLocks noChangeAspect="1"/>
          </p:cNvPicPr>
          <p:nvPr userDrawn="1"/>
        </p:nvPicPr>
        <p:blipFill>
          <a:blip r:embed="rId11"/>
          <a:srcRect/>
          <a:stretch/>
        </p:blipFill>
        <p:spPr>
          <a:xfrm>
            <a:off x="628650" y="4977335"/>
            <a:ext cx="2115408" cy="479695"/>
          </a:xfrm>
          <a:prstGeom prst="rect">
            <a:avLst/>
          </a:prstGeom>
        </p:spPr>
      </p:pic>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6024432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Lst>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C622C5-82B1-4746-AD46-30041CB9FD80}"/>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1EF0A790-7D3B-5240-8FBF-57EBDBFE5BA2}"/>
              </a:ext>
            </a:extLst>
          </p:cNvPr>
          <p:cNvPicPr>
            <a:picLocks noChangeAspect="1"/>
          </p:cNvPicPr>
          <p:nvPr userDrawn="1"/>
        </p:nvPicPr>
        <p:blipFill>
          <a:blip r:embed="rId10"/>
          <a:srcRect/>
          <a:stretch/>
        </p:blipFill>
        <p:spPr>
          <a:xfrm>
            <a:off x="628650" y="4977336"/>
            <a:ext cx="2115408" cy="479695"/>
          </a:xfrm>
          <a:prstGeom prst="rect">
            <a:avLst/>
          </a:prstGeom>
        </p:spPr>
      </p:pic>
    </p:spTree>
    <p:extLst>
      <p:ext uri="{BB962C8B-B14F-4D97-AF65-F5344CB8AC3E}">
        <p14:creationId xmlns:p14="http://schemas.microsoft.com/office/powerpoint/2010/main" val="146091779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Lst>
  <p:txStyles>
    <p:titleStyle>
      <a:lvl1pPr algn="l" defTabSz="685800" rtl="0" eaLnBrk="1" latinLnBrk="0" hangingPunct="1">
        <a:lnSpc>
          <a:spcPct val="90000"/>
        </a:lnSpc>
        <a:spcBef>
          <a:spcPct val="0"/>
        </a:spcBef>
        <a:buNone/>
        <a:defRPr sz="3300" b="0" i="0" kern="1200">
          <a:solidFill>
            <a:schemeClr val="bg1"/>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spTree>
    <p:extLst>
      <p:ext uri="{BB962C8B-B14F-4D97-AF65-F5344CB8AC3E}">
        <p14:creationId xmlns:p14="http://schemas.microsoft.com/office/powerpoint/2010/main" val="1744809105"/>
      </p:ext>
    </p:extLst>
  </p:cSld>
  <p:clrMap bg1="lt1" tx1="dk1" bg2="lt2" tx2="dk2" accent1="accent1" accent2="accent2" accent3="accent3" accent4="accent4" accent5="accent5" accent6="accent6" hlink="hlink" folHlink="folHlink"/>
  <p:sldLayoutIdLst>
    <p:sldLayoutId id="2147483713" r:id="rId1"/>
    <p:sldLayoutId id="2147483729" r:id="rId2"/>
    <p:sldLayoutId id="2147483715" r:id="rId3"/>
    <p:sldLayoutId id="2147483727" r:id="rId4"/>
    <p:sldLayoutId id="2147483714" r:id="rId5"/>
    <p:sldLayoutId id="2147483728" r:id="rId6"/>
    <p:sldLayoutId id="2147483716" r:id="rId7"/>
  </p:sldLayoutIdLst>
  <p:txStyles>
    <p:titleStyle>
      <a:lvl1pPr algn="l" defTabSz="685800" rtl="0" eaLnBrk="1" latinLnBrk="0" hangingPunct="1">
        <a:lnSpc>
          <a:spcPct val="90000"/>
        </a:lnSpc>
        <a:spcBef>
          <a:spcPct val="0"/>
        </a:spcBef>
        <a:buNone/>
        <a:defRPr sz="3300" b="0" i="0" kern="1200">
          <a:solidFill>
            <a:srgbClr val="2E538D"/>
          </a:solidFill>
          <a:latin typeface="TT Commons" panose="02000506040000020004"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TT Commons" panose="02000506040000020004"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TT Commons" panose="02000506040000020004"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TT Commons" panose="02000506040000020004"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TT Commons" panose="02000506040000020004"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TT Commons" panose="02000506040000020004"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10.xml"/><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studhimolde-my.sharepoint.com/personal/aldi_himolde_no/Documents/Dokumenter/Teaching/Introduction%20to%20Economics%20for%20Sport%20Management%20(IDR305)/Lectures(Me)/L4.pptx?web=1"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agriculture.canada.ca/en/canadas-agriculture-sectors/animal-industry/canadian-dairy-information-centre" TargetMode="External"/><Relationship Id="rId2" Type="http://schemas.openxmlformats.org/officeDocument/2006/relationships/hyperlink" Target="https://ers.usda.gov/sites/default/files/_laserfiche/publications/47575/8030_tb1928.pdf"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siepr.stanford.edu/sites/default/files/publications/fetter.rentcontrol.ww2__6.pdf"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eb.archive.org/web/20070928143012/http:/www.otemon.ac.jp/cas/pdf/30/anne.pdf"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freakonomics.com/podcast/child-povert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83FD103-5EF1-48AB-8EC6-4C1921FB118B}"/>
              </a:ext>
            </a:extLst>
          </p:cNvPr>
          <p:cNvSpPr>
            <a:spLocks noGrp="1"/>
          </p:cNvSpPr>
          <p:nvPr>
            <p:ph type="ctrTitle"/>
          </p:nvPr>
        </p:nvSpPr>
        <p:spPr>
          <a:xfrm>
            <a:off x="1392793" y="470143"/>
            <a:ext cx="6858000" cy="1483627"/>
          </a:xfrm>
        </p:spPr>
        <p:txBody>
          <a:bodyPr>
            <a:normAutofit/>
          </a:bodyPr>
          <a:lstStyle/>
          <a:p>
            <a:pPr algn="ctr"/>
            <a:r>
              <a:rPr kumimoji="0" lang="en-US" altLang="en-US" sz="4500" b="0" i="0" u="none" strike="noStrike" kern="1200" cap="none" spc="0" normalizeH="0" baseline="0" dirty="0">
                <a:ln>
                  <a:noFill/>
                </a:ln>
                <a:solidFill>
                  <a:prstClr val="white"/>
                </a:solidFill>
                <a:effectLst/>
                <a:uLnTx/>
                <a:uFillTx/>
                <a:latin typeface="Calibri" panose="020F0502020204030204"/>
                <a:ea typeface="ＭＳ Ｐゴシック" panose="020B0600070205080204" pitchFamily="34" charset="-128"/>
                <a:cs typeface="+mj-cs"/>
              </a:rPr>
              <a:t>Lecture</a:t>
            </a:r>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 #7</a:t>
            </a:r>
            <a:b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br>
            <a:r>
              <a:rPr lang="en-US" altLang="en-US" noProof="0" dirty="0">
                <a:solidFill>
                  <a:prstClr val="white"/>
                </a:solidFill>
                <a:latin typeface="Calibri" panose="020F0502020204030204"/>
                <a:ea typeface="ＭＳ Ｐゴシック" panose="020B0600070205080204" pitchFamily="34" charset="-128"/>
              </a:rPr>
              <a:t>Government Policy</a:t>
            </a:r>
            <a:endParaRPr lang="en-US" dirty="0"/>
          </a:p>
        </p:txBody>
      </p:sp>
      <p:sp>
        <p:nvSpPr>
          <p:cNvPr id="3" name="Undertittel 2">
            <a:extLst>
              <a:ext uri="{FF2B5EF4-FFF2-40B4-BE49-F238E27FC236}">
                <a16:creationId xmlns:a16="http://schemas.microsoft.com/office/drawing/2014/main" id="{B36D34FB-1F7C-40AB-BF82-E481F6CDD12B}"/>
              </a:ext>
            </a:extLst>
          </p:cNvPr>
          <p:cNvSpPr>
            <a:spLocks noGrp="1"/>
          </p:cNvSpPr>
          <p:nvPr>
            <p:ph type="subTitle" idx="1"/>
          </p:nvPr>
        </p:nvSpPr>
        <p:spPr>
          <a:xfrm>
            <a:off x="3552445" y="2050574"/>
            <a:ext cx="2212383" cy="345936"/>
          </a:xfrm>
        </p:spPr>
        <p:txBody>
          <a:bodyPr/>
          <a:lstStyle/>
          <a:p>
            <a:r>
              <a:rPr lang="nb-NO" dirty="0"/>
              <a:t>Alessandro Di Mattia</a:t>
            </a:r>
          </a:p>
          <a:p>
            <a:endParaRPr lang="nb-NO" dirty="0"/>
          </a:p>
        </p:txBody>
      </p:sp>
      <p:pic>
        <p:nvPicPr>
          <p:cNvPr id="4" name="Picture 3">
            <a:extLst>
              <a:ext uri="{FF2B5EF4-FFF2-40B4-BE49-F238E27FC236}">
                <a16:creationId xmlns:a16="http://schemas.microsoft.com/office/drawing/2014/main" id="{27EF24E2-7FCE-4595-9068-53A69F6EEC7B}"/>
              </a:ext>
            </a:extLst>
          </p:cNvPr>
          <p:cNvPicPr>
            <a:picLocks noChangeAspect="1"/>
          </p:cNvPicPr>
          <p:nvPr/>
        </p:nvPicPr>
        <p:blipFill>
          <a:blip r:embed="rId2"/>
          <a:stretch>
            <a:fillRect/>
          </a:stretch>
        </p:blipFill>
        <p:spPr>
          <a:xfrm>
            <a:off x="4137384" y="2761276"/>
            <a:ext cx="1042506" cy="1243692"/>
          </a:xfrm>
          <a:prstGeom prst="rect">
            <a:avLst/>
          </a:prstGeom>
        </p:spPr>
      </p:pic>
    </p:spTree>
    <p:extLst>
      <p:ext uri="{BB962C8B-B14F-4D97-AF65-F5344CB8AC3E}">
        <p14:creationId xmlns:p14="http://schemas.microsoft.com/office/powerpoint/2010/main" val="315360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6354-5F16-4AE8-BCB6-3474B1E142FF}"/>
              </a:ext>
            </a:extLst>
          </p:cNvPr>
          <p:cNvSpPr>
            <a:spLocks noGrp="1"/>
          </p:cNvSpPr>
          <p:nvPr>
            <p:ph type="title"/>
          </p:nvPr>
        </p:nvSpPr>
        <p:spPr/>
        <p:txBody>
          <a:bodyPr/>
          <a:lstStyle/>
          <a:p>
            <a:pPr algn="ctr"/>
            <a:r>
              <a:rPr lang="it-IT" dirty="0"/>
              <a:t>Producer Surplus</a:t>
            </a:r>
            <a:endParaRPr lang="en-GB" dirty="0"/>
          </a:p>
        </p:txBody>
      </p:sp>
      <p:sp>
        <p:nvSpPr>
          <p:cNvPr id="3" name="Content Placeholder 2">
            <a:extLst>
              <a:ext uri="{FF2B5EF4-FFF2-40B4-BE49-F238E27FC236}">
                <a16:creationId xmlns:a16="http://schemas.microsoft.com/office/drawing/2014/main" id="{94604D02-EE47-4B89-8310-258B4ADFA787}"/>
              </a:ext>
            </a:extLst>
          </p:cNvPr>
          <p:cNvSpPr>
            <a:spLocks noGrp="1"/>
          </p:cNvSpPr>
          <p:nvPr>
            <p:ph idx="1"/>
          </p:nvPr>
        </p:nvSpPr>
        <p:spPr/>
        <p:txBody>
          <a:bodyPr/>
          <a:lstStyle/>
          <a:p>
            <a:r>
              <a:rPr lang="en-US" dirty="0"/>
              <a:t>Producer surplus is the difference between the price received for a product and the marginal cost to produce it</a:t>
            </a:r>
          </a:p>
          <a:p>
            <a:r>
              <a:rPr lang="en-US" dirty="0"/>
              <a:t>In some sense, the supply curve represents the opportunity cost for suppliers</a:t>
            </a:r>
          </a:p>
          <a:p>
            <a:r>
              <a:rPr lang="en-US" dirty="0"/>
              <a:t>Excess value suppliers are getting above and beyond their opportunity cost</a:t>
            </a:r>
          </a:p>
        </p:txBody>
      </p:sp>
    </p:spTree>
    <p:extLst>
      <p:ext uri="{BB962C8B-B14F-4D97-AF65-F5344CB8AC3E}">
        <p14:creationId xmlns:p14="http://schemas.microsoft.com/office/powerpoint/2010/main" val="3234740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15302573-09C8-4F89-ADF8-FF37B58BB199}"/>
              </a:ext>
            </a:extLst>
          </p:cNvPr>
          <p:cNvCxnSpPr/>
          <p:nvPr/>
        </p:nvCxnSpPr>
        <p:spPr>
          <a:xfrm>
            <a:off x="2044931" y="3865418"/>
            <a:ext cx="480475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D0EA1EDD-676A-4B78-B101-A5B80CD86B15}"/>
              </a:ext>
            </a:extLst>
          </p:cNvPr>
          <p:cNvCxnSpPr/>
          <p:nvPr/>
        </p:nvCxnSpPr>
        <p:spPr>
          <a:xfrm flipV="1">
            <a:off x="2044931" y="523702"/>
            <a:ext cx="0" cy="334171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DDEA6F26-2BF8-447E-BA3A-7195260E7DBA}"/>
              </a:ext>
            </a:extLst>
          </p:cNvPr>
          <p:cNvCxnSpPr/>
          <p:nvPr/>
        </p:nvCxnSpPr>
        <p:spPr>
          <a:xfrm>
            <a:off x="2103120" y="1130531"/>
            <a:ext cx="3341716" cy="2734887"/>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sp>
        <p:nvSpPr>
          <p:cNvPr id="12" name="TextBox 11">
            <a:extLst>
              <a:ext uri="{FF2B5EF4-FFF2-40B4-BE49-F238E27FC236}">
                <a16:creationId xmlns:a16="http://schemas.microsoft.com/office/drawing/2014/main" id="{5BEF0805-008E-4FD1-9208-6A7E51C5FB68}"/>
              </a:ext>
            </a:extLst>
          </p:cNvPr>
          <p:cNvSpPr txBox="1"/>
          <p:nvPr/>
        </p:nvSpPr>
        <p:spPr>
          <a:xfrm>
            <a:off x="2680868" y="451843"/>
            <a:ext cx="1687455" cy="369332"/>
          </a:xfrm>
          <a:prstGeom prst="rect">
            <a:avLst/>
          </a:prstGeom>
          <a:noFill/>
        </p:spPr>
        <p:txBody>
          <a:bodyPr wrap="square" rtlCol="0">
            <a:spAutoFit/>
          </a:bodyP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Potatoes</a:t>
            </a:r>
            <a:r>
              <a:rPr lang="it-IT" dirty="0"/>
              <a:t> 🥔</a:t>
            </a:r>
            <a:endParaRPr lang="en-GB" dirty="0"/>
          </a:p>
        </p:txBody>
      </p:sp>
      <p:sp>
        <p:nvSpPr>
          <p:cNvPr id="13" name="TextBox 12">
            <a:extLst>
              <a:ext uri="{FF2B5EF4-FFF2-40B4-BE49-F238E27FC236}">
                <a16:creationId xmlns:a16="http://schemas.microsoft.com/office/drawing/2014/main" id="{84379331-7D4A-496D-8AA5-1ECBB9666C58}"/>
              </a:ext>
            </a:extLst>
          </p:cNvPr>
          <p:cNvSpPr txBox="1"/>
          <p:nvPr/>
        </p:nvSpPr>
        <p:spPr>
          <a:xfrm>
            <a:off x="2597727" y="4362689"/>
            <a:ext cx="2784763" cy="369332"/>
          </a:xfrm>
          <a:prstGeom prst="rect">
            <a:avLst/>
          </a:prstGeom>
          <a:noFill/>
        </p:spPr>
        <p:txBody>
          <a:bodyPr wrap="square" rtlCol="0">
            <a:spAutoFit/>
          </a:bodyPr>
          <a:lstStyle/>
          <a:p>
            <a:pPr algn="ctr"/>
            <a:r>
              <a:rPr lang="it-IT"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Quantity (kg)</a:t>
            </a:r>
            <a:endParaRPr lang="en-GB"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4" name="TextBox 13">
            <a:extLst>
              <a:ext uri="{FF2B5EF4-FFF2-40B4-BE49-F238E27FC236}">
                <a16:creationId xmlns:a16="http://schemas.microsoft.com/office/drawing/2014/main" id="{E737200B-BC63-4D83-ADDD-D8568A6C0868}"/>
              </a:ext>
            </a:extLst>
          </p:cNvPr>
          <p:cNvSpPr txBox="1"/>
          <p:nvPr/>
        </p:nvSpPr>
        <p:spPr>
          <a:xfrm>
            <a:off x="1315335" y="1429497"/>
            <a:ext cx="461665" cy="1976643"/>
          </a:xfrm>
          <a:prstGeom prst="rect">
            <a:avLst/>
          </a:prstGeom>
          <a:noFill/>
        </p:spPr>
        <p:txBody>
          <a:bodyPr vert="vert270" wrap="square" rtlCol="0">
            <a:spAutoFit/>
          </a:bodyPr>
          <a:lstStyle/>
          <a:p>
            <a:pPr algn="ctr"/>
            <a:r>
              <a:rPr lang="it-IT"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Price (in $)</a:t>
            </a:r>
            <a:endParaRPr lang="en-GB"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5" name="TextBox 14">
            <a:extLst>
              <a:ext uri="{FF2B5EF4-FFF2-40B4-BE49-F238E27FC236}">
                <a16:creationId xmlns:a16="http://schemas.microsoft.com/office/drawing/2014/main" id="{26FD728B-8177-4FFF-862F-90EDF9CAF7AE}"/>
              </a:ext>
            </a:extLst>
          </p:cNvPr>
          <p:cNvSpPr txBox="1"/>
          <p:nvPr/>
        </p:nvSpPr>
        <p:spPr>
          <a:xfrm>
            <a:off x="4521200" y="1477847"/>
            <a:ext cx="307570" cy="369332"/>
          </a:xfrm>
          <a:prstGeom prst="rect">
            <a:avLst/>
          </a:prstGeom>
          <a:noFill/>
        </p:spPr>
        <p:txBody>
          <a:bodyPr wrap="square" rtlCol="0">
            <a:spAutoFit/>
          </a:bodyPr>
          <a:lstStyle/>
          <a:p>
            <a:r>
              <a:rPr lang="it-IT" dirty="0"/>
              <a:t>S</a:t>
            </a:r>
          </a:p>
        </p:txBody>
      </p:sp>
      <p:sp>
        <p:nvSpPr>
          <p:cNvPr id="16" name="TextBox 15">
            <a:extLst>
              <a:ext uri="{FF2B5EF4-FFF2-40B4-BE49-F238E27FC236}">
                <a16:creationId xmlns:a16="http://schemas.microsoft.com/office/drawing/2014/main" id="{BF6E96CD-B349-41BE-95DC-AD95805515EC}"/>
              </a:ext>
            </a:extLst>
          </p:cNvPr>
          <p:cNvSpPr txBox="1"/>
          <p:nvPr/>
        </p:nvSpPr>
        <p:spPr>
          <a:xfrm>
            <a:off x="5320145" y="3406140"/>
            <a:ext cx="124691" cy="369332"/>
          </a:xfrm>
          <a:prstGeom prst="rect">
            <a:avLst/>
          </a:prstGeom>
          <a:noFill/>
        </p:spPr>
        <p:txBody>
          <a:bodyPr wrap="square" rtlCol="0">
            <a:spAutoFit/>
          </a:bodyPr>
          <a:lstStyle/>
          <a:p>
            <a:r>
              <a:rPr lang="it-IT" dirty="0"/>
              <a:t>D</a:t>
            </a:r>
            <a:endParaRPr lang="en-GB" dirty="0"/>
          </a:p>
        </p:txBody>
      </p:sp>
      <p:cxnSp>
        <p:nvCxnSpPr>
          <p:cNvPr id="18" name="Straight Connector 17">
            <a:extLst>
              <a:ext uri="{FF2B5EF4-FFF2-40B4-BE49-F238E27FC236}">
                <a16:creationId xmlns:a16="http://schemas.microsoft.com/office/drawing/2014/main" id="{0808D1F7-A65B-40CA-A36F-D1B01730DAEC}"/>
              </a:ext>
            </a:extLst>
          </p:cNvPr>
          <p:cNvCxnSpPr/>
          <p:nvPr/>
        </p:nvCxnSpPr>
        <p:spPr>
          <a:xfrm flipH="1">
            <a:off x="2044931" y="2286000"/>
            <a:ext cx="1479665" cy="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5CCDDF5F-50A1-44B7-A905-685D4AB6B442}"/>
              </a:ext>
            </a:extLst>
          </p:cNvPr>
          <p:cNvCxnSpPr/>
          <p:nvPr/>
        </p:nvCxnSpPr>
        <p:spPr>
          <a:xfrm>
            <a:off x="3524596" y="2286000"/>
            <a:ext cx="0" cy="1579418"/>
          </a:xfrm>
          <a:prstGeom prst="line">
            <a:avLst/>
          </a:prstGeom>
          <a:ln w="25400">
            <a:prstDash val="dash"/>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170ECC23-5880-42C7-9384-1712F96CF8AB}"/>
              </a:ext>
            </a:extLst>
          </p:cNvPr>
          <p:cNvSpPr txBox="1"/>
          <p:nvPr/>
        </p:nvSpPr>
        <p:spPr>
          <a:xfrm>
            <a:off x="3358342" y="4008121"/>
            <a:ext cx="502458" cy="369332"/>
          </a:xfrm>
          <a:prstGeom prst="rect">
            <a:avLst/>
          </a:prstGeom>
          <a:noFill/>
        </p:spPr>
        <p:txBody>
          <a:bodyPr wrap="square" rtlCol="0">
            <a:spAutoFit/>
          </a:bodyPr>
          <a:lstStyle/>
          <a:p>
            <a:r>
              <a:rPr lang="it-IT" dirty="0"/>
              <a:t>Q1</a:t>
            </a:r>
          </a:p>
        </p:txBody>
      </p:sp>
      <p:sp>
        <p:nvSpPr>
          <p:cNvPr id="22" name="TextBox 21">
            <a:extLst>
              <a:ext uri="{FF2B5EF4-FFF2-40B4-BE49-F238E27FC236}">
                <a16:creationId xmlns:a16="http://schemas.microsoft.com/office/drawing/2014/main" id="{798C3F94-0F2B-4B7F-A997-4917AD06329D}"/>
              </a:ext>
            </a:extLst>
          </p:cNvPr>
          <p:cNvSpPr txBox="1"/>
          <p:nvPr/>
        </p:nvSpPr>
        <p:spPr>
          <a:xfrm>
            <a:off x="1641455" y="2128642"/>
            <a:ext cx="461665" cy="369332"/>
          </a:xfrm>
          <a:prstGeom prst="rect">
            <a:avLst/>
          </a:prstGeom>
          <a:noFill/>
        </p:spPr>
        <p:txBody>
          <a:bodyPr vert="vert270" wrap="square" rtlCol="0">
            <a:spAutoFit/>
          </a:bodyPr>
          <a:lstStyle/>
          <a:p>
            <a:r>
              <a:rPr lang="it-IT" dirty="0"/>
              <a:t>P1</a:t>
            </a:r>
          </a:p>
        </p:txBody>
      </p:sp>
      <p:sp>
        <p:nvSpPr>
          <p:cNvPr id="26" name="Right Triangle 25">
            <a:extLst>
              <a:ext uri="{FF2B5EF4-FFF2-40B4-BE49-F238E27FC236}">
                <a16:creationId xmlns:a16="http://schemas.microsoft.com/office/drawing/2014/main" id="{4BA57186-E462-4166-9142-5B4DD27AD9B1}"/>
              </a:ext>
            </a:extLst>
          </p:cNvPr>
          <p:cNvSpPr/>
          <p:nvPr/>
        </p:nvSpPr>
        <p:spPr>
          <a:xfrm flipV="1">
            <a:off x="2065717" y="2299940"/>
            <a:ext cx="1458874" cy="836878"/>
          </a:xfrm>
          <a:prstGeom prst="rtTriangle">
            <a:avLst/>
          </a:prstGeom>
          <a:pattFill prst="dkVert">
            <a:fgClr>
              <a:schemeClr val="accent2"/>
            </a:fgClr>
            <a:bgClr>
              <a:schemeClr val="bg1"/>
            </a:bgClr>
          </a:patt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GB">
              <a:effectLst>
                <a:glow rad="127000">
                  <a:schemeClr val="accent1">
                    <a:alpha val="0"/>
                  </a:schemeClr>
                </a:glow>
                <a:outerShdw blurRad="1270000" dist="50800" dir="5400000" algn="ctr" rotWithShape="0">
                  <a:srgbClr val="000000">
                    <a:alpha val="0"/>
                  </a:srgbClr>
                </a:outerShdw>
                <a:reflection stA="0" endPos="65000" dist="50800" dir="5400000" sy="-100000" algn="bl" rotWithShape="0"/>
              </a:effectLst>
            </a:endParaRPr>
          </a:p>
        </p:txBody>
      </p:sp>
      <p:cxnSp>
        <p:nvCxnSpPr>
          <p:cNvPr id="38" name="Straight Arrow Connector 37">
            <a:extLst>
              <a:ext uri="{FF2B5EF4-FFF2-40B4-BE49-F238E27FC236}">
                <a16:creationId xmlns:a16="http://schemas.microsoft.com/office/drawing/2014/main" id="{6D568BBF-03DE-47C0-8E46-7E136797BD88}"/>
              </a:ext>
            </a:extLst>
          </p:cNvPr>
          <p:cNvCxnSpPr>
            <a:cxnSpLocks/>
            <a:stCxn id="26" idx="0"/>
          </p:cNvCxnSpPr>
          <p:nvPr/>
        </p:nvCxnSpPr>
        <p:spPr>
          <a:xfrm flipV="1">
            <a:off x="2065717" y="1752600"/>
            <a:ext cx="2455483" cy="1384218"/>
          </a:xfrm>
          <a:prstGeom prst="straightConnector1">
            <a:avLst/>
          </a:prstGeom>
          <a:ln w="2540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50206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8A853-BE4E-4F82-840C-554FBED64CF4}"/>
              </a:ext>
            </a:extLst>
          </p:cNvPr>
          <p:cNvSpPr>
            <a:spLocks noGrp="1"/>
          </p:cNvSpPr>
          <p:nvPr>
            <p:ph type="title"/>
          </p:nvPr>
        </p:nvSpPr>
        <p:spPr/>
        <p:txBody>
          <a:bodyPr/>
          <a:lstStyle/>
          <a:p>
            <a:pPr algn="ctr"/>
            <a:r>
              <a:rPr lang="it-IT" dirty="0"/>
              <a:t>Consumers and Producers Surplus</a:t>
            </a:r>
            <a:endParaRPr lang="en-GB" dirty="0"/>
          </a:p>
        </p:txBody>
      </p:sp>
      <p:cxnSp>
        <p:nvCxnSpPr>
          <p:cNvPr id="5" name="Straight Arrow Connector 4">
            <a:extLst>
              <a:ext uri="{FF2B5EF4-FFF2-40B4-BE49-F238E27FC236}">
                <a16:creationId xmlns:a16="http://schemas.microsoft.com/office/drawing/2014/main" id="{C10E2D5B-3A8D-4926-A0E8-ADCDA6229757}"/>
              </a:ext>
            </a:extLst>
          </p:cNvPr>
          <p:cNvCxnSpPr/>
          <p:nvPr/>
        </p:nvCxnSpPr>
        <p:spPr>
          <a:xfrm flipV="1">
            <a:off x="2167467" y="1735667"/>
            <a:ext cx="0" cy="25061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58EAAACD-5B47-437D-96AA-C7EFB46CA80D}"/>
              </a:ext>
            </a:extLst>
          </p:cNvPr>
          <p:cNvCxnSpPr>
            <a:cxnSpLocks/>
          </p:cNvCxnSpPr>
          <p:nvPr/>
        </p:nvCxnSpPr>
        <p:spPr>
          <a:xfrm>
            <a:off x="2167467" y="4241800"/>
            <a:ext cx="448733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31C8B805-28C4-4261-B58C-97B515551F77}"/>
              </a:ext>
            </a:extLst>
          </p:cNvPr>
          <p:cNvCxnSpPr>
            <a:cxnSpLocks/>
          </p:cNvCxnSpPr>
          <p:nvPr/>
        </p:nvCxnSpPr>
        <p:spPr>
          <a:xfrm>
            <a:off x="2171701" y="1996018"/>
            <a:ext cx="3119966" cy="1551516"/>
          </a:xfrm>
          <a:prstGeom prst="straightConnector1">
            <a:avLst/>
          </a:prstGeom>
          <a:ln w="25400">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F3867F79-E053-4A76-ADB5-17AB64D56617}"/>
              </a:ext>
            </a:extLst>
          </p:cNvPr>
          <p:cNvCxnSpPr>
            <a:cxnSpLocks/>
          </p:cNvCxnSpPr>
          <p:nvPr/>
        </p:nvCxnSpPr>
        <p:spPr>
          <a:xfrm flipV="1">
            <a:off x="2167467" y="2622388"/>
            <a:ext cx="3484032" cy="1268149"/>
          </a:xfrm>
          <a:prstGeom prst="straightConnector1">
            <a:avLst/>
          </a:prstGeom>
          <a:ln w="25400">
            <a:tailEnd type="triangle"/>
          </a:ln>
        </p:spPr>
        <p:style>
          <a:lnRef idx="1">
            <a:schemeClr val="accent6"/>
          </a:lnRef>
          <a:fillRef idx="0">
            <a:schemeClr val="accent6"/>
          </a:fillRef>
          <a:effectRef idx="0">
            <a:schemeClr val="accent6"/>
          </a:effectRef>
          <a:fontRef idx="minor">
            <a:schemeClr val="tx1"/>
          </a:fontRef>
        </p:style>
      </p:cxnSp>
      <p:cxnSp>
        <p:nvCxnSpPr>
          <p:cNvPr id="19" name="Straight Connector 18">
            <a:extLst>
              <a:ext uri="{FF2B5EF4-FFF2-40B4-BE49-F238E27FC236}">
                <a16:creationId xmlns:a16="http://schemas.microsoft.com/office/drawing/2014/main" id="{D8A4B986-8C43-4D9A-B055-28E73F236E76}"/>
              </a:ext>
            </a:extLst>
          </p:cNvPr>
          <p:cNvCxnSpPr/>
          <p:nvPr/>
        </p:nvCxnSpPr>
        <p:spPr>
          <a:xfrm flipH="1">
            <a:off x="2167467" y="3090749"/>
            <a:ext cx="2150533" cy="0"/>
          </a:xfrm>
          <a:prstGeom prst="line">
            <a:avLst/>
          </a:prstGeom>
          <a:ln w="254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0922633-D38E-47F6-AE7A-9801C7E8BCBA}"/>
              </a:ext>
            </a:extLst>
          </p:cNvPr>
          <p:cNvCxnSpPr/>
          <p:nvPr/>
        </p:nvCxnSpPr>
        <p:spPr>
          <a:xfrm>
            <a:off x="4318000" y="3090749"/>
            <a:ext cx="0" cy="1151051"/>
          </a:xfrm>
          <a:prstGeom prst="line">
            <a:avLst/>
          </a:prstGeom>
          <a:ln w="254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4DFB165-6A92-4FEA-A313-FE242264EC70}"/>
              </a:ext>
            </a:extLst>
          </p:cNvPr>
          <p:cNvSpPr txBox="1"/>
          <p:nvPr/>
        </p:nvSpPr>
        <p:spPr>
          <a:xfrm>
            <a:off x="5651499" y="2294466"/>
            <a:ext cx="262467" cy="369332"/>
          </a:xfrm>
          <a:prstGeom prst="rect">
            <a:avLst/>
          </a:prstGeom>
          <a:noFill/>
        </p:spPr>
        <p:txBody>
          <a:bodyPr wrap="square" rtlCol="0">
            <a:spAutoFit/>
          </a:bodyPr>
          <a:lstStyle/>
          <a:p>
            <a:pPr algn="ctr"/>
            <a:r>
              <a:rPr lang="it-IT" dirty="0"/>
              <a:t>S</a:t>
            </a:r>
            <a:endParaRPr lang="en-GB" dirty="0"/>
          </a:p>
        </p:txBody>
      </p:sp>
      <p:sp>
        <p:nvSpPr>
          <p:cNvPr id="24" name="TextBox 23">
            <a:extLst>
              <a:ext uri="{FF2B5EF4-FFF2-40B4-BE49-F238E27FC236}">
                <a16:creationId xmlns:a16="http://schemas.microsoft.com/office/drawing/2014/main" id="{CCE9B802-9D62-4B55-A7F3-1665E56FF953}"/>
              </a:ext>
            </a:extLst>
          </p:cNvPr>
          <p:cNvSpPr txBox="1"/>
          <p:nvPr/>
        </p:nvSpPr>
        <p:spPr>
          <a:xfrm>
            <a:off x="5272617" y="3362868"/>
            <a:ext cx="427566" cy="369332"/>
          </a:xfrm>
          <a:prstGeom prst="rect">
            <a:avLst/>
          </a:prstGeom>
          <a:noFill/>
        </p:spPr>
        <p:txBody>
          <a:bodyPr wrap="square" rtlCol="0">
            <a:spAutoFit/>
          </a:bodyPr>
          <a:lstStyle/>
          <a:p>
            <a:pPr algn="ctr"/>
            <a:r>
              <a:rPr lang="it-IT" dirty="0"/>
              <a:t>D</a:t>
            </a:r>
            <a:endParaRPr lang="en-GB" dirty="0"/>
          </a:p>
        </p:txBody>
      </p:sp>
      <p:sp>
        <p:nvSpPr>
          <p:cNvPr id="25" name="TextBox 24">
            <a:extLst>
              <a:ext uri="{FF2B5EF4-FFF2-40B4-BE49-F238E27FC236}">
                <a16:creationId xmlns:a16="http://schemas.microsoft.com/office/drawing/2014/main" id="{C6442EEB-7F09-4FDE-BC29-65D119E0C998}"/>
              </a:ext>
            </a:extLst>
          </p:cNvPr>
          <p:cNvSpPr txBox="1"/>
          <p:nvPr/>
        </p:nvSpPr>
        <p:spPr>
          <a:xfrm>
            <a:off x="3308348" y="4326228"/>
            <a:ext cx="2607734" cy="369332"/>
          </a:xfrm>
          <a:prstGeom prst="rect">
            <a:avLst/>
          </a:prstGeom>
          <a:noFill/>
        </p:spPr>
        <p:txBody>
          <a:bodyPr wrap="square" rtlCol="0">
            <a:spAutoFit/>
          </a:bodyPr>
          <a:lstStyle/>
          <a:p>
            <a:r>
              <a:rPr lang="it-IT" dirty="0"/>
              <a:t>Equilibrium </a:t>
            </a:r>
            <a:r>
              <a:rPr lang="en-US" dirty="0"/>
              <a:t>Quantity</a:t>
            </a:r>
          </a:p>
        </p:txBody>
      </p:sp>
      <p:sp>
        <p:nvSpPr>
          <p:cNvPr id="26" name="TextBox 25">
            <a:extLst>
              <a:ext uri="{FF2B5EF4-FFF2-40B4-BE49-F238E27FC236}">
                <a16:creationId xmlns:a16="http://schemas.microsoft.com/office/drawing/2014/main" id="{16B80A28-E2F0-4B5A-BDC9-341161BAF327}"/>
              </a:ext>
            </a:extLst>
          </p:cNvPr>
          <p:cNvSpPr txBox="1"/>
          <p:nvPr/>
        </p:nvSpPr>
        <p:spPr>
          <a:xfrm>
            <a:off x="1352204" y="2086929"/>
            <a:ext cx="461665" cy="1803607"/>
          </a:xfrm>
          <a:prstGeom prst="rect">
            <a:avLst/>
          </a:prstGeom>
          <a:noFill/>
        </p:spPr>
        <p:txBody>
          <a:bodyPr vert="vert270" wrap="square" rtlCol="0">
            <a:spAutoFit/>
          </a:bodyPr>
          <a:lstStyle/>
          <a:p>
            <a:pPr algn="ctr"/>
            <a:r>
              <a:rPr lang="it-IT" dirty="0"/>
              <a:t>Equilibrium Price</a:t>
            </a:r>
            <a:endParaRPr lang="en-GB" dirty="0"/>
          </a:p>
        </p:txBody>
      </p:sp>
      <p:sp>
        <p:nvSpPr>
          <p:cNvPr id="27" name="TextBox 26">
            <a:extLst>
              <a:ext uri="{FF2B5EF4-FFF2-40B4-BE49-F238E27FC236}">
                <a16:creationId xmlns:a16="http://schemas.microsoft.com/office/drawing/2014/main" id="{80BB4134-1E06-4F5E-94DC-8BF2FA04ECB9}"/>
              </a:ext>
            </a:extLst>
          </p:cNvPr>
          <p:cNvSpPr txBox="1"/>
          <p:nvPr/>
        </p:nvSpPr>
        <p:spPr>
          <a:xfrm>
            <a:off x="6108700" y="4366723"/>
            <a:ext cx="1092200" cy="369332"/>
          </a:xfrm>
          <a:prstGeom prst="rect">
            <a:avLst/>
          </a:prstGeom>
          <a:noFill/>
        </p:spPr>
        <p:txBody>
          <a:bodyPr wrap="square" rtlCol="0">
            <a:spAutoFit/>
          </a:bodyPr>
          <a:lstStyle/>
          <a:p>
            <a:r>
              <a:rPr lang="en-US" dirty="0"/>
              <a:t>Quantity</a:t>
            </a:r>
          </a:p>
        </p:txBody>
      </p:sp>
      <p:sp>
        <p:nvSpPr>
          <p:cNvPr id="28" name="TextBox 27">
            <a:extLst>
              <a:ext uri="{FF2B5EF4-FFF2-40B4-BE49-F238E27FC236}">
                <a16:creationId xmlns:a16="http://schemas.microsoft.com/office/drawing/2014/main" id="{EBACA12B-B70D-4A2E-A624-4FF593A90665}"/>
              </a:ext>
            </a:extLst>
          </p:cNvPr>
          <p:cNvSpPr txBox="1"/>
          <p:nvPr/>
        </p:nvSpPr>
        <p:spPr>
          <a:xfrm>
            <a:off x="1735437" y="1443689"/>
            <a:ext cx="461665" cy="669099"/>
          </a:xfrm>
          <a:prstGeom prst="rect">
            <a:avLst/>
          </a:prstGeom>
          <a:noFill/>
        </p:spPr>
        <p:txBody>
          <a:bodyPr vert="vert270" wrap="square" rtlCol="0">
            <a:spAutoFit/>
          </a:bodyPr>
          <a:lstStyle/>
          <a:p>
            <a:r>
              <a:rPr lang="it-IT" dirty="0"/>
              <a:t>Price</a:t>
            </a:r>
            <a:endParaRPr lang="en-GB" dirty="0"/>
          </a:p>
        </p:txBody>
      </p:sp>
      <p:sp>
        <p:nvSpPr>
          <p:cNvPr id="32" name="Isosceles Triangle 31">
            <a:extLst>
              <a:ext uri="{FF2B5EF4-FFF2-40B4-BE49-F238E27FC236}">
                <a16:creationId xmlns:a16="http://schemas.microsoft.com/office/drawing/2014/main" id="{36B33FC6-A934-4A86-8680-389522FF5337}"/>
              </a:ext>
            </a:extLst>
          </p:cNvPr>
          <p:cNvSpPr/>
          <p:nvPr/>
        </p:nvSpPr>
        <p:spPr>
          <a:xfrm>
            <a:off x="2173817" y="2018139"/>
            <a:ext cx="2135711" cy="1063728"/>
          </a:xfrm>
          <a:custGeom>
            <a:avLst/>
            <a:gdLst>
              <a:gd name="connsiteX0" fmla="*/ 0 w 1172625"/>
              <a:gd name="connsiteY0" fmla="*/ 899978 h 899978"/>
              <a:gd name="connsiteX1" fmla="*/ 586313 w 1172625"/>
              <a:gd name="connsiteY1" fmla="*/ 0 h 899978"/>
              <a:gd name="connsiteX2" fmla="*/ 1172625 w 1172625"/>
              <a:gd name="connsiteY2" fmla="*/ 899978 h 899978"/>
              <a:gd name="connsiteX3" fmla="*/ 0 w 1172625"/>
              <a:gd name="connsiteY3" fmla="*/ 899978 h 899978"/>
              <a:gd name="connsiteX0" fmla="*/ 0 w 1172625"/>
              <a:gd name="connsiteY0" fmla="*/ 971944 h 971944"/>
              <a:gd name="connsiteX1" fmla="*/ 10580 w 1172625"/>
              <a:gd name="connsiteY1" fmla="*/ 0 h 971944"/>
              <a:gd name="connsiteX2" fmla="*/ 1172625 w 1172625"/>
              <a:gd name="connsiteY2" fmla="*/ 971944 h 971944"/>
              <a:gd name="connsiteX3" fmla="*/ 0 w 1172625"/>
              <a:gd name="connsiteY3" fmla="*/ 971944 h 971944"/>
              <a:gd name="connsiteX0" fmla="*/ 0 w 2108191"/>
              <a:gd name="connsiteY0" fmla="*/ 971944 h 1065078"/>
              <a:gd name="connsiteX1" fmla="*/ 10580 w 2108191"/>
              <a:gd name="connsiteY1" fmla="*/ 0 h 1065078"/>
              <a:gd name="connsiteX2" fmla="*/ 2108191 w 2108191"/>
              <a:gd name="connsiteY2" fmla="*/ 1065078 h 1065078"/>
              <a:gd name="connsiteX3" fmla="*/ 0 w 2108191"/>
              <a:gd name="connsiteY3" fmla="*/ 971944 h 1065078"/>
              <a:gd name="connsiteX0" fmla="*/ 0 w 2133591"/>
              <a:gd name="connsiteY0" fmla="*/ 971944 h 1016670"/>
              <a:gd name="connsiteX1" fmla="*/ 10580 w 2133591"/>
              <a:gd name="connsiteY1" fmla="*/ 0 h 1016670"/>
              <a:gd name="connsiteX2" fmla="*/ 2133591 w 2133591"/>
              <a:gd name="connsiteY2" fmla="*/ 1016670 h 1016670"/>
              <a:gd name="connsiteX3" fmla="*/ 0 w 2133591"/>
              <a:gd name="connsiteY3" fmla="*/ 971944 h 1016670"/>
              <a:gd name="connsiteX0" fmla="*/ 0 w 2133591"/>
              <a:gd name="connsiteY0" fmla="*/ 971944 h 1016670"/>
              <a:gd name="connsiteX1" fmla="*/ 10580 w 2133591"/>
              <a:gd name="connsiteY1" fmla="*/ 0 h 1016670"/>
              <a:gd name="connsiteX2" fmla="*/ 2133591 w 2133591"/>
              <a:gd name="connsiteY2" fmla="*/ 1016670 h 1016670"/>
              <a:gd name="connsiteX3" fmla="*/ 0 w 2133591"/>
              <a:gd name="connsiteY3" fmla="*/ 971944 h 1016670"/>
              <a:gd name="connsiteX0" fmla="*/ 0 w 2127241"/>
              <a:gd name="connsiteY0" fmla="*/ 990097 h 1016670"/>
              <a:gd name="connsiteX1" fmla="*/ 4230 w 2127241"/>
              <a:gd name="connsiteY1" fmla="*/ 0 h 1016670"/>
              <a:gd name="connsiteX2" fmla="*/ 2127241 w 2127241"/>
              <a:gd name="connsiteY2" fmla="*/ 1016670 h 1016670"/>
              <a:gd name="connsiteX3" fmla="*/ 0 w 2127241"/>
              <a:gd name="connsiteY3" fmla="*/ 990097 h 1016670"/>
              <a:gd name="connsiteX0" fmla="*/ 0 w 2127241"/>
              <a:gd name="connsiteY0" fmla="*/ 990097 h 1016670"/>
              <a:gd name="connsiteX1" fmla="*/ 4230 w 2127241"/>
              <a:gd name="connsiteY1" fmla="*/ 0 h 1016670"/>
              <a:gd name="connsiteX2" fmla="*/ 2127241 w 2127241"/>
              <a:gd name="connsiteY2" fmla="*/ 1016670 h 1016670"/>
              <a:gd name="connsiteX3" fmla="*/ 0 w 2127241"/>
              <a:gd name="connsiteY3" fmla="*/ 990097 h 1016670"/>
              <a:gd name="connsiteX0" fmla="*/ 8470 w 2135711"/>
              <a:gd name="connsiteY0" fmla="*/ 987071 h 1013644"/>
              <a:gd name="connsiteX1" fmla="*/ 0 w 2135711"/>
              <a:gd name="connsiteY1" fmla="*/ 0 h 1013644"/>
              <a:gd name="connsiteX2" fmla="*/ 2135711 w 2135711"/>
              <a:gd name="connsiteY2" fmla="*/ 1013644 h 1013644"/>
              <a:gd name="connsiteX3" fmla="*/ 8470 w 2135711"/>
              <a:gd name="connsiteY3" fmla="*/ 987071 h 1013644"/>
              <a:gd name="connsiteX0" fmla="*/ 8470 w 2135711"/>
              <a:gd name="connsiteY0" fmla="*/ 987071 h 1013644"/>
              <a:gd name="connsiteX1" fmla="*/ 0 w 2135711"/>
              <a:gd name="connsiteY1" fmla="*/ 0 h 1013644"/>
              <a:gd name="connsiteX2" fmla="*/ 2135711 w 2135711"/>
              <a:gd name="connsiteY2" fmla="*/ 1013644 h 1013644"/>
              <a:gd name="connsiteX3" fmla="*/ 8470 w 2135711"/>
              <a:gd name="connsiteY3" fmla="*/ 987071 h 1013644"/>
            </a:gdLst>
            <a:ahLst/>
            <a:cxnLst>
              <a:cxn ang="0">
                <a:pos x="connsiteX0" y="connsiteY0"/>
              </a:cxn>
              <a:cxn ang="0">
                <a:pos x="connsiteX1" y="connsiteY1"/>
              </a:cxn>
              <a:cxn ang="0">
                <a:pos x="connsiteX2" y="connsiteY2"/>
              </a:cxn>
              <a:cxn ang="0">
                <a:pos x="connsiteX3" y="connsiteY3"/>
              </a:cxn>
            </a:cxnLst>
            <a:rect l="l" t="t" r="r" b="b"/>
            <a:pathLst>
              <a:path w="2135711" h="1013644">
                <a:moveTo>
                  <a:pt x="8470" y="987071"/>
                </a:moveTo>
                <a:cubicBezTo>
                  <a:pt x="5647" y="658047"/>
                  <a:pt x="2823" y="329024"/>
                  <a:pt x="0" y="0"/>
                </a:cubicBezTo>
                <a:cubicBezTo>
                  <a:pt x="721429" y="322754"/>
                  <a:pt x="1423807" y="675763"/>
                  <a:pt x="2135711" y="1013644"/>
                </a:cubicBezTo>
                <a:lnTo>
                  <a:pt x="8470" y="987071"/>
                </a:lnTo>
                <a:close/>
              </a:path>
            </a:pathLst>
          </a:custGeom>
          <a:solidFill>
            <a:schemeClr val="accent2">
              <a:lumMod val="60000"/>
              <a:lumOff val="40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ight Triangle 32">
            <a:extLst>
              <a:ext uri="{FF2B5EF4-FFF2-40B4-BE49-F238E27FC236}">
                <a16:creationId xmlns:a16="http://schemas.microsoft.com/office/drawing/2014/main" id="{49C5AD79-A660-4E87-8C8E-D24C6076D588}"/>
              </a:ext>
            </a:extLst>
          </p:cNvPr>
          <p:cNvSpPr/>
          <p:nvPr/>
        </p:nvSpPr>
        <p:spPr>
          <a:xfrm rot="5635330">
            <a:off x="2763766" y="2427411"/>
            <a:ext cx="899394" cy="2115584"/>
          </a:xfrm>
          <a:custGeom>
            <a:avLst/>
            <a:gdLst>
              <a:gd name="connsiteX0" fmla="*/ 0 w 1231894"/>
              <a:gd name="connsiteY0" fmla="*/ 642324 h 642324"/>
              <a:gd name="connsiteX1" fmla="*/ 0 w 1231894"/>
              <a:gd name="connsiteY1" fmla="*/ 0 h 642324"/>
              <a:gd name="connsiteX2" fmla="*/ 1231894 w 1231894"/>
              <a:gd name="connsiteY2" fmla="*/ 642324 h 642324"/>
              <a:gd name="connsiteX3" fmla="*/ 0 w 1231894"/>
              <a:gd name="connsiteY3" fmla="*/ 642324 h 642324"/>
              <a:gd name="connsiteX0" fmla="*/ 222810 w 1231894"/>
              <a:gd name="connsiteY0" fmla="*/ 1199889 h 1199889"/>
              <a:gd name="connsiteX1" fmla="*/ 0 w 1231894"/>
              <a:gd name="connsiteY1" fmla="*/ 0 h 1199889"/>
              <a:gd name="connsiteX2" fmla="*/ 1231894 w 1231894"/>
              <a:gd name="connsiteY2" fmla="*/ 642324 h 1199889"/>
              <a:gd name="connsiteX3" fmla="*/ 222810 w 1231894"/>
              <a:gd name="connsiteY3" fmla="*/ 1199889 h 1199889"/>
              <a:gd name="connsiteX0" fmla="*/ 164808 w 1173892"/>
              <a:gd name="connsiteY0" fmla="*/ 2024939 h 2024939"/>
              <a:gd name="connsiteX1" fmla="*/ 0 w 1173892"/>
              <a:gd name="connsiteY1" fmla="*/ 0 h 2024939"/>
              <a:gd name="connsiteX2" fmla="*/ 1173892 w 1173892"/>
              <a:gd name="connsiteY2" fmla="*/ 1467374 h 2024939"/>
              <a:gd name="connsiteX3" fmla="*/ 164808 w 1173892"/>
              <a:gd name="connsiteY3" fmla="*/ 2024939 h 2024939"/>
              <a:gd name="connsiteX0" fmla="*/ 164808 w 880082"/>
              <a:gd name="connsiteY0" fmla="*/ 2024939 h 2024939"/>
              <a:gd name="connsiteX1" fmla="*/ 0 w 880082"/>
              <a:gd name="connsiteY1" fmla="*/ 0 h 2024939"/>
              <a:gd name="connsiteX2" fmla="*/ 880082 w 880082"/>
              <a:gd name="connsiteY2" fmla="*/ 2009441 h 2024939"/>
              <a:gd name="connsiteX3" fmla="*/ 164808 w 880082"/>
              <a:gd name="connsiteY3" fmla="*/ 2024939 h 2024939"/>
              <a:gd name="connsiteX0" fmla="*/ 147540 w 880082"/>
              <a:gd name="connsiteY0" fmla="*/ 2051582 h 2051582"/>
              <a:gd name="connsiteX1" fmla="*/ 0 w 880082"/>
              <a:gd name="connsiteY1" fmla="*/ 0 h 2051582"/>
              <a:gd name="connsiteX2" fmla="*/ 880082 w 880082"/>
              <a:gd name="connsiteY2" fmla="*/ 2009441 h 2051582"/>
              <a:gd name="connsiteX3" fmla="*/ 147540 w 880082"/>
              <a:gd name="connsiteY3" fmla="*/ 2051582 h 2051582"/>
              <a:gd name="connsiteX0" fmla="*/ 147540 w 870272"/>
              <a:gd name="connsiteY0" fmla="*/ 2051582 h 2051582"/>
              <a:gd name="connsiteX1" fmla="*/ 0 w 870272"/>
              <a:gd name="connsiteY1" fmla="*/ 0 h 2051582"/>
              <a:gd name="connsiteX2" fmla="*/ 870272 w 870272"/>
              <a:gd name="connsiteY2" fmla="*/ 1959194 h 2051582"/>
              <a:gd name="connsiteX3" fmla="*/ 147540 w 870272"/>
              <a:gd name="connsiteY3" fmla="*/ 2051582 h 2051582"/>
              <a:gd name="connsiteX0" fmla="*/ 131140 w 853872"/>
              <a:gd name="connsiteY0" fmla="*/ 2090895 h 2090895"/>
              <a:gd name="connsiteX1" fmla="*/ 0 w 853872"/>
              <a:gd name="connsiteY1" fmla="*/ 0 h 2090895"/>
              <a:gd name="connsiteX2" fmla="*/ 853872 w 853872"/>
              <a:gd name="connsiteY2" fmla="*/ 1998507 h 2090895"/>
              <a:gd name="connsiteX3" fmla="*/ 131140 w 853872"/>
              <a:gd name="connsiteY3" fmla="*/ 2090895 h 2090895"/>
              <a:gd name="connsiteX0" fmla="*/ 131140 w 885855"/>
              <a:gd name="connsiteY0" fmla="*/ 2090895 h 2090895"/>
              <a:gd name="connsiteX1" fmla="*/ 0 w 885855"/>
              <a:gd name="connsiteY1" fmla="*/ 0 h 2090895"/>
              <a:gd name="connsiteX2" fmla="*/ 885855 w 885855"/>
              <a:gd name="connsiteY2" fmla="*/ 2047233 h 2090895"/>
              <a:gd name="connsiteX3" fmla="*/ 131140 w 885855"/>
              <a:gd name="connsiteY3" fmla="*/ 2090895 h 2090895"/>
              <a:gd name="connsiteX0" fmla="*/ 131140 w 888154"/>
              <a:gd name="connsiteY0" fmla="*/ 2090895 h 2090895"/>
              <a:gd name="connsiteX1" fmla="*/ 0 w 888154"/>
              <a:gd name="connsiteY1" fmla="*/ 0 h 2090895"/>
              <a:gd name="connsiteX2" fmla="*/ 888154 w 888154"/>
              <a:gd name="connsiteY2" fmla="*/ 2034346 h 2090895"/>
              <a:gd name="connsiteX3" fmla="*/ 131140 w 888154"/>
              <a:gd name="connsiteY3" fmla="*/ 2090895 h 2090895"/>
              <a:gd name="connsiteX0" fmla="*/ 142380 w 899394"/>
              <a:gd name="connsiteY0" fmla="*/ 2115584 h 2115584"/>
              <a:gd name="connsiteX1" fmla="*/ 0 w 899394"/>
              <a:gd name="connsiteY1" fmla="*/ 0 h 2115584"/>
              <a:gd name="connsiteX2" fmla="*/ 899394 w 899394"/>
              <a:gd name="connsiteY2" fmla="*/ 2059035 h 2115584"/>
              <a:gd name="connsiteX3" fmla="*/ 142380 w 899394"/>
              <a:gd name="connsiteY3" fmla="*/ 2115584 h 2115584"/>
            </a:gdLst>
            <a:ahLst/>
            <a:cxnLst>
              <a:cxn ang="0">
                <a:pos x="connsiteX0" y="connsiteY0"/>
              </a:cxn>
              <a:cxn ang="0">
                <a:pos x="connsiteX1" y="connsiteY1"/>
              </a:cxn>
              <a:cxn ang="0">
                <a:pos x="connsiteX2" y="connsiteY2"/>
              </a:cxn>
              <a:cxn ang="0">
                <a:pos x="connsiteX3" y="connsiteY3"/>
              </a:cxn>
            </a:cxnLst>
            <a:rect l="l" t="t" r="r" b="b"/>
            <a:pathLst>
              <a:path w="899394" h="2115584">
                <a:moveTo>
                  <a:pt x="142380" y="2115584"/>
                </a:moveTo>
                <a:lnTo>
                  <a:pt x="0" y="0"/>
                </a:lnTo>
                <a:lnTo>
                  <a:pt x="899394" y="2059035"/>
                </a:lnTo>
                <a:lnTo>
                  <a:pt x="142380" y="2115584"/>
                </a:lnTo>
                <a:close/>
              </a:path>
            </a:pathLst>
          </a:cu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78F2582A-0A90-42C2-ABA1-BF1564A44E11}"/>
              </a:ext>
            </a:extLst>
          </p:cNvPr>
          <p:cNvSpPr txBox="1"/>
          <p:nvPr/>
        </p:nvSpPr>
        <p:spPr>
          <a:xfrm>
            <a:off x="2207547" y="2492879"/>
            <a:ext cx="1294303" cy="523220"/>
          </a:xfrm>
          <a:prstGeom prst="rect">
            <a:avLst/>
          </a:prstGeom>
          <a:noFill/>
        </p:spPr>
        <p:txBody>
          <a:bodyPr wrap="square" rtlCol="0">
            <a:spAutoFit/>
          </a:bodyPr>
          <a:lstStyle/>
          <a:p>
            <a:pPr algn="ctr"/>
            <a:r>
              <a:rPr lang="it-IT" sz="1400" dirty="0"/>
              <a:t>Consumer Surplus </a:t>
            </a:r>
            <a:endParaRPr lang="en-GB" sz="1400" dirty="0"/>
          </a:p>
        </p:txBody>
      </p:sp>
      <p:sp>
        <p:nvSpPr>
          <p:cNvPr id="35" name="TextBox 34">
            <a:extLst>
              <a:ext uri="{FF2B5EF4-FFF2-40B4-BE49-F238E27FC236}">
                <a16:creationId xmlns:a16="http://schemas.microsoft.com/office/drawing/2014/main" id="{70FC84E1-B006-4854-A6A0-5498D10BFC7F}"/>
              </a:ext>
            </a:extLst>
          </p:cNvPr>
          <p:cNvSpPr txBox="1"/>
          <p:nvPr/>
        </p:nvSpPr>
        <p:spPr>
          <a:xfrm>
            <a:off x="2147339" y="3142113"/>
            <a:ext cx="1010842" cy="523220"/>
          </a:xfrm>
          <a:prstGeom prst="rect">
            <a:avLst/>
          </a:prstGeom>
          <a:noFill/>
        </p:spPr>
        <p:txBody>
          <a:bodyPr wrap="square" rtlCol="0">
            <a:spAutoFit/>
          </a:bodyPr>
          <a:lstStyle/>
          <a:p>
            <a:pPr algn="ctr"/>
            <a:r>
              <a:rPr lang="it-IT" sz="1400" dirty="0"/>
              <a:t>Producer Surplus </a:t>
            </a:r>
            <a:endParaRPr lang="en-GB" sz="1400" dirty="0"/>
          </a:p>
        </p:txBody>
      </p:sp>
    </p:spTree>
    <p:extLst>
      <p:ext uri="{BB962C8B-B14F-4D97-AF65-F5344CB8AC3E}">
        <p14:creationId xmlns:p14="http://schemas.microsoft.com/office/powerpoint/2010/main" val="4243808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8A895-6F4B-4F58-99A9-FCBD424BE747}"/>
              </a:ext>
            </a:extLst>
          </p:cNvPr>
          <p:cNvSpPr>
            <a:spLocks noGrp="1"/>
          </p:cNvSpPr>
          <p:nvPr>
            <p:ph type="title"/>
          </p:nvPr>
        </p:nvSpPr>
        <p:spPr/>
        <p:txBody>
          <a:bodyPr/>
          <a:lstStyle/>
          <a:p>
            <a:pPr algn="ctr"/>
            <a:r>
              <a:rPr lang="it-IT" dirty="0"/>
              <a:t>Government Policies</a:t>
            </a:r>
            <a:endParaRPr lang="en-GB" dirty="0"/>
          </a:p>
        </p:txBody>
      </p:sp>
      <p:sp>
        <p:nvSpPr>
          <p:cNvPr id="3" name="Content Placeholder 2">
            <a:extLst>
              <a:ext uri="{FF2B5EF4-FFF2-40B4-BE49-F238E27FC236}">
                <a16:creationId xmlns:a16="http://schemas.microsoft.com/office/drawing/2014/main" id="{81DE557F-5669-4BE0-BA1C-1E081EF9102D}"/>
              </a:ext>
            </a:extLst>
          </p:cNvPr>
          <p:cNvSpPr>
            <a:spLocks noGrp="1"/>
          </p:cNvSpPr>
          <p:nvPr>
            <p:ph idx="1"/>
          </p:nvPr>
        </p:nvSpPr>
        <p:spPr/>
        <p:txBody>
          <a:bodyPr>
            <a:normAutofit/>
          </a:bodyPr>
          <a:lstStyle/>
          <a:p>
            <a:r>
              <a:rPr lang="en-US" sz="2400" dirty="0"/>
              <a:t>So far we assumed we were operating in a free market (i.e., no government intervention)</a:t>
            </a:r>
          </a:p>
          <a:p>
            <a:r>
              <a:rPr lang="en-US" sz="2400" dirty="0"/>
              <a:t>Our actors: government, consumers, and firms </a:t>
            </a:r>
          </a:p>
          <a:p>
            <a:r>
              <a:rPr lang="en-US" sz="2400" dirty="0"/>
              <a:t>Our measure of efficiency: consumer surplus + producer surplus + government revenue/expenditure = market surplus</a:t>
            </a:r>
          </a:p>
          <a:p>
            <a:r>
              <a:rPr lang="en-US" sz="2400" dirty="0"/>
              <a:t>Market surplus is the measure of the net benefits accruing to all participants in the market</a:t>
            </a:r>
          </a:p>
          <a:p>
            <a:endParaRPr lang="en-US" sz="2400" dirty="0"/>
          </a:p>
        </p:txBody>
      </p:sp>
    </p:spTree>
    <p:extLst>
      <p:ext uri="{BB962C8B-B14F-4D97-AF65-F5344CB8AC3E}">
        <p14:creationId xmlns:p14="http://schemas.microsoft.com/office/powerpoint/2010/main" val="635141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F0574-29FB-4827-B6B9-73D98E82C48A}"/>
              </a:ext>
            </a:extLst>
          </p:cNvPr>
          <p:cNvSpPr>
            <a:spLocks noGrp="1"/>
          </p:cNvSpPr>
          <p:nvPr>
            <p:ph type="title"/>
          </p:nvPr>
        </p:nvSpPr>
        <p:spPr/>
        <p:txBody>
          <a:bodyPr/>
          <a:lstStyle/>
          <a:p>
            <a:pPr algn="ctr"/>
            <a:r>
              <a:rPr lang="it-IT" dirty="0"/>
              <a:t>Competitive Markets</a:t>
            </a:r>
            <a:endParaRPr lang="en-GB" dirty="0"/>
          </a:p>
        </p:txBody>
      </p:sp>
      <p:sp>
        <p:nvSpPr>
          <p:cNvPr id="3" name="Content Placeholder 2">
            <a:extLst>
              <a:ext uri="{FF2B5EF4-FFF2-40B4-BE49-F238E27FC236}">
                <a16:creationId xmlns:a16="http://schemas.microsoft.com/office/drawing/2014/main" id="{A5FE827F-BAEE-4509-A4EC-8280F7A60EAA}"/>
              </a:ext>
            </a:extLst>
          </p:cNvPr>
          <p:cNvSpPr>
            <a:spLocks noGrp="1"/>
          </p:cNvSpPr>
          <p:nvPr>
            <p:ph idx="1"/>
          </p:nvPr>
        </p:nvSpPr>
        <p:spPr/>
        <p:txBody>
          <a:bodyPr>
            <a:normAutofit/>
          </a:bodyPr>
          <a:lstStyle/>
          <a:p>
            <a:r>
              <a:rPr lang="en-US" sz="2400" dirty="0"/>
              <a:t>Competitive markets maximize market surplus</a:t>
            </a:r>
          </a:p>
          <a:p>
            <a:r>
              <a:rPr lang="en-US" sz="2400" dirty="0"/>
              <a:t>Any intervention that changes our equilibrium will inevitably decreases market surplus </a:t>
            </a:r>
            <a:r>
              <a:rPr lang="en-US" sz="2400" dirty="0">
                <a:sym typeface="Wingdings" panose="05000000000000000000" pitchFamily="2" charset="2"/>
              </a:rPr>
              <a:t> deadweight loss and inefficient outcome</a:t>
            </a:r>
          </a:p>
          <a:p>
            <a:r>
              <a:rPr lang="en-US" sz="2400" dirty="0">
                <a:sym typeface="Wingdings" panose="05000000000000000000" pitchFamily="2" charset="2"/>
              </a:rPr>
              <a:t>Then, why would the government intervene?</a:t>
            </a:r>
            <a:endParaRPr lang="en-US" sz="2400" dirty="0"/>
          </a:p>
        </p:txBody>
      </p:sp>
    </p:spTree>
    <p:extLst>
      <p:ext uri="{BB962C8B-B14F-4D97-AF65-F5344CB8AC3E}">
        <p14:creationId xmlns:p14="http://schemas.microsoft.com/office/powerpoint/2010/main" val="3133904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9F87-58DF-4424-A81E-CF7819CDDC4A}"/>
              </a:ext>
            </a:extLst>
          </p:cNvPr>
          <p:cNvSpPr>
            <a:spLocks noGrp="1"/>
          </p:cNvSpPr>
          <p:nvPr>
            <p:ph type="title"/>
          </p:nvPr>
        </p:nvSpPr>
        <p:spPr/>
        <p:txBody>
          <a:bodyPr/>
          <a:lstStyle/>
          <a:p>
            <a:pPr algn="ctr"/>
            <a:r>
              <a:rPr lang="it-IT" dirty="0"/>
              <a:t>Government Policies (</a:t>
            </a:r>
            <a:r>
              <a:rPr lang="en-US" dirty="0"/>
              <a:t>cont’d</a:t>
            </a:r>
            <a:r>
              <a:rPr lang="it-IT" dirty="0"/>
              <a:t>)</a:t>
            </a:r>
            <a:endParaRPr lang="en-GB" dirty="0"/>
          </a:p>
        </p:txBody>
      </p:sp>
      <p:sp>
        <p:nvSpPr>
          <p:cNvPr id="3" name="Content Placeholder 2">
            <a:extLst>
              <a:ext uri="{FF2B5EF4-FFF2-40B4-BE49-F238E27FC236}">
                <a16:creationId xmlns:a16="http://schemas.microsoft.com/office/drawing/2014/main" id="{DB89AAD1-9FE7-485D-A542-2CF2BD6F387F}"/>
              </a:ext>
            </a:extLst>
          </p:cNvPr>
          <p:cNvSpPr>
            <a:spLocks noGrp="1"/>
          </p:cNvSpPr>
          <p:nvPr>
            <p:ph idx="1"/>
          </p:nvPr>
        </p:nvSpPr>
        <p:spPr/>
        <p:txBody>
          <a:bodyPr>
            <a:normAutofit lnSpcReduction="10000"/>
          </a:bodyPr>
          <a:lstStyle/>
          <a:p>
            <a:pPr marL="342900" indent="-342900">
              <a:buFont typeface="+mj-lt"/>
              <a:buAutoNum type="arabicPeriod"/>
            </a:pPr>
            <a:r>
              <a:rPr lang="en-US" sz="1600" dirty="0"/>
              <a:t>Government Revenue</a:t>
            </a:r>
          </a:p>
          <a:p>
            <a:pPr marL="685800" lvl="1" indent="-342900">
              <a:buFont typeface="+mj-lt"/>
              <a:buAutoNum type="arabicPeriod"/>
            </a:pPr>
            <a:r>
              <a:rPr lang="en-US" dirty="0"/>
              <a:t>Generate revenue </a:t>
            </a:r>
            <a:r>
              <a:rPr lang="en-US" dirty="0">
                <a:sym typeface="Wingdings" panose="05000000000000000000" pitchFamily="2" charset="2"/>
              </a:rPr>
              <a:t> taxes </a:t>
            </a:r>
            <a:endParaRPr lang="en-US" dirty="0"/>
          </a:p>
          <a:p>
            <a:pPr marL="342900" indent="-342900">
              <a:buFont typeface="+mj-lt"/>
              <a:buAutoNum type="arabicPeriod"/>
            </a:pPr>
            <a:r>
              <a:rPr lang="en-US" sz="1600" dirty="0"/>
              <a:t>Politics </a:t>
            </a:r>
          </a:p>
          <a:p>
            <a:pPr marL="685800" lvl="1" indent="-342900">
              <a:buFont typeface="+mj-lt"/>
              <a:buAutoNum type="arabicPeriod"/>
            </a:pPr>
            <a:r>
              <a:rPr lang="en-US" dirty="0"/>
              <a:t>Interest of some specific groups</a:t>
            </a:r>
          </a:p>
          <a:p>
            <a:pPr marL="1028700" lvl="2" indent="-342900">
              <a:buFont typeface="+mj-lt"/>
              <a:buAutoNum type="arabicPeriod"/>
            </a:pPr>
            <a:r>
              <a:rPr lang="en-US" sz="1600" dirty="0"/>
              <a:t>Demand create inefficiencies</a:t>
            </a:r>
          </a:p>
          <a:p>
            <a:pPr marL="1028700" lvl="2" indent="-342900">
              <a:buFont typeface="+mj-lt"/>
              <a:buAutoNum type="arabicPeriod"/>
            </a:pPr>
            <a:r>
              <a:rPr lang="en-US" sz="1600" dirty="0"/>
              <a:t>Care more about getting votes than the overall social good</a:t>
            </a:r>
          </a:p>
          <a:p>
            <a:pPr marL="342900" indent="-342900">
              <a:buFont typeface="+mj-lt"/>
              <a:buAutoNum type="arabicPeriod"/>
            </a:pPr>
            <a:r>
              <a:rPr lang="en-US" sz="1600" dirty="0"/>
              <a:t>Equity </a:t>
            </a:r>
          </a:p>
          <a:p>
            <a:pPr marL="685800" lvl="1" indent="-342900">
              <a:buFont typeface="+mj-lt"/>
              <a:buAutoNum type="arabicPeriod"/>
            </a:pPr>
            <a:r>
              <a:rPr lang="en-US" dirty="0"/>
              <a:t>Efficiency can not be the first priority</a:t>
            </a:r>
          </a:p>
          <a:p>
            <a:pPr marL="685800" lvl="1" indent="-342900">
              <a:buFont typeface="+mj-lt"/>
              <a:buAutoNum type="arabicPeriod"/>
            </a:pPr>
            <a:r>
              <a:rPr lang="en-US" dirty="0"/>
              <a:t>Ex. Price ceiling </a:t>
            </a:r>
            <a:r>
              <a:rPr lang="en-US" dirty="0">
                <a:sym typeface="Wingdings" panose="05000000000000000000" pitchFamily="2" charset="2"/>
              </a:rPr>
              <a:t> help low-income family</a:t>
            </a:r>
          </a:p>
          <a:p>
            <a:pPr marL="685800" lvl="1" indent="-342900">
              <a:buFont typeface="+mj-lt"/>
              <a:buAutoNum type="arabicPeriod"/>
            </a:pPr>
            <a:r>
              <a:rPr lang="en-US" dirty="0">
                <a:sym typeface="Wingdings" panose="05000000000000000000" pitchFamily="2" charset="2"/>
              </a:rPr>
              <a:t>Efficiency just for small and less wealthy groups</a:t>
            </a:r>
          </a:p>
          <a:p>
            <a:pPr marL="342900" indent="-342900">
              <a:buFont typeface="+mj-lt"/>
              <a:buAutoNum type="arabicPeriod"/>
            </a:pPr>
            <a:r>
              <a:rPr lang="en-US" dirty="0">
                <a:sym typeface="Wingdings" panose="05000000000000000000" pitchFamily="2" charset="2"/>
              </a:rPr>
              <a:t>Externalities </a:t>
            </a:r>
          </a:p>
          <a:p>
            <a:pPr marL="685800" lvl="1" indent="-342900">
              <a:buFont typeface="+mj-lt"/>
              <a:buAutoNum type="arabicPeriod"/>
            </a:pPr>
            <a:r>
              <a:rPr lang="en-US" sz="1400" dirty="0">
                <a:sym typeface="Wingdings" panose="05000000000000000000" pitchFamily="2" charset="2"/>
              </a:rPr>
              <a:t>External costs firms and consumers do not consider</a:t>
            </a:r>
            <a:endParaRPr lang="en-US" sz="1400" dirty="0"/>
          </a:p>
        </p:txBody>
      </p:sp>
    </p:spTree>
    <p:extLst>
      <p:ext uri="{BB962C8B-B14F-4D97-AF65-F5344CB8AC3E}">
        <p14:creationId xmlns:p14="http://schemas.microsoft.com/office/powerpoint/2010/main" val="90095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eet Joe Black (1998)">
            <a:extLst>
              <a:ext uri="{FF2B5EF4-FFF2-40B4-BE49-F238E27FC236}">
                <a16:creationId xmlns:a16="http://schemas.microsoft.com/office/drawing/2014/main" id="{42D4B6A6-D82A-4433-81B8-FCE3917563FD}"/>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417295" y="1082978"/>
            <a:ext cx="6309411" cy="3549044"/>
          </a:xfrm>
          <a:prstGeom prst="rect">
            <a:avLst/>
          </a:prstGeom>
        </p:spPr>
      </p:pic>
      <p:sp>
        <p:nvSpPr>
          <p:cNvPr id="5" name="TextBox 4">
            <a:extLst>
              <a:ext uri="{FF2B5EF4-FFF2-40B4-BE49-F238E27FC236}">
                <a16:creationId xmlns:a16="http://schemas.microsoft.com/office/drawing/2014/main" id="{C07F5C47-E20F-4431-8A20-4308EC6FF147}"/>
              </a:ext>
            </a:extLst>
          </p:cNvPr>
          <p:cNvSpPr txBox="1"/>
          <p:nvPr/>
        </p:nvSpPr>
        <p:spPr>
          <a:xfrm>
            <a:off x="2018364" y="606393"/>
            <a:ext cx="5378142" cy="369332"/>
          </a:xfrm>
          <a:prstGeom prst="rect">
            <a:avLst/>
          </a:prstGeom>
          <a:noFill/>
        </p:spPr>
        <p:txBody>
          <a:bodyPr wrap="square" rtlCol="0">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Meet Joe Black (1998) – You should find it on Netflix.</a:t>
            </a:r>
          </a:p>
        </p:txBody>
      </p:sp>
    </p:spTree>
    <p:extLst>
      <p:ext uri="{BB962C8B-B14F-4D97-AF65-F5344CB8AC3E}">
        <p14:creationId xmlns:p14="http://schemas.microsoft.com/office/powerpoint/2010/main" val="1321102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CAE-62FC-47DC-8D82-F5A4BBB0089B}"/>
              </a:ext>
            </a:extLst>
          </p:cNvPr>
          <p:cNvSpPr>
            <a:spLocks noGrp="1"/>
          </p:cNvSpPr>
          <p:nvPr>
            <p:ph type="title"/>
          </p:nvPr>
        </p:nvSpPr>
        <p:spPr/>
        <p:txBody>
          <a:bodyPr/>
          <a:lstStyle/>
          <a:p>
            <a:pPr algn="ctr"/>
            <a:r>
              <a:rPr lang="en-US" dirty="0"/>
              <a:t>Governments Policies (cont’d)</a:t>
            </a:r>
          </a:p>
        </p:txBody>
      </p:sp>
      <p:sp>
        <p:nvSpPr>
          <p:cNvPr id="3" name="Content Placeholder 2">
            <a:extLst>
              <a:ext uri="{FF2B5EF4-FFF2-40B4-BE49-F238E27FC236}">
                <a16:creationId xmlns:a16="http://schemas.microsoft.com/office/drawing/2014/main" id="{D05D61AD-DFF9-42FC-8B7A-7395DC9AA61D}"/>
              </a:ext>
            </a:extLst>
          </p:cNvPr>
          <p:cNvSpPr>
            <a:spLocks noGrp="1"/>
          </p:cNvSpPr>
          <p:nvPr>
            <p:ph idx="1"/>
          </p:nvPr>
        </p:nvSpPr>
        <p:spPr/>
        <p:txBody>
          <a:bodyPr>
            <a:normAutofit/>
          </a:bodyPr>
          <a:lstStyle/>
          <a:p>
            <a:pPr marL="342900" indent="-342900">
              <a:buFont typeface="+mj-lt"/>
              <a:buAutoNum type="arabicPeriod"/>
            </a:pPr>
            <a:r>
              <a:rPr lang="en-US" sz="3200" dirty="0">
                <a:solidFill>
                  <a:srgbClr val="92D050"/>
                </a:solidFill>
                <a:hlinkClick r:id="rId2" action="ppaction://hlinksldjump">
                  <a:extLst>
                    <a:ext uri="{A12FA001-AC4F-418D-AE19-62706E023703}">
                      <ahyp:hlinkClr xmlns:ahyp="http://schemas.microsoft.com/office/drawing/2018/hyperlinkcolor" val="tx"/>
                    </a:ext>
                  </a:extLst>
                </a:hlinkClick>
              </a:rPr>
              <a:t>Price controls</a:t>
            </a:r>
            <a:endParaRPr lang="en-US" sz="3200" dirty="0">
              <a:solidFill>
                <a:srgbClr val="92D050"/>
              </a:solidFill>
            </a:endParaRPr>
          </a:p>
          <a:p>
            <a:pPr marL="342900" indent="-342900">
              <a:buFont typeface="+mj-lt"/>
              <a:buAutoNum type="arabicPeriod"/>
            </a:pPr>
            <a:r>
              <a:rPr lang="en-US" sz="3200" dirty="0">
                <a:solidFill>
                  <a:srgbClr val="92D050"/>
                </a:solidFill>
                <a:hlinkClick r:id="rId3" action="ppaction://hlinksldjump">
                  <a:extLst>
                    <a:ext uri="{A12FA001-AC4F-418D-AE19-62706E023703}">
                      <ahyp:hlinkClr xmlns:ahyp="http://schemas.microsoft.com/office/drawing/2018/hyperlinkcolor" val="tx"/>
                    </a:ext>
                  </a:extLst>
                </a:hlinkClick>
              </a:rPr>
              <a:t>Quantity controls</a:t>
            </a:r>
            <a:endParaRPr lang="en-US" sz="3200" dirty="0">
              <a:solidFill>
                <a:srgbClr val="92D050"/>
              </a:solidFill>
            </a:endParaRPr>
          </a:p>
          <a:p>
            <a:pPr marL="342900" indent="-342900">
              <a:buFont typeface="+mj-lt"/>
              <a:buAutoNum type="arabicPeriod"/>
            </a:pPr>
            <a:r>
              <a:rPr lang="en-US" sz="3200" dirty="0">
                <a:solidFill>
                  <a:srgbClr val="92D050"/>
                </a:solidFill>
                <a:hlinkClick r:id="rId4" action="ppaction://hlinksldjump">
                  <a:extLst>
                    <a:ext uri="{A12FA001-AC4F-418D-AE19-62706E023703}">
                      <ahyp:hlinkClr xmlns:ahyp="http://schemas.microsoft.com/office/drawing/2018/hyperlinkcolor" val="tx"/>
                    </a:ext>
                  </a:extLst>
                </a:hlinkClick>
              </a:rPr>
              <a:t>Taxes and subsidies </a:t>
            </a:r>
            <a:endParaRPr lang="en-US" sz="3200" dirty="0">
              <a:solidFill>
                <a:srgbClr val="92D050"/>
              </a:solidFill>
            </a:endParaRPr>
          </a:p>
        </p:txBody>
      </p:sp>
    </p:spTree>
    <p:extLst>
      <p:ext uri="{BB962C8B-B14F-4D97-AF65-F5344CB8AC3E}">
        <p14:creationId xmlns:p14="http://schemas.microsoft.com/office/powerpoint/2010/main" val="3538181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2D7F-8191-4795-B5B8-17970E69F4EF}"/>
              </a:ext>
            </a:extLst>
          </p:cNvPr>
          <p:cNvSpPr>
            <a:spLocks noGrp="1"/>
          </p:cNvSpPr>
          <p:nvPr>
            <p:ph type="title"/>
          </p:nvPr>
        </p:nvSpPr>
        <p:spPr/>
        <p:txBody>
          <a:bodyPr/>
          <a:lstStyle/>
          <a:p>
            <a:pPr algn="ctr"/>
            <a:r>
              <a:rPr lang="en-US" dirty="0"/>
              <a:t>Price Controls</a:t>
            </a:r>
          </a:p>
        </p:txBody>
      </p:sp>
      <p:sp>
        <p:nvSpPr>
          <p:cNvPr id="3" name="Content Placeholder 2">
            <a:extLst>
              <a:ext uri="{FF2B5EF4-FFF2-40B4-BE49-F238E27FC236}">
                <a16:creationId xmlns:a16="http://schemas.microsoft.com/office/drawing/2014/main" id="{CBF0FE1D-E497-4D04-AB9B-10BD1EFF6027}"/>
              </a:ext>
            </a:extLst>
          </p:cNvPr>
          <p:cNvSpPr>
            <a:spLocks noGrp="1"/>
          </p:cNvSpPr>
          <p:nvPr>
            <p:ph idx="1"/>
          </p:nvPr>
        </p:nvSpPr>
        <p:spPr/>
        <p:txBody>
          <a:bodyPr/>
          <a:lstStyle/>
          <a:p>
            <a:r>
              <a:rPr lang="en-US" dirty="0"/>
              <a:t>Price Ceiling </a:t>
            </a:r>
          </a:p>
          <a:p>
            <a:pPr lvl="1"/>
            <a:r>
              <a:rPr lang="en-US" dirty="0"/>
              <a:t>Ex. Rental market</a:t>
            </a:r>
          </a:p>
          <a:p>
            <a:pPr lvl="1"/>
            <a:r>
              <a:rPr lang="en-US" dirty="0"/>
              <a:t>I, as a landlord, cannot charge more than a specific price per month</a:t>
            </a:r>
          </a:p>
          <a:p>
            <a:pPr lvl="1"/>
            <a:r>
              <a:rPr lang="en-US" dirty="0"/>
              <a:t>If the ceiling is rising, I have more space</a:t>
            </a:r>
          </a:p>
          <a:p>
            <a:pPr lvl="1"/>
            <a:r>
              <a:rPr lang="en-US" dirty="0"/>
              <a:t>If the ceiling is falling, I have less space </a:t>
            </a:r>
            <a:r>
              <a:rPr lang="en-US" dirty="0">
                <a:sym typeface="Wingdings" panose="05000000000000000000" pitchFamily="2" charset="2"/>
              </a:rPr>
              <a:t> price ceiling aims to </a:t>
            </a:r>
            <a:r>
              <a:rPr lang="en-US" u="sng" dirty="0">
                <a:sym typeface="Wingdings" panose="05000000000000000000" pitchFamily="2" charset="2"/>
              </a:rPr>
              <a:t>lower</a:t>
            </a:r>
            <a:r>
              <a:rPr lang="en-US" dirty="0">
                <a:sym typeface="Wingdings" panose="05000000000000000000" pitchFamily="2" charset="2"/>
              </a:rPr>
              <a:t> the price</a:t>
            </a:r>
            <a:endParaRPr lang="en-US" dirty="0"/>
          </a:p>
          <a:p>
            <a:r>
              <a:rPr lang="en-US" dirty="0"/>
              <a:t>Price Floor</a:t>
            </a:r>
          </a:p>
          <a:p>
            <a:pPr lvl="1"/>
            <a:r>
              <a:rPr lang="en-US" dirty="0"/>
              <a:t>Ex. Minimum wage policy</a:t>
            </a:r>
          </a:p>
          <a:p>
            <a:pPr lvl="1"/>
            <a:r>
              <a:rPr lang="en-US" dirty="0"/>
              <a:t>If the floor is rising, I have less space</a:t>
            </a:r>
          </a:p>
          <a:p>
            <a:pPr lvl="1"/>
            <a:r>
              <a:rPr lang="en-US" dirty="0"/>
              <a:t>If the floor is falling, I have more space </a:t>
            </a:r>
            <a:r>
              <a:rPr lang="en-US" dirty="0">
                <a:sym typeface="Wingdings" panose="05000000000000000000" pitchFamily="2" charset="2"/>
              </a:rPr>
              <a:t> price floor aim to </a:t>
            </a:r>
            <a:r>
              <a:rPr lang="en-US" u="sng" dirty="0">
                <a:sym typeface="Wingdings" panose="05000000000000000000" pitchFamily="2" charset="2"/>
              </a:rPr>
              <a:t>increase</a:t>
            </a:r>
            <a:r>
              <a:rPr lang="en-US" dirty="0">
                <a:sym typeface="Wingdings" panose="05000000000000000000" pitchFamily="2" charset="2"/>
              </a:rPr>
              <a:t> the price</a:t>
            </a:r>
          </a:p>
          <a:p>
            <a:r>
              <a:rPr lang="en-US" dirty="0">
                <a:sym typeface="Wingdings" panose="05000000000000000000" pitchFamily="2" charset="2"/>
              </a:rPr>
              <a:t>Only a price floor above the equilibrium and a price ceiling below the equilibrium is binding</a:t>
            </a:r>
            <a:endParaRPr lang="en-US" dirty="0"/>
          </a:p>
        </p:txBody>
      </p:sp>
    </p:spTree>
    <p:extLst>
      <p:ext uri="{BB962C8B-B14F-4D97-AF65-F5344CB8AC3E}">
        <p14:creationId xmlns:p14="http://schemas.microsoft.com/office/powerpoint/2010/main" val="4047195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le 1">
            <a:extLst>
              <a:ext uri="{FF2B5EF4-FFF2-40B4-BE49-F238E27FC236}">
                <a16:creationId xmlns:a16="http://schemas.microsoft.com/office/drawing/2014/main" id="{532053BD-39A1-4E7F-BE5D-51D1CE8C517E}"/>
              </a:ext>
            </a:extLst>
          </p:cNvPr>
          <p:cNvSpPr>
            <a:spLocks noGrp="1"/>
          </p:cNvSpPr>
          <p:nvPr>
            <p:ph type="title"/>
          </p:nvPr>
        </p:nvSpPr>
        <p:spPr/>
        <p:txBody>
          <a:bodyPr/>
          <a:lstStyle/>
          <a:p>
            <a:pPr algn="ctr"/>
            <a:r>
              <a:rPr lang="en-US" dirty="0"/>
              <a:t>Price ceiling – Market Surplus</a:t>
            </a:r>
          </a:p>
        </p:txBody>
      </p:sp>
      <p:pic>
        <p:nvPicPr>
          <p:cNvPr id="38" name="Picture 37">
            <a:extLst>
              <a:ext uri="{FF2B5EF4-FFF2-40B4-BE49-F238E27FC236}">
                <a16:creationId xmlns:a16="http://schemas.microsoft.com/office/drawing/2014/main" id="{50D31379-CDF9-4606-8E3E-8A55287B225F}"/>
              </a:ext>
            </a:extLst>
          </p:cNvPr>
          <p:cNvPicPr>
            <a:picLocks noChangeAspect="1"/>
          </p:cNvPicPr>
          <p:nvPr/>
        </p:nvPicPr>
        <p:blipFill>
          <a:blip r:embed="rId3"/>
          <a:srcRect/>
          <a:stretch/>
        </p:blipFill>
        <p:spPr>
          <a:xfrm>
            <a:off x="778901" y="1150605"/>
            <a:ext cx="7586199" cy="3413789"/>
          </a:xfrm>
          <a:prstGeom prst="rect">
            <a:avLst/>
          </a:prstGeom>
        </p:spPr>
      </p:pic>
    </p:spTree>
    <p:extLst>
      <p:ext uri="{BB962C8B-B14F-4D97-AF65-F5344CB8AC3E}">
        <p14:creationId xmlns:p14="http://schemas.microsoft.com/office/powerpoint/2010/main" val="3527628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228ED5-007F-42D9-BD30-4C1C72525E16}"/>
              </a:ext>
            </a:extLst>
          </p:cNvPr>
          <p:cNvSpPr>
            <a:spLocks noGrp="1"/>
          </p:cNvSpPr>
          <p:nvPr>
            <p:ph type="title"/>
          </p:nvPr>
        </p:nvSpPr>
        <p:spPr/>
        <p:txBody>
          <a:bodyPr/>
          <a:lstStyle/>
          <a:p>
            <a:pPr algn="ctr"/>
            <a:r>
              <a:rPr lang="en-US" dirty="0"/>
              <a:t>Price ceiling – Market Surplus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75C9774-517C-463E-8FE3-BA19EC3D810D}"/>
                  </a:ext>
                </a:extLst>
              </p:cNvPr>
              <p:cNvSpPr>
                <a:spLocks noGrp="1"/>
              </p:cNvSpPr>
              <p:nvPr>
                <p:ph idx="1"/>
              </p:nvPr>
            </p:nvSpPr>
            <p:spPr/>
            <p:txBody>
              <a:bodyPr>
                <a:normAutofit lnSpcReduction="10000"/>
              </a:bodyPr>
              <a:lstStyle/>
              <a:p>
                <a:r>
                  <a:rPr lang="en-US" b="1" dirty="0"/>
                  <a:t>BEFORE</a:t>
                </a:r>
              </a:p>
              <a:p>
                <a:pPr lvl="1"/>
                <a:r>
                  <a:rPr lang="en-US" dirty="0"/>
                  <a:t>Consumer Surplus (Blue Area): </a:t>
                </a:r>
                <a14:m>
                  <m:oMath xmlns:m="http://schemas.openxmlformats.org/officeDocument/2006/math">
                    <m:f>
                      <m:fPr>
                        <m:ctrlPr>
                          <a:rPr lang="it-IT" b="0" i="1" smtClean="0">
                            <a:latin typeface="Cambria Math" panose="02040503050406030204" pitchFamily="18" charset="0"/>
                          </a:rPr>
                        </m:ctrlPr>
                      </m:fPr>
                      <m:num>
                        <m:d>
                          <m:dPr>
                            <m:begChr m:val="["/>
                            <m:endChr m:val="]"/>
                            <m:ctrlPr>
                              <a:rPr lang="it-IT" b="0" i="1" smtClean="0">
                                <a:latin typeface="Cambria Math" panose="02040503050406030204" pitchFamily="18" charset="0"/>
                              </a:rPr>
                            </m:ctrlPr>
                          </m:dPr>
                          <m:e>
                            <m:d>
                              <m:dPr>
                                <m:ctrlPr>
                                  <a:rPr lang="it-IT" b="0" i="1" smtClean="0">
                                    <a:latin typeface="Cambria Math" panose="02040503050406030204" pitchFamily="18" charset="0"/>
                                  </a:rPr>
                                </m:ctrlPr>
                              </m:dPr>
                              <m:e>
                                <m:r>
                                  <a:rPr lang="it-IT" b="0" i="1" smtClean="0">
                                    <a:latin typeface="Cambria Math" panose="02040503050406030204" pitchFamily="18" charset="0"/>
                                  </a:rPr>
                                  <m:t>1200 −600</m:t>
                                </m:r>
                              </m:e>
                            </m:d>
                            <m:r>
                              <a:rPr lang="it-IT" b="0" i="1" smtClean="0">
                                <a:latin typeface="Cambria Math" panose="02040503050406030204" pitchFamily="18" charset="0"/>
                              </a:rPr>
                              <m:t>∗300</m:t>
                            </m:r>
                          </m:e>
                        </m:d>
                      </m:num>
                      <m:den>
                        <m:r>
                          <a:rPr lang="it-IT" b="0" i="1" smtClean="0">
                            <a:latin typeface="Cambria Math" panose="02040503050406030204" pitchFamily="18" charset="0"/>
                          </a:rPr>
                          <m:t>2</m:t>
                        </m:r>
                      </m:den>
                    </m:f>
                    <m:r>
                      <a:rPr lang="it-IT" b="0" i="1" smtClean="0">
                        <a:latin typeface="Cambria Math" panose="02040503050406030204" pitchFamily="18" charset="0"/>
                      </a:rPr>
                      <m:t>=$90.000</m:t>
                    </m:r>
                  </m:oMath>
                </a14:m>
                <a:endParaRPr lang="it-IT" b="0" dirty="0"/>
              </a:p>
              <a:p>
                <a:pPr lvl="1"/>
                <a:r>
                  <a:rPr lang="en-US" dirty="0"/>
                  <a:t>Producer Surplus (Red Area): </a:t>
                </a:r>
                <a14:m>
                  <m:oMath xmlns:m="http://schemas.openxmlformats.org/officeDocument/2006/math">
                    <m:f>
                      <m:fPr>
                        <m:ctrlPr>
                          <a:rPr lang="it-IT" b="0" i="1" smtClean="0">
                            <a:latin typeface="Cambria Math" panose="02040503050406030204" pitchFamily="18" charset="0"/>
                          </a:rPr>
                        </m:ctrlPr>
                      </m:fPr>
                      <m:num>
                        <m:r>
                          <a:rPr lang="it-IT" b="0" i="1" smtClean="0">
                            <a:latin typeface="Cambria Math" panose="02040503050406030204" pitchFamily="18" charset="0"/>
                          </a:rPr>
                          <m:t>600∗300</m:t>
                        </m:r>
                      </m:num>
                      <m:den>
                        <m:r>
                          <a:rPr lang="it-IT" b="0" i="1" smtClean="0">
                            <a:latin typeface="Cambria Math" panose="02040503050406030204" pitchFamily="18" charset="0"/>
                          </a:rPr>
                          <m:t>2</m:t>
                        </m:r>
                      </m:den>
                    </m:f>
                    <m:r>
                      <a:rPr lang="it-IT" b="0" i="1" smtClean="0">
                        <a:latin typeface="Cambria Math" panose="02040503050406030204" pitchFamily="18" charset="0"/>
                      </a:rPr>
                      <m:t>=$90.000</m:t>
                    </m:r>
                  </m:oMath>
                </a14:m>
                <a:endParaRPr lang="it-IT" b="0" dirty="0"/>
              </a:p>
              <a:p>
                <a:pPr lvl="1"/>
                <a:r>
                  <a:rPr lang="it-IT" dirty="0"/>
                  <a:t>Market surplus = CS + PS = </a:t>
                </a:r>
                <a14:m>
                  <m:oMath xmlns:m="http://schemas.openxmlformats.org/officeDocument/2006/math">
                    <m:r>
                      <a:rPr lang="it-IT" b="0" i="1" smtClean="0">
                        <a:latin typeface="Cambria Math" panose="02040503050406030204" pitchFamily="18" charset="0"/>
                      </a:rPr>
                      <m:t>=$90.000</m:t>
                    </m:r>
                    <m:r>
                      <a:rPr lang="it-IT" b="0" i="0" smtClean="0">
                        <a:latin typeface="Cambria Math" panose="02040503050406030204" pitchFamily="18" charset="0"/>
                      </a:rPr>
                      <m:t>+$90.000=$180.000</m:t>
                    </m:r>
                  </m:oMath>
                </a14:m>
                <a:endParaRPr lang="it-IT" b="0" dirty="0"/>
              </a:p>
              <a:p>
                <a:r>
                  <a:rPr lang="en-US" b="1" dirty="0"/>
                  <a:t>AFTER</a:t>
                </a:r>
              </a:p>
              <a:p>
                <a:pPr lvl="1"/>
                <a:r>
                  <a:rPr lang="en-US" dirty="0"/>
                  <a:t>Consumers have lost surplus in some areas but gained it in others. Overall, are they better off or worse off?</a:t>
                </a:r>
              </a:p>
              <a:p>
                <a:pPr lvl="1"/>
                <a:r>
                  <a:rPr lang="en-US" dirty="0"/>
                  <a:t>Producers have lost surplus</a:t>
                </a:r>
              </a:p>
              <a:p>
                <a:pPr lvl="1"/>
                <a:r>
                  <a:rPr lang="en-US" dirty="0"/>
                  <a:t>Consumer Surplus (Blue Area): </a:t>
                </a:r>
                <a14:m>
                  <m:oMath xmlns:m="http://schemas.openxmlformats.org/officeDocument/2006/math">
                    <m:f>
                      <m:fPr>
                        <m:ctrlPr>
                          <a:rPr lang="it-IT" b="0" i="1" smtClean="0">
                            <a:latin typeface="Cambria Math" panose="02040503050406030204" pitchFamily="18" charset="0"/>
                          </a:rPr>
                        </m:ctrlPr>
                      </m:fPr>
                      <m:num>
                        <m:d>
                          <m:dPr>
                            <m:begChr m:val="["/>
                            <m:endChr m:val="]"/>
                            <m:ctrlPr>
                              <a:rPr lang="it-IT" b="0" i="1" smtClean="0">
                                <a:latin typeface="Cambria Math" panose="02040503050406030204" pitchFamily="18" charset="0"/>
                              </a:rPr>
                            </m:ctrlPr>
                          </m:dPr>
                          <m:e>
                            <m:d>
                              <m:dPr>
                                <m:ctrlPr>
                                  <a:rPr lang="it-IT" b="0" i="1" smtClean="0">
                                    <a:latin typeface="Cambria Math" panose="02040503050406030204" pitchFamily="18" charset="0"/>
                                  </a:rPr>
                                </m:ctrlPr>
                              </m:dPr>
                              <m:e>
                                <m:r>
                                  <a:rPr lang="it-IT" b="0" i="1" smtClean="0">
                                    <a:latin typeface="Cambria Math" panose="02040503050406030204" pitchFamily="18" charset="0"/>
                                  </a:rPr>
                                  <m:t>1200 −800</m:t>
                                </m:r>
                              </m:e>
                            </m:d>
                            <m:r>
                              <a:rPr lang="it-IT" b="0" i="1" smtClean="0">
                                <a:latin typeface="Cambria Math" panose="02040503050406030204" pitchFamily="18" charset="0"/>
                              </a:rPr>
                              <m:t>∗200</m:t>
                            </m:r>
                          </m:e>
                        </m:d>
                      </m:num>
                      <m:den>
                        <m:r>
                          <a:rPr lang="it-IT" b="0" i="1" smtClean="0">
                            <a:latin typeface="Cambria Math" panose="02040503050406030204" pitchFamily="18" charset="0"/>
                          </a:rPr>
                          <m:t>2</m:t>
                        </m:r>
                      </m:den>
                    </m:f>
                    <m:r>
                      <a:rPr lang="it-IT" b="0" i="1" smtClean="0">
                        <a:latin typeface="Cambria Math" panose="02040503050406030204" pitchFamily="18" charset="0"/>
                      </a:rPr>
                      <m:t>+(400∗200)=$120.000</m:t>
                    </m:r>
                  </m:oMath>
                </a14:m>
                <a:endParaRPr lang="it-IT" b="0" dirty="0"/>
              </a:p>
              <a:p>
                <a:pPr lvl="1"/>
                <a:r>
                  <a:rPr lang="en-US" dirty="0"/>
                  <a:t>Producer Surplus (Red Area): </a:t>
                </a:r>
                <a14:m>
                  <m:oMath xmlns:m="http://schemas.openxmlformats.org/officeDocument/2006/math">
                    <m:f>
                      <m:fPr>
                        <m:ctrlPr>
                          <a:rPr lang="it-IT" b="0" i="1" smtClean="0">
                            <a:latin typeface="Cambria Math" panose="02040503050406030204" pitchFamily="18" charset="0"/>
                          </a:rPr>
                        </m:ctrlPr>
                      </m:fPr>
                      <m:num>
                        <m:r>
                          <a:rPr lang="it-IT" b="0" i="1" smtClean="0">
                            <a:latin typeface="Cambria Math" panose="02040503050406030204" pitchFamily="18" charset="0"/>
                          </a:rPr>
                          <m:t>400∗200</m:t>
                        </m:r>
                      </m:num>
                      <m:den>
                        <m:r>
                          <a:rPr lang="it-IT" b="0" i="1" smtClean="0">
                            <a:latin typeface="Cambria Math" panose="02040503050406030204" pitchFamily="18" charset="0"/>
                          </a:rPr>
                          <m:t>2</m:t>
                        </m:r>
                      </m:den>
                    </m:f>
                    <m:r>
                      <a:rPr lang="it-IT" b="0" i="1" smtClean="0">
                        <a:latin typeface="Cambria Math" panose="02040503050406030204" pitchFamily="18" charset="0"/>
                      </a:rPr>
                      <m:t>=$40.000</m:t>
                    </m:r>
                  </m:oMath>
                </a14:m>
                <a:endParaRPr lang="it-IT" b="0" dirty="0"/>
              </a:p>
              <a:p>
                <a:pPr lvl="1"/>
                <a:r>
                  <a:rPr lang="it-IT" dirty="0"/>
                  <a:t>Market surplus = CS + PS = </a:t>
                </a:r>
                <a14:m>
                  <m:oMath xmlns:m="http://schemas.openxmlformats.org/officeDocument/2006/math">
                    <m:r>
                      <a:rPr lang="it-IT" b="0" i="1" smtClean="0">
                        <a:latin typeface="Cambria Math" panose="02040503050406030204" pitchFamily="18" charset="0"/>
                      </a:rPr>
                      <m:t>=$120.000</m:t>
                    </m:r>
                    <m:r>
                      <a:rPr lang="it-IT" b="0" i="0" smtClean="0">
                        <a:latin typeface="Cambria Math" panose="02040503050406030204" pitchFamily="18" charset="0"/>
                      </a:rPr>
                      <m:t>+$40.000=$160.00</m:t>
                    </m:r>
                  </m:oMath>
                </a14:m>
                <a:endParaRPr lang="it-IT" b="0" dirty="0"/>
              </a:p>
              <a:p>
                <a:pPr lvl="1"/>
                <a:endParaRPr lang="it-IT" b="0" dirty="0"/>
              </a:p>
              <a:p>
                <a:pPr lvl="1"/>
                <a:endParaRPr lang="en-US" dirty="0"/>
              </a:p>
            </p:txBody>
          </p:sp>
        </mc:Choice>
        <mc:Fallback xmlns="">
          <p:sp>
            <p:nvSpPr>
              <p:cNvPr id="4" name="Content Placeholder 3">
                <a:extLst>
                  <a:ext uri="{FF2B5EF4-FFF2-40B4-BE49-F238E27FC236}">
                    <a16:creationId xmlns:a16="http://schemas.microsoft.com/office/drawing/2014/main" id="{575C9774-517C-463E-8FE3-BA19EC3D810D}"/>
                  </a:ext>
                </a:extLst>
              </p:cNvPr>
              <p:cNvSpPr>
                <a:spLocks noGrp="1" noRot="1" noChangeAspect="1" noMove="1" noResize="1" noEditPoints="1" noAdjustHandles="1" noChangeArrowheads="1" noChangeShapeType="1" noTextEdit="1"/>
              </p:cNvSpPr>
              <p:nvPr>
                <p:ph idx="1"/>
              </p:nvPr>
            </p:nvSpPr>
            <p:spPr>
              <a:blipFill>
                <a:blip r:embed="rId2"/>
                <a:stretch>
                  <a:fillRect l="-464" t="-2564"/>
                </a:stretch>
              </a:blipFill>
            </p:spPr>
            <p:txBody>
              <a:bodyPr/>
              <a:lstStyle/>
              <a:p>
                <a:r>
                  <a:rPr lang="en-US">
                    <a:noFill/>
                  </a:rPr>
                  <a:t> </a:t>
                </a:r>
              </a:p>
            </p:txBody>
          </p:sp>
        </mc:Fallback>
      </mc:AlternateContent>
    </p:spTree>
    <p:extLst>
      <p:ext uri="{BB962C8B-B14F-4D97-AF65-F5344CB8AC3E}">
        <p14:creationId xmlns:p14="http://schemas.microsoft.com/office/powerpoint/2010/main" val="78677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4D7B-E304-4F64-813D-067389520278}"/>
              </a:ext>
            </a:extLst>
          </p:cNvPr>
          <p:cNvSpPr>
            <a:spLocks noGrp="1"/>
          </p:cNvSpPr>
          <p:nvPr>
            <p:ph type="title"/>
          </p:nvPr>
        </p:nvSpPr>
        <p:spPr/>
        <p:txBody>
          <a:bodyPr/>
          <a:lstStyle/>
          <a:p>
            <a:pPr algn="ctr"/>
            <a:r>
              <a:rPr lang="en-US" dirty="0"/>
              <a:t>Price ceiling – Redistribution</a:t>
            </a:r>
          </a:p>
        </p:txBody>
      </p:sp>
      <p:sp>
        <p:nvSpPr>
          <p:cNvPr id="3" name="Content Placeholder 2">
            <a:extLst>
              <a:ext uri="{FF2B5EF4-FFF2-40B4-BE49-F238E27FC236}">
                <a16:creationId xmlns:a16="http://schemas.microsoft.com/office/drawing/2014/main" id="{945E561F-13A5-4EC3-978D-5DFC8CDD7581}"/>
              </a:ext>
            </a:extLst>
          </p:cNvPr>
          <p:cNvSpPr>
            <a:spLocks noGrp="1"/>
          </p:cNvSpPr>
          <p:nvPr>
            <p:ph idx="1"/>
          </p:nvPr>
        </p:nvSpPr>
        <p:spPr/>
        <p:txBody>
          <a:bodyPr/>
          <a:lstStyle/>
          <a:p>
            <a:r>
              <a:rPr lang="it-IT" dirty="0"/>
              <a:t>It is easy to see that the market surplus (i.e., social welfare) has decreased</a:t>
            </a:r>
          </a:p>
          <a:p>
            <a:r>
              <a:rPr lang="it-IT" dirty="0"/>
              <a:t>But how has it been distribuited between consumers and firms?</a:t>
            </a:r>
            <a:endParaRPr lang="en-US" dirty="0"/>
          </a:p>
        </p:txBody>
      </p:sp>
      <p:pic>
        <p:nvPicPr>
          <p:cNvPr id="5" name="Picture 4">
            <a:extLst>
              <a:ext uri="{FF2B5EF4-FFF2-40B4-BE49-F238E27FC236}">
                <a16:creationId xmlns:a16="http://schemas.microsoft.com/office/drawing/2014/main" id="{CA0D4258-380E-468F-A8F3-7E67D50593FB}"/>
              </a:ext>
            </a:extLst>
          </p:cNvPr>
          <p:cNvPicPr>
            <a:picLocks noChangeAspect="1"/>
          </p:cNvPicPr>
          <p:nvPr/>
        </p:nvPicPr>
        <p:blipFill>
          <a:blip r:embed="rId3"/>
          <a:srcRect/>
          <a:stretch/>
        </p:blipFill>
        <p:spPr>
          <a:xfrm>
            <a:off x="2933975" y="2128918"/>
            <a:ext cx="3276049" cy="2734409"/>
          </a:xfrm>
          <a:prstGeom prst="rect">
            <a:avLst/>
          </a:prstGeom>
        </p:spPr>
      </p:pic>
    </p:spTree>
    <p:extLst>
      <p:ext uri="{BB962C8B-B14F-4D97-AF65-F5344CB8AC3E}">
        <p14:creationId xmlns:p14="http://schemas.microsoft.com/office/powerpoint/2010/main" val="3072826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8361-A4A3-4C0B-A9D4-B7F49B770706}"/>
              </a:ext>
            </a:extLst>
          </p:cNvPr>
          <p:cNvSpPr>
            <a:spLocks noGrp="1"/>
          </p:cNvSpPr>
          <p:nvPr>
            <p:ph type="title"/>
          </p:nvPr>
        </p:nvSpPr>
        <p:spPr/>
        <p:txBody>
          <a:bodyPr/>
          <a:lstStyle/>
          <a:p>
            <a:pPr algn="ctr"/>
            <a:r>
              <a:rPr lang="en-US" dirty="0"/>
              <a:t>Price ceiling – Redistribution (cont’d)</a:t>
            </a:r>
          </a:p>
        </p:txBody>
      </p:sp>
      <p:sp>
        <p:nvSpPr>
          <p:cNvPr id="3" name="Content Placeholder 2">
            <a:extLst>
              <a:ext uri="{FF2B5EF4-FFF2-40B4-BE49-F238E27FC236}">
                <a16:creationId xmlns:a16="http://schemas.microsoft.com/office/drawing/2014/main" id="{AE4B30A5-ABDC-4804-B7BC-2B832A4E39F9}"/>
              </a:ext>
            </a:extLst>
          </p:cNvPr>
          <p:cNvSpPr>
            <a:spLocks noGrp="1"/>
          </p:cNvSpPr>
          <p:nvPr>
            <p:ph idx="1"/>
          </p:nvPr>
        </p:nvSpPr>
        <p:spPr/>
        <p:txBody>
          <a:bodyPr/>
          <a:lstStyle/>
          <a:p>
            <a:r>
              <a:rPr lang="it-IT" dirty="0"/>
              <a:t>We can divide the redistribution into two main categories:</a:t>
            </a:r>
          </a:p>
          <a:p>
            <a:pPr lvl="1"/>
            <a:r>
              <a:rPr lang="en-US" dirty="0"/>
              <a:t>Transfer from consumers to produces and vice versa. </a:t>
            </a:r>
          </a:p>
          <a:p>
            <a:pPr lvl="1"/>
            <a:r>
              <a:rPr lang="en-US" dirty="0"/>
              <a:t>Deadweight loss: social optimal quantity is not produced anymore. It represents the market inefficiency that occurs when supply and demand are out of equilibrium. Part of the social optimal quantity is “burned” when setting a price ceiling. </a:t>
            </a:r>
          </a:p>
          <a:p>
            <a:r>
              <a:rPr lang="en-US" dirty="0"/>
              <a:t>In this case,</a:t>
            </a:r>
          </a:p>
          <a:p>
            <a:pPr lvl="1"/>
            <a:r>
              <a:rPr lang="en-US" dirty="0"/>
              <a:t>The quantity supplied in the market decreases</a:t>
            </a:r>
          </a:p>
          <a:p>
            <a:pPr lvl="1"/>
            <a:r>
              <a:rPr lang="en-US" dirty="0"/>
              <a:t>We can assume that consumers that are willing to invest more money in their homes will end up with the rental units since they will start looking earlier and have more options at their disposal. </a:t>
            </a:r>
          </a:p>
          <a:p>
            <a:pPr lvl="1"/>
            <a:r>
              <a:rPr lang="en-US" dirty="0"/>
              <a:t>Therefore, consumers that are willing to pay between $800 and $600 will be cut out of the market (</a:t>
            </a:r>
            <a:r>
              <a:rPr lang="en-US" b="1" dirty="0"/>
              <a:t>area B</a:t>
            </a:r>
            <a:r>
              <a:rPr lang="en-US" dirty="0"/>
              <a:t>)</a:t>
            </a:r>
          </a:p>
        </p:txBody>
      </p:sp>
    </p:spTree>
    <p:extLst>
      <p:ext uri="{BB962C8B-B14F-4D97-AF65-F5344CB8AC3E}">
        <p14:creationId xmlns:p14="http://schemas.microsoft.com/office/powerpoint/2010/main" val="988668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8361-A4A3-4C0B-A9D4-B7F49B770706}"/>
              </a:ext>
            </a:extLst>
          </p:cNvPr>
          <p:cNvSpPr>
            <a:spLocks noGrp="1"/>
          </p:cNvSpPr>
          <p:nvPr>
            <p:ph type="title"/>
          </p:nvPr>
        </p:nvSpPr>
        <p:spPr/>
        <p:txBody>
          <a:bodyPr/>
          <a:lstStyle/>
          <a:p>
            <a:pPr algn="ctr"/>
            <a:r>
              <a:rPr lang="en-US" dirty="0"/>
              <a:t>Price ceiling – Redistribution (cont’d)</a:t>
            </a:r>
          </a:p>
        </p:txBody>
      </p:sp>
      <p:sp>
        <p:nvSpPr>
          <p:cNvPr id="3" name="Content Placeholder 2">
            <a:extLst>
              <a:ext uri="{FF2B5EF4-FFF2-40B4-BE49-F238E27FC236}">
                <a16:creationId xmlns:a16="http://schemas.microsoft.com/office/drawing/2014/main" id="{AE4B30A5-ABDC-4804-B7BC-2B832A4E39F9}"/>
              </a:ext>
            </a:extLst>
          </p:cNvPr>
          <p:cNvSpPr>
            <a:spLocks noGrp="1"/>
          </p:cNvSpPr>
          <p:nvPr>
            <p:ph idx="1"/>
          </p:nvPr>
        </p:nvSpPr>
        <p:spPr/>
        <p:txBody>
          <a:bodyPr/>
          <a:lstStyle/>
          <a:p>
            <a:r>
              <a:rPr lang="it-IT" dirty="0"/>
              <a:t>I</a:t>
            </a:r>
            <a:r>
              <a:rPr lang="en-US" dirty="0"/>
              <a:t>t follows that …</a:t>
            </a:r>
          </a:p>
          <a:p>
            <a:pPr lvl="1"/>
            <a:r>
              <a:rPr lang="en-US" dirty="0"/>
              <a:t>Consumers who are able to find homes now pay less, resulting in an increase in consumer surplus (</a:t>
            </a:r>
            <a:r>
              <a:rPr lang="en-US" b="1" dirty="0"/>
              <a:t>area A</a:t>
            </a:r>
            <a:r>
              <a:rPr lang="en-US" dirty="0"/>
              <a:t>)</a:t>
            </a:r>
          </a:p>
          <a:p>
            <a:r>
              <a:rPr lang="en-US" dirty="0"/>
              <a:t>What about producers?</a:t>
            </a:r>
          </a:p>
          <a:p>
            <a:pPr lvl="1"/>
            <a:r>
              <a:rPr lang="en-US" dirty="0"/>
              <a:t>We can see they lose A and C areas. </a:t>
            </a:r>
          </a:p>
          <a:p>
            <a:pPr lvl="1"/>
            <a:r>
              <a:rPr lang="en-US" dirty="0"/>
              <a:t>Landlords reconsider staying in the market once the price ceiling is set, as fewer landlords can make a profit with the lower price (</a:t>
            </a:r>
            <a:r>
              <a:rPr lang="en-US" b="1" dirty="0"/>
              <a:t>area C</a:t>
            </a:r>
            <a:r>
              <a:rPr lang="en-US" dirty="0"/>
              <a:t>)</a:t>
            </a:r>
          </a:p>
          <a:p>
            <a:pPr lvl="1"/>
            <a:r>
              <a:rPr lang="en-US" dirty="0"/>
              <a:t>Like consumers, some producers will stay in the market but with different conditions. These producers will now make less profit with a lower rent revenue. (</a:t>
            </a:r>
            <a:r>
              <a:rPr lang="en-US" b="1" dirty="0"/>
              <a:t>area A</a:t>
            </a:r>
            <a:r>
              <a:rPr lang="en-US" dirty="0"/>
              <a:t>)</a:t>
            </a:r>
          </a:p>
          <a:p>
            <a:pPr lvl="2"/>
            <a:endParaRPr lang="en-US" dirty="0"/>
          </a:p>
        </p:txBody>
      </p:sp>
    </p:spTree>
    <p:extLst>
      <p:ext uri="{BB962C8B-B14F-4D97-AF65-F5344CB8AC3E}">
        <p14:creationId xmlns:p14="http://schemas.microsoft.com/office/powerpoint/2010/main" val="1650216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8361-A4A3-4C0B-A9D4-B7F49B770706}"/>
              </a:ext>
            </a:extLst>
          </p:cNvPr>
          <p:cNvSpPr>
            <a:spLocks noGrp="1"/>
          </p:cNvSpPr>
          <p:nvPr>
            <p:ph type="title"/>
          </p:nvPr>
        </p:nvSpPr>
        <p:spPr/>
        <p:txBody>
          <a:bodyPr/>
          <a:lstStyle/>
          <a:p>
            <a:pPr algn="ctr"/>
            <a:r>
              <a:rPr lang="en-US" dirty="0"/>
              <a:t>Price ceiling – Transfer and DWL (death weight loss) </a:t>
            </a:r>
          </a:p>
        </p:txBody>
      </p:sp>
      <p:sp>
        <p:nvSpPr>
          <p:cNvPr id="3" name="Content Placeholder 2">
            <a:extLst>
              <a:ext uri="{FF2B5EF4-FFF2-40B4-BE49-F238E27FC236}">
                <a16:creationId xmlns:a16="http://schemas.microsoft.com/office/drawing/2014/main" id="{AE4B30A5-ABDC-4804-B7BC-2B832A4E39F9}"/>
              </a:ext>
            </a:extLst>
          </p:cNvPr>
          <p:cNvSpPr>
            <a:spLocks noGrp="1"/>
          </p:cNvSpPr>
          <p:nvPr>
            <p:ph idx="1"/>
          </p:nvPr>
        </p:nvSpPr>
        <p:spPr/>
        <p:txBody>
          <a:bodyPr/>
          <a:lstStyle/>
          <a:p>
            <a:r>
              <a:rPr lang="it-IT" dirty="0"/>
              <a:t>Transfer surplus</a:t>
            </a:r>
          </a:p>
          <a:p>
            <a:pPr lvl="1"/>
            <a:r>
              <a:rPr lang="en-US" dirty="0"/>
              <a:t>Area A was transferred from the landlords to the renters who remained in the market</a:t>
            </a:r>
          </a:p>
          <a:p>
            <a:pPr lvl="1"/>
            <a:r>
              <a:rPr lang="en-US" dirty="0"/>
              <a:t>This is the result of the </a:t>
            </a:r>
            <a:r>
              <a:rPr lang="en-US" b="1" dirty="0"/>
              <a:t>price effect </a:t>
            </a:r>
            <a:r>
              <a:rPr lang="en-US" dirty="0"/>
              <a:t>of the price ceiling</a:t>
            </a:r>
          </a:p>
          <a:p>
            <a:r>
              <a:rPr lang="en-US" dirty="0"/>
              <a:t>DWL</a:t>
            </a:r>
          </a:p>
          <a:p>
            <a:pPr lvl="1"/>
            <a:r>
              <a:rPr lang="en-US" dirty="0"/>
              <a:t>DWL area is the loss resulting from renters who are no longer able to be in the market</a:t>
            </a:r>
          </a:p>
          <a:p>
            <a:pPr lvl="1"/>
            <a:r>
              <a:rPr lang="en-US" dirty="0"/>
              <a:t>This is the result of the </a:t>
            </a:r>
            <a:r>
              <a:rPr lang="en-US" b="1" dirty="0"/>
              <a:t>quantity effect </a:t>
            </a:r>
            <a:r>
              <a:rPr lang="en-US" dirty="0"/>
              <a:t>of the price ceiling </a:t>
            </a:r>
          </a:p>
          <a:p>
            <a:r>
              <a:rPr lang="en-US" dirty="0"/>
              <a:t>To put it short</a:t>
            </a:r>
          </a:p>
          <a:p>
            <a:pPr lvl="1"/>
            <a:r>
              <a:rPr lang="en-US" dirty="0"/>
              <a:t>Change in quantity </a:t>
            </a:r>
            <a:r>
              <a:rPr lang="en-US" dirty="0">
                <a:sym typeface="Wingdings" panose="05000000000000000000" pitchFamily="2" charset="2"/>
              </a:rPr>
              <a:t> DWL</a:t>
            </a:r>
          </a:p>
          <a:p>
            <a:pPr lvl="1"/>
            <a:r>
              <a:rPr lang="en-US" dirty="0">
                <a:sym typeface="Wingdings" panose="05000000000000000000" pitchFamily="2" charset="2"/>
              </a:rPr>
              <a:t>Change in price  transfers </a:t>
            </a:r>
            <a:endParaRPr lang="en-US" dirty="0"/>
          </a:p>
          <a:p>
            <a:pPr lvl="1"/>
            <a:endParaRPr lang="en-US" dirty="0"/>
          </a:p>
          <a:p>
            <a:pPr lvl="2"/>
            <a:endParaRPr lang="en-US" dirty="0"/>
          </a:p>
        </p:txBody>
      </p:sp>
    </p:spTree>
    <p:extLst>
      <p:ext uri="{BB962C8B-B14F-4D97-AF65-F5344CB8AC3E}">
        <p14:creationId xmlns:p14="http://schemas.microsoft.com/office/powerpoint/2010/main" val="1981222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le 1">
            <a:extLst>
              <a:ext uri="{FF2B5EF4-FFF2-40B4-BE49-F238E27FC236}">
                <a16:creationId xmlns:a16="http://schemas.microsoft.com/office/drawing/2014/main" id="{532053BD-39A1-4E7F-BE5D-51D1CE8C517E}"/>
              </a:ext>
            </a:extLst>
          </p:cNvPr>
          <p:cNvSpPr>
            <a:spLocks noGrp="1"/>
          </p:cNvSpPr>
          <p:nvPr>
            <p:ph type="title"/>
          </p:nvPr>
        </p:nvSpPr>
        <p:spPr/>
        <p:txBody>
          <a:bodyPr/>
          <a:lstStyle/>
          <a:p>
            <a:pPr algn="ctr"/>
            <a:r>
              <a:rPr lang="en-US" dirty="0"/>
              <a:t>Price floor – Market Surplus</a:t>
            </a:r>
          </a:p>
        </p:txBody>
      </p:sp>
      <p:pic>
        <p:nvPicPr>
          <p:cNvPr id="4" name="Picture 3">
            <a:extLst>
              <a:ext uri="{FF2B5EF4-FFF2-40B4-BE49-F238E27FC236}">
                <a16:creationId xmlns:a16="http://schemas.microsoft.com/office/drawing/2014/main" id="{679E0838-24A0-40ED-9C01-1791737B7ED0}"/>
              </a:ext>
            </a:extLst>
          </p:cNvPr>
          <p:cNvPicPr>
            <a:picLocks noChangeAspect="1"/>
          </p:cNvPicPr>
          <p:nvPr/>
        </p:nvPicPr>
        <p:blipFill>
          <a:blip r:embed="rId2"/>
          <a:srcRect/>
          <a:stretch/>
        </p:blipFill>
        <p:spPr>
          <a:xfrm>
            <a:off x="525457" y="1081914"/>
            <a:ext cx="8093086" cy="3738009"/>
          </a:xfrm>
          <a:prstGeom prst="rect">
            <a:avLst/>
          </a:prstGeom>
        </p:spPr>
      </p:pic>
    </p:spTree>
    <p:extLst>
      <p:ext uri="{BB962C8B-B14F-4D97-AF65-F5344CB8AC3E}">
        <p14:creationId xmlns:p14="http://schemas.microsoft.com/office/powerpoint/2010/main" val="2671126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172C8-9446-4F6B-9EA3-49C9E629D1E9}"/>
              </a:ext>
            </a:extLst>
          </p:cNvPr>
          <p:cNvSpPr>
            <a:spLocks noGrp="1"/>
          </p:cNvSpPr>
          <p:nvPr>
            <p:ph type="title"/>
          </p:nvPr>
        </p:nvSpPr>
        <p:spPr/>
        <p:txBody>
          <a:bodyPr/>
          <a:lstStyle/>
          <a:p>
            <a:pPr algn="ctr"/>
            <a:r>
              <a:rPr lang="en-US" dirty="0"/>
              <a:t>Price Floor – Minimum wage policy</a:t>
            </a:r>
          </a:p>
        </p:txBody>
      </p:sp>
      <p:sp>
        <p:nvSpPr>
          <p:cNvPr id="3" name="Content Placeholder 2">
            <a:extLst>
              <a:ext uri="{FF2B5EF4-FFF2-40B4-BE49-F238E27FC236}">
                <a16:creationId xmlns:a16="http://schemas.microsoft.com/office/drawing/2014/main" id="{8D382115-20B8-489F-8316-7B8DB06B5FA0}"/>
              </a:ext>
            </a:extLst>
          </p:cNvPr>
          <p:cNvSpPr>
            <a:spLocks noGrp="1"/>
          </p:cNvSpPr>
          <p:nvPr>
            <p:ph idx="1"/>
          </p:nvPr>
        </p:nvSpPr>
        <p:spPr/>
        <p:txBody>
          <a:bodyPr/>
          <a:lstStyle/>
          <a:p>
            <a:r>
              <a:rPr lang="en-US" dirty="0"/>
              <a:t>Workers are the producers of labor </a:t>
            </a:r>
          </a:p>
          <a:p>
            <a:r>
              <a:rPr lang="en-US" dirty="0"/>
              <a:t>Firms are the consumers of labor </a:t>
            </a:r>
          </a:p>
          <a:p>
            <a:r>
              <a:rPr lang="en-US" dirty="0"/>
              <a:t>Price is defined as hourly wage</a:t>
            </a:r>
          </a:p>
        </p:txBody>
      </p:sp>
      <p:pic>
        <p:nvPicPr>
          <p:cNvPr id="5" name="Picture 4">
            <a:extLst>
              <a:ext uri="{FF2B5EF4-FFF2-40B4-BE49-F238E27FC236}">
                <a16:creationId xmlns:a16="http://schemas.microsoft.com/office/drawing/2014/main" id="{104E750C-05D0-4F84-8DE9-D9A9BC02D734}"/>
              </a:ext>
            </a:extLst>
          </p:cNvPr>
          <p:cNvPicPr>
            <a:picLocks noChangeAspect="1"/>
          </p:cNvPicPr>
          <p:nvPr/>
        </p:nvPicPr>
        <p:blipFill>
          <a:blip r:embed="rId2"/>
          <a:stretch>
            <a:fillRect/>
          </a:stretch>
        </p:blipFill>
        <p:spPr>
          <a:xfrm>
            <a:off x="4231179" y="1188957"/>
            <a:ext cx="4829694" cy="3727133"/>
          </a:xfrm>
          <a:prstGeom prst="rect">
            <a:avLst/>
          </a:prstGeom>
        </p:spPr>
      </p:pic>
    </p:spTree>
    <p:extLst>
      <p:ext uri="{BB962C8B-B14F-4D97-AF65-F5344CB8AC3E}">
        <p14:creationId xmlns:p14="http://schemas.microsoft.com/office/powerpoint/2010/main" val="78863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E215-7AD2-49D8-ADF8-9A3F4529AB73}"/>
              </a:ext>
            </a:extLst>
          </p:cNvPr>
          <p:cNvSpPr>
            <a:spLocks noGrp="1"/>
          </p:cNvSpPr>
          <p:nvPr>
            <p:ph type="title"/>
          </p:nvPr>
        </p:nvSpPr>
        <p:spPr/>
        <p:txBody>
          <a:bodyPr/>
          <a:lstStyle/>
          <a:p>
            <a:pPr algn="ctr"/>
            <a:r>
              <a:rPr lang="en-US" dirty="0"/>
              <a:t>Price Floor – Minimum wage policy</a:t>
            </a:r>
          </a:p>
        </p:txBody>
      </p:sp>
      <p:sp>
        <p:nvSpPr>
          <p:cNvPr id="3" name="Content Placeholder 2">
            <a:extLst>
              <a:ext uri="{FF2B5EF4-FFF2-40B4-BE49-F238E27FC236}">
                <a16:creationId xmlns:a16="http://schemas.microsoft.com/office/drawing/2014/main" id="{B5D701F4-31CA-4D20-B98F-BA0FA472F1B7}"/>
              </a:ext>
            </a:extLst>
          </p:cNvPr>
          <p:cNvSpPr>
            <a:spLocks noGrp="1"/>
          </p:cNvSpPr>
          <p:nvPr>
            <p:ph idx="1"/>
          </p:nvPr>
        </p:nvSpPr>
        <p:spPr/>
        <p:txBody>
          <a:bodyPr>
            <a:normAutofit/>
          </a:bodyPr>
          <a:lstStyle/>
          <a:p>
            <a:r>
              <a:rPr lang="en-US" sz="2000" dirty="0"/>
              <a:t>In equilibrium ($10/hour) there is no unemployment</a:t>
            </a:r>
          </a:p>
          <a:p>
            <a:r>
              <a:rPr lang="en-US" sz="2000" dirty="0"/>
              <a:t>One the government sets a minimum wage ($13/hour)</a:t>
            </a:r>
          </a:p>
          <a:p>
            <a:pPr lvl="1"/>
            <a:r>
              <a:rPr lang="en-US" sz="2000" dirty="0"/>
              <a:t>Quantity of labor supplied (workers looking for jobs) will be 400</a:t>
            </a:r>
          </a:p>
          <a:p>
            <a:pPr lvl="1"/>
            <a:r>
              <a:rPr lang="en-US" sz="2000" dirty="0"/>
              <a:t>Quantity demanded (firms hiring workers) will be 200</a:t>
            </a:r>
          </a:p>
          <a:p>
            <a:pPr lvl="1"/>
            <a:r>
              <a:rPr lang="en-US" sz="2000" dirty="0"/>
              <a:t>200 workers will be unemployed </a:t>
            </a:r>
          </a:p>
        </p:txBody>
      </p:sp>
    </p:spTree>
    <p:extLst>
      <p:ext uri="{BB962C8B-B14F-4D97-AF65-F5344CB8AC3E}">
        <p14:creationId xmlns:p14="http://schemas.microsoft.com/office/powerpoint/2010/main" val="2186609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228ED5-007F-42D9-BD30-4C1C72525E16}"/>
              </a:ext>
            </a:extLst>
          </p:cNvPr>
          <p:cNvSpPr>
            <a:spLocks noGrp="1"/>
          </p:cNvSpPr>
          <p:nvPr>
            <p:ph type="title"/>
          </p:nvPr>
        </p:nvSpPr>
        <p:spPr/>
        <p:txBody>
          <a:bodyPr/>
          <a:lstStyle/>
          <a:p>
            <a:pPr algn="ctr"/>
            <a:r>
              <a:rPr lang="en-US" dirty="0"/>
              <a:t>Price floor – Market Surplus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75C9774-517C-463E-8FE3-BA19EC3D810D}"/>
                  </a:ext>
                </a:extLst>
              </p:cNvPr>
              <p:cNvSpPr>
                <a:spLocks noGrp="1"/>
              </p:cNvSpPr>
              <p:nvPr>
                <p:ph idx="1"/>
              </p:nvPr>
            </p:nvSpPr>
            <p:spPr/>
            <p:txBody>
              <a:bodyPr>
                <a:normAutofit/>
              </a:bodyPr>
              <a:lstStyle/>
              <a:p>
                <a:r>
                  <a:rPr lang="en-US" b="1" dirty="0"/>
                  <a:t>BEFORE</a:t>
                </a:r>
              </a:p>
              <a:p>
                <a:pPr lvl="1"/>
                <a:r>
                  <a:rPr lang="en-US" dirty="0"/>
                  <a:t>Consumer Surplus (Blue Area): </a:t>
                </a:r>
                <a14:m>
                  <m:oMath xmlns:m="http://schemas.openxmlformats.org/officeDocument/2006/math">
                    <m:f>
                      <m:fPr>
                        <m:ctrlPr>
                          <a:rPr lang="it-IT" b="0" i="1" smtClean="0">
                            <a:latin typeface="Cambria Math" panose="02040503050406030204" pitchFamily="18" charset="0"/>
                          </a:rPr>
                        </m:ctrlPr>
                      </m:fPr>
                      <m:num>
                        <m:d>
                          <m:dPr>
                            <m:begChr m:val="["/>
                            <m:endChr m:val="]"/>
                            <m:ctrlPr>
                              <a:rPr lang="it-IT" b="0" i="1" smtClean="0">
                                <a:latin typeface="Cambria Math" panose="02040503050406030204" pitchFamily="18" charset="0"/>
                              </a:rPr>
                            </m:ctrlPr>
                          </m:dPr>
                          <m:e>
                            <m:d>
                              <m:dPr>
                                <m:ctrlPr>
                                  <a:rPr lang="it-IT" b="0" i="1" smtClean="0">
                                    <a:latin typeface="Cambria Math" panose="02040503050406030204" pitchFamily="18" charset="0"/>
                                  </a:rPr>
                                </m:ctrlPr>
                              </m:dPr>
                              <m:e>
                                <m:r>
                                  <a:rPr lang="it-IT" b="0" i="1" smtClean="0">
                                    <a:latin typeface="Cambria Math" panose="02040503050406030204" pitchFamily="18" charset="0"/>
                                  </a:rPr>
                                  <m:t>20−10</m:t>
                                </m:r>
                              </m:e>
                            </m:d>
                            <m:r>
                              <a:rPr lang="it-IT" b="0" i="1" smtClean="0">
                                <a:latin typeface="Cambria Math" panose="02040503050406030204" pitchFamily="18" charset="0"/>
                              </a:rPr>
                              <m:t>∗300</m:t>
                            </m:r>
                          </m:e>
                        </m:d>
                      </m:num>
                      <m:den>
                        <m:r>
                          <a:rPr lang="it-IT" b="0" i="1" smtClean="0">
                            <a:latin typeface="Cambria Math" panose="02040503050406030204" pitchFamily="18" charset="0"/>
                          </a:rPr>
                          <m:t>2</m:t>
                        </m:r>
                      </m:den>
                    </m:f>
                    <m:r>
                      <a:rPr lang="it-IT" b="0" i="1" smtClean="0">
                        <a:latin typeface="Cambria Math" panose="02040503050406030204" pitchFamily="18" charset="0"/>
                      </a:rPr>
                      <m:t>=$1.500</m:t>
                    </m:r>
                  </m:oMath>
                </a14:m>
                <a:endParaRPr lang="it-IT" b="0" dirty="0"/>
              </a:p>
              <a:p>
                <a:pPr lvl="1"/>
                <a:r>
                  <a:rPr lang="en-US" dirty="0"/>
                  <a:t>Producer Surplus (Red Area): </a:t>
                </a:r>
                <a14:m>
                  <m:oMath xmlns:m="http://schemas.openxmlformats.org/officeDocument/2006/math">
                    <m:f>
                      <m:fPr>
                        <m:ctrlPr>
                          <a:rPr lang="it-IT" b="0" i="1" smtClean="0">
                            <a:latin typeface="Cambria Math" panose="02040503050406030204" pitchFamily="18" charset="0"/>
                          </a:rPr>
                        </m:ctrlPr>
                      </m:fPr>
                      <m:num>
                        <m:r>
                          <a:rPr lang="it-IT" b="0" i="1" smtClean="0">
                            <a:latin typeface="Cambria Math" panose="02040503050406030204" pitchFamily="18" charset="0"/>
                          </a:rPr>
                          <m:t>10∗300</m:t>
                        </m:r>
                      </m:num>
                      <m:den>
                        <m:r>
                          <a:rPr lang="it-IT" b="0" i="1" smtClean="0">
                            <a:latin typeface="Cambria Math" panose="02040503050406030204" pitchFamily="18" charset="0"/>
                          </a:rPr>
                          <m:t>2</m:t>
                        </m:r>
                      </m:den>
                    </m:f>
                    <m:r>
                      <a:rPr lang="it-IT" b="0" i="1" smtClean="0">
                        <a:latin typeface="Cambria Math" panose="02040503050406030204" pitchFamily="18" charset="0"/>
                      </a:rPr>
                      <m:t>=$1.500</m:t>
                    </m:r>
                  </m:oMath>
                </a14:m>
                <a:endParaRPr lang="it-IT" b="0" dirty="0"/>
              </a:p>
              <a:p>
                <a:pPr lvl="1"/>
                <a:r>
                  <a:rPr lang="it-IT" dirty="0"/>
                  <a:t>Market surplus = CS + PS = </a:t>
                </a:r>
                <a14:m>
                  <m:oMath xmlns:m="http://schemas.openxmlformats.org/officeDocument/2006/math">
                    <m:r>
                      <a:rPr lang="it-IT" b="0" i="1" smtClean="0">
                        <a:latin typeface="Cambria Math" panose="02040503050406030204" pitchFamily="18" charset="0"/>
                      </a:rPr>
                      <m:t>=$1.500</m:t>
                    </m:r>
                    <m:r>
                      <a:rPr lang="it-IT" b="0" i="0" smtClean="0">
                        <a:latin typeface="Cambria Math" panose="02040503050406030204" pitchFamily="18" charset="0"/>
                      </a:rPr>
                      <m:t>+$1.500=$3.000</m:t>
                    </m:r>
                  </m:oMath>
                </a14:m>
                <a:endParaRPr lang="it-IT" b="0" dirty="0"/>
              </a:p>
              <a:p>
                <a:r>
                  <a:rPr lang="en-US" b="1" dirty="0"/>
                  <a:t>AFTER</a:t>
                </a:r>
              </a:p>
              <a:p>
                <a:pPr lvl="1"/>
                <a:r>
                  <a:rPr lang="en-US" dirty="0"/>
                  <a:t>Consumer Surplus (Blue Area): </a:t>
                </a:r>
                <a14:m>
                  <m:oMath xmlns:m="http://schemas.openxmlformats.org/officeDocument/2006/math">
                    <m:f>
                      <m:fPr>
                        <m:ctrlPr>
                          <a:rPr lang="it-IT" b="0" i="1" smtClean="0">
                            <a:latin typeface="Cambria Math" panose="02040503050406030204" pitchFamily="18" charset="0"/>
                          </a:rPr>
                        </m:ctrlPr>
                      </m:fPr>
                      <m:num>
                        <m:d>
                          <m:dPr>
                            <m:begChr m:val="["/>
                            <m:endChr m:val="]"/>
                            <m:ctrlPr>
                              <a:rPr lang="it-IT" b="0" i="1" smtClean="0">
                                <a:latin typeface="Cambria Math" panose="02040503050406030204" pitchFamily="18" charset="0"/>
                              </a:rPr>
                            </m:ctrlPr>
                          </m:dPr>
                          <m:e>
                            <m:d>
                              <m:dPr>
                                <m:ctrlPr>
                                  <a:rPr lang="it-IT" b="0" i="1" smtClean="0">
                                    <a:latin typeface="Cambria Math" panose="02040503050406030204" pitchFamily="18" charset="0"/>
                                  </a:rPr>
                                </m:ctrlPr>
                              </m:dPr>
                              <m:e>
                                <m:r>
                                  <a:rPr lang="it-IT" b="0" i="1" smtClean="0">
                                    <a:latin typeface="Cambria Math" panose="02040503050406030204" pitchFamily="18" charset="0"/>
                                  </a:rPr>
                                  <m:t>20−13</m:t>
                                </m:r>
                              </m:e>
                            </m:d>
                            <m:r>
                              <a:rPr lang="it-IT" b="0" i="1" smtClean="0">
                                <a:latin typeface="Cambria Math" panose="02040503050406030204" pitchFamily="18" charset="0"/>
                              </a:rPr>
                              <m:t>∗200</m:t>
                            </m:r>
                          </m:e>
                        </m:d>
                      </m:num>
                      <m:den>
                        <m:r>
                          <a:rPr lang="it-IT" b="0" i="1" smtClean="0">
                            <a:latin typeface="Cambria Math" panose="02040503050406030204" pitchFamily="18" charset="0"/>
                          </a:rPr>
                          <m:t>2</m:t>
                        </m:r>
                      </m:den>
                    </m:f>
                    <m:r>
                      <a:rPr lang="it-IT" b="0" i="1" smtClean="0">
                        <a:latin typeface="Cambria Math" panose="02040503050406030204" pitchFamily="18" charset="0"/>
                      </a:rPr>
                      <m:t>=$700</m:t>
                    </m:r>
                  </m:oMath>
                </a14:m>
                <a:endParaRPr lang="it-IT" b="0" dirty="0"/>
              </a:p>
              <a:p>
                <a:pPr lvl="1"/>
                <a:r>
                  <a:rPr lang="en-US" dirty="0"/>
                  <a:t>Producer Surplus (Red Area) = Red square + red triangle = </a:t>
                </a:r>
                <a14:m>
                  <m:oMath xmlns:m="http://schemas.openxmlformats.org/officeDocument/2006/math">
                    <m:d>
                      <m:dPr>
                        <m:begChr m:val="["/>
                        <m:endChr m:val="]"/>
                        <m:ctrlPr>
                          <a:rPr lang="it-IT" b="0" i="1" smtClean="0">
                            <a:latin typeface="Cambria Math" panose="02040503050406030204" pitchFamily="18" charset="0"/>
                          </a:rPr>
                        </m:ctrlPr>
                      </m:dPr>
                      <m:e>
                        <m:d>
                          <m:dPr>
                            <m:ctrlPr>
                              <a:rPr lang="it-IT" b="0" i="1" smtClean="0">
                                <a:latin typeface="Cambria Math" panose="02040503050406030204" pitchFamily="18" charset="0"/>
                              </a:rPr>
                            </m:ctrlPr>
                          </m:dPr>
                          <m:e>
                            <m:r>
                              <a:rPr lang="it-IT" b="0" i="1" smtClean="0">
                                <a:latin typeface="Cambria Math" panose="02040503050406030204" pitchFamily="18" charset="0"/>
                              </a:rPr>
                              <m:t>13−7</m:t>
                            </m:r>
                          </m:e>
                        </m:d>
                        <m:r>
                          <a:rPr lang="it-IT" b="0" i="1" smtClean="0">
                            <a:latin typeface="Cambria Math" panose="02040503050406030204" pitchFamily="18" charset="0"/>
                          </a:rPr>
                          <m:t>∗200</m:t>
                        </m:r>
                      </m:e>
                    </m:d>
                    <m:r>
                      <a:rPr lang="it-IT" b="0" i="1"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rPr>
                          <m:t>7∗200</m:t>
                        </m:r>
                      </m:num>
                      <m:den>
                        <m:r>
                          <a:rPr lang="it-IT" b="0" i="1" smtClean="0">
                            <a:latin typeface="Cambria Math" panose="02040503050406030204" pitchFamily="18" charset="0"/>
                          </a:rPr>
                          <m:t>2</m:t>
                        </m:r>
                      </m:den>
                    </m:f>
                    <m:r>
                      <a:rPr lang="it-IT" b="0" i="1" smtClean="0">
                        <a:latin typeface="Cambria Math" panose="02040503050406030204" pitchFamily="18" charset="0"/>
                      </a:rPr>
                      <m:t>=$1900</m:t>
                    </m:r>
                  </m:oMath>
                </a14:m>
                <a:endParaRPr lang="en-US" dirty="0"/>
              </a:p>
              <a:p>
                <a:pPr lvl="1"/>
                <a:r>
                  <a:rPr lang="it-IT" dirty="0"/>
                  <a:t>Market surplus = CS + PS = </a:t>
                </a:r>
                <a14:m>
                  <m:oMath xmlns:m="http://schemas.openxmlformats.org/officeDocument/2006/math">
                    <m:r>
                      <a:rPr lang="it-IT" b="0" i="1" smtClean="0">
                        <a:latin typeface="Cambria Math" panose="02040503050406030204" pitchFamily="18" charset="0"/>
                      </a:rPr>
                      <m:t>=$700</m:t>
                    </m:r>
                    <m:r>
                      <a:rPr lang="it-IT" b="0" i="0" smtClean="0">
                        <a:latin typeface="Cambria Math" panose="02040503050406030204" pitchFamily="18" charset="0"/>
                      </a:rPr>
                      <m:t>+$1900=$2600</m:t>
                    </m:r>
                  </m:oMath>
                </a14:m>
                <a:endParaRPr lang="it-IT" b="0" dirty="0"/>
              </a:p>
              <a:p>
                <a:pPr lvl="1"/>
                <a:endParaRPr lang="en-US" dirty="0"/>
              </a:p>
            </p:txBody>
          </p:sp>
        </mc:Choice>
        <mc:Fallback xmlns="">
          <p:sp>
            <p:nvSpPr>
              <p:cNvPr id="4" name="Content Placeholder 3">
                <a:extLst>
                  <a:ext uri="{FF2B5EF4-FFF2-40B4-BE49-F238E27FC236}">
                    <a16:creationId xmlns:a16="http://schemas.microsoft.com/office/drawing/2014/main" id="{575C9774-517C-463E-8FE3-BA19EC3D810D}"/>
                  </a:ext>
                </a:extLst>
              </p:cNvPr>
              <p:cNvSpPr>
                <a:spLocks noGrp="1" noRot="1" noChangeAspect="1" noMove="1" noResize="1" noEditPoints="1" noAdjustHandles="1" noChangeArrowheads="1" noChangeShapeType="1" noTextEdit="1"/>
              </p:cNvSpPr>
              <p:nvPr>
                <p:ph idx="1"/>
              </p:nvPr>
            </p:nvSpPr>
            <p:spPr>
              <a:blipFill>
                <a:blip r:embed="rId2"/>
                <a:stretch>
                  <a:fillRect l="-464" t="-1832"/>
                </a:stretch>
              </a:blipFill>
            </p:spPr>
            <p:txBody>
              <a:bodyPr/>
              <a:lstStyle/>
              <a:p>
                <a:r>
                  <a:rPr lang="en-US">
                    <a:noFill/>
                  </a:rPr>
                  <a:t> </a:t>
                </a:r>
              </a:p>
            </p:txBody>
          </p:sp>
        </mc:Fallback>
      </mc:AlternateContent>
    </p:spTree>
    <p:extLst>
      <p:ext uri="{BB962C8B-B14F-4D97-AF65-F5344CB8AC3E}">
        <p14:creationId xmlns:p14="http://schemas.microsoft.com/office/powerpoint/2010/main" val="97904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4021D-6929-413C-B2A8-E62A9B4684FC}"/>
              </a:ext>
            </a:extLst>
          </p:cNvPr>
          <p:cNvSpPr>
            <a:spLocks noGrp="1"/>
          </p:cNvSpPr>
          <p:nvPr>
            <p:ph type="title"/>
          </p:nvPr>
        </p:nvSpPr>
        <p:spPr/>
        <p:txBody>
          <a:bodyPr/>
          <a:lstStyle/>
          <a:p>
            <a:pPr algn="ctr"/>
            <a:r>
              <a:rPr lang="en-US" dirty="0"/>
              <a:t>Price floor – Market Surplus</a:t>
            </a:r>
          </a:p>
        </p:txBody>
      </p:sp>
      <p:sp>
        <p:nvSpPr>
          <p:cNvPr id="3" name="Content Placeholder 2">
            <a:extLst>
              <a:ext uri="{FF2B5EF4-FFF2-40B4-BE49-F238E27FC236}">
                <a16:creationId xmlns:a16="http://schemas.microsoft.com/office/drawing/2014/main" id="{8829FE4E-042C-4F37-B68E-09D849952BE8}"/>
              </a:ext>
            </a:extLst>
          </p:cNvPr>
          <p:cNvSpPr>
            <a:spLocks noGrp="1"/>
          </p:cNvSpPr>
          <p:nvPr>
            <p:ph idx="1"/>
          </p:nvPr>
        </p:nvSpPr>
        <p:spPr/>
        <p:txBody>
          <a:bodyPr>
            <a:normAutofit/>
          </a:bodyPr>
          <a:lstStyle/>
          <a:p>
            <a:r>
              <a:rPr lang="en-US" sz="1600" dirty="0"/>
              <a:t>Market surplus after the price floor is less </a:t>
            </a:r>
            <a:r>
              <a:rPr lang="en-US" sz="1600" dirty="0">
                <a:sym typeface="Wingdings" panose="05000000000000000000" pitchFamily="2" charset="2"/>
              </a:rPr>
              <a:t> deadweight loss</a:t>
            </a:r>
            <a:endParaRPr lang="en-US" sz="1600" dirty="0"/>
          </a:p>
          <a:p>
            <a:r>
              <a:rPr lang="en-US" sz="1600" dirty="0"/>
              <a:t>Transfer from consumers (firms) to producers (workers)</a:t>
            </a:r>
          </a:p>
          <a:p>
            <a:pPr lvl="1"/>
            <a:r>
              <a:rPr lang="en-US" dirty="0"/>
              <a:t>Workers who find job are better off	</a:t>
            </a:r>
          </a:p>
          <a:p>
            <a:pPr lvl="1"/>
            <a:r>
              <a:rPr lang="en-US" dirty="0"/>
              <a:t>Fewer workers are able to find jobs</a:t>
            </a:r>
          </a:p>
        </p:txBody>
      </p:sp>
      <p:pic>
        <p:nvPicPr>
          <p:cNvPr id="4" name="Picture 3">
            <a:extLst>
              <a:ext uri="{FF2B5EF4-FFF2-40B4-BE49-F238E27FC236}">
                <a16:creationId xmlns:a16="http://schemas.microsoft.com/office/drawing/2014/main" id="{25095EF2-097E-4B9A-92DC-6F54224FD30A}"/>
              </a:ext>
            </a:extLst>
          </p:cNvPr>
          <p:cNvPicPr>
            <a:picLocks noChangeAspect="1"/>
          </p:cNvPicPr>
          <p:nvPr/>
        </p:nvPicPr>
        <p:blipFill>
          <a:blip r:embed="rId2"/>
          <a:stretch>
            <a:fillRect/>
          </a:stretch>
        </p:blipFill>
        <p:spPr>
          <a:xfrm>
            <a:off x="4777846" y="2265653"/>
            <a:ext cx="3240088" cy="2677294"/>
          </a:xfrm>
          <a:prstGeom prst="rect">
            <a:avLst/>
          </a:prstGeom>
        </p:spPr>
      </p:pic>
    </p:spTree>
    <p:extLst>
      <p:ext uri="{BB962C8B-B14F-4D97-AF65-F5344CB8AC3E}">
        <p14:creationId xmlns:p14="http://schemas.microsoft.com/office/powerpoint/2010/main" val="3534976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31B7-892D-4776-928C-DBE20A52E189}"/>
              </a:ext>
            </a:extLst>
          </p:cNvPr>
          <p:cNvSpPr>
            <a:spLocks noGrp="1"/>
          </p:cNvSpPr>
          <p:nvPr>
            <p:ph type="title"/>
          </p:nvPr>
        </p:nvSpPr>
        <p:spPr/>
        <p:txBody>
          <a:bodyPr/>
          <a:lstStyle/>
          <a:p>
            <a:pPr algn="ctr"/>
            <a:r>
              <a:rPr lang="en-US" dirty="0"/>
              <a:t>Price controls - Summary</a:t>
            </a:r>
          </a:p>
        </p:txBody>
      </p:sp>
      <p:sp>
        <p:nvSpPr>
          <p:cNvPr id="3" name="Content Placeholder 2">
            <a:extLst>
              <a:ext uri="{FF2B5EF4-FFF2-40B4-BE49-F238E27FC236}">
                <a16:creationId xmlns:a16="http://schemas.microsoft.com/office/drawing/2014/main" id="{2784D985-9431-492E-8498-B80DD5D9CAA3}"/>
              </a:ext>
            </a:extLst>
          </p:cNvPr>
          <p:cNvSpPr>
            <a:spLocks noGrp="1"/>
          </p:cNvSpPr>
          <p:nvPr>
            <p:ph idx="1"/>
          </p:nvPr>
        </p:nvSpPr>
        <p:spPr/>
        <p:txBody>
          <a:bodyPr>
            <a:normAutofit/>
          </a:bodyPr>
          <a:lstStyle/>
          <a:p>
            <a:r>
              <a:rPr lang="en-US" sz="2400" dirty="0"/>
              <a:t>Both price floor and price ceiling result in deadweight loss </a:t>
            </a:r>
          </a:p>
          <a:p>
            <a:r>
              <a:rPr lang="en-US" sz="2400" dirty="0"/>
              <a:t>Transfer from one player to another</a:t>
            </a:r>
          </a:p>
          <a:p>
            <a:r>
              <a:rPr lang="en-US" sz="2400" dirty="0"/>
              <a:t>If we want to change the quantity level offered, both policies are effective</a:t>
            </a:r>
          </a:p>
          <a:p>
            <a:r>
              <a:rPr lang="en-US" sz="2400" dirty="0"/>
              <a:t>DWL area is the same after the two policies are introduced but the surplus distribution will be different</a:t>
            </a:r>
          </a:p>
        </p:txBody>
      </p:sp>
    </p:spTree>
    <p:extLst>
      <p:ext uri="{BB962C8B-B14F-4D97-AF65-F5344CB8AC3E}">
        <p14:creationId xmlns:p14="http://schemas.microsoft.com/office/powerpoint/2010/main" val="1912926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3C1EA-CE02-413D-8C2A-DC6271C75724}"/>
              </a:ext>
            </a:extLst>
          </p:cNvPr>
          <p:cNvSpPr>
            <a:spLocks noGrp="1"/>
          </p:cNvSpPr>
          <p:nvPr>
            <p:ph type="title"/>
          </p:nvPr>
        </p:nvSpPr>
        <p:spPr/>
        <p:txBody>
          <a:bodyPr/>
          <a:lstStyle/>
          <a:p>
            <a:pPr algn="ctr"/>
            <a:r>
              <a:rPr lang="en-US" dirty="0"/>
              <a:t>Quantity Controls </a:t>
            </a:r>
          </a:p>
        </p:txBody>
      </p:sp>
      <p:sp>
        <p:nvSpPr>
          <p:cNvPr id="3" name="Content Placeholder 2">
            <a:extLst>
              <a:ext uri="{FF2B5EF4-FFF2-40B4-BE49-F238E27FC236}">
                <a16:creationId xmlns:a16="http://schemas.microsoft.com/office/drawing/2014/main" id="{B73DEFB8-DD02-4497-BB1A-F813247BBC16}"/>
              </a:ext>
            </a:extLst>
          </p:cNvPr>
          <p:cNvSpPr>
            <a:spLocks noGrp="1"/>
          </p:cNvSpPr>
          <p:nvPr>
            <p:ph idx="1"/>
          </p:nvPr>
        </p:nvSpPr>
        <p:spPr/>
        <p:txBody>
          <a:bodyPr>
            <a:normAutofit/>
          </a:bodyPr>
          <a:lstStyle/>
          <a:p>
            <a:r>
              <a:rPr lang="en-US" sz="2400" dirty="0"/>
              <a:t>So far, we have seen how the government can change the equilibrium quantity by changing prices?</a:t>
            </a:r>
          </a:p>
          <a:p>
            <a:r>
              <a:rPr lang="en-US" sz="2400" dirty="0"/>
              <a:t>What if the government operates directly on quantities?</a:t>
            </a:r>
          </a:p>
          <a:p>
            <a:pPr lvl="1"/>
            <a:r>
              <a:rPr lang="en-US" sz="2400" dirty="0"/>
              <a:t>Same deadweight loss but different surplus distribution</a:t>
            </a:r>
          </a:p>
        </p:txBody>
      </p:sp>
    </p:spTree>
    <p:extLst>
      <p:ext uri="{BB962C8B-B14F-4D97-AF65-F5344CB8AC3E}">
        <p14:creationId xmlns:p14="http://schemas.microsoft.com/office/powerpoint/2010/main" val="2901415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C447-762E-418E-A93F-FEB56D34A53C}"/>
              </a:ext>
            </a:extLst>
          </p:cNvPr>
          <p:cNvSpPr>
            <a:spLocks noGrp="1"/>
          </p:cNvSpPr>
          <p:nvPr>
            <p:ph type="title"/>
          </p:nvPr>
        </p:nvSpPr>
        <p:spPr/>
        <p:txBody>
          <a:bodyPr/>
          <a:lstStyle/>
          <a:p>
            <a:pPr algn="ctr"/>
            <a:r>
              <a:rPr lang="en-US" dirty="0"/>
              <a:t>Quantity Controls - Example</a:t>
            </a:r>
          </a:p>
        </p:txBody>
      </p:sp>
      <p:sp>
        <p:nvSpPr>
          <p:cNvPr id="3" name="Content Placeholder 2">
            <a:extLst>
              <a:ext uri="{FF2B5EF4-FFF2-40B4-BE49-F238E27FC236}">
                <a16:creationId xmlns:a16="http://schemas.microsoft.com/office/drawing/2014/main" id="{B3C330ED-FBC9-468A-994D-2ACE2267DF33}"/>
              </a:ext>
            </a:extLst>
          </p:cNvPr>
          <p:cNvSpPr>
            <a:spLocks noGrp="1"/>
          </p:cNvSpPr>
          <p:nvPr>
            <p:ph idx="1"/>
          </p:nvPr>
        </p:nvSpPr>
        <p:spPr/>
        <p:txBody>
          <a:bodyPr/>
          <a:lstStyle/>
          <a:p>
            <a:r>
              <a:rPr lang="en-US" sz="2000" dirty="0"/>
              <a:t>Market oil </a:t>
            </a:r>
          </a:p>
          <a:p>
            <a:r>
              <a:rPr lang="en-US" sz="2000" dirty="0"/>
              <a:t>Environmental strategy to reduce both the level of production and consumption </a:t>
            </a:r>
            <a:r>
              <a:rPr lang="en-US" sz="2000" dirty="0">
                <a:sym typeface="Wingdings" panose="05000000000000000000" pitchFamily="2" charset="2"/>
              </a:rPr>
              <a:t> </a:t>
            </a:r>
            <a:r>
              <a:rPr lang="en-US" sz="2000" b="1" dirty="0">
                <a:sym typeface="Wingdings" panose="05000000000000000000" pitchFamily="2" charset="2"/>
              </a:rPr>
              <a:t>quota</a:t>
            </a:r>
            <a:endParaRPr lang="en-US" sz="2000" dirty="0">
              <a:sym typeface="Wingdings" panose="05000000000000000000" pitchFamily="2" charset="2"/>
            </a:endParaRPr>
          </a:p>
          <a:p>
            <a:r>
              <a:rPr lang="en-US" sz="2000" dirty="0">
                <a:sym typeface="Wingdings" panose="05000000000000000000" pitchFamily="2" charset="2"/>
              </a:rPr>
              <a:t>Equilibrium quantity 3.5 barrels of oil</a:t>
            </a:r>
          </a:p>
          <a:p>
            <a:r>
              <a:rPr lang="en-US" sz="2000" dirty="0">
                <a:sym typeface="Wingdings" panose="05000000000000000000" pitchFamily="2" charset="2"/>
              </a:rPr>
              <a:t>The Government sets a quota of 2 million barrels  both consumers and producers have to reduce their production and consumption to that level</a:t>
            </a:r>
          </a:p>
          <a:p>
            <a:endParaRPr lang="en-US" dirty="0"/>
          </a:p>
        </p:txBody>
      </p:sp>
    </p:spTree>
    <p:extLst>
      <p:ext uri="{BB962C8B-B14F-4D97-AF65-F5344CB8AC3E}">
        <p14:creationId xmlns:p14="http://schemas.microsoft.com/office/powerpoint/2010/main" val="3263308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4657B9E-160E-4500-B2B4-7D97358A0488}"/>
              </a:ext>
            </a:extLst>
          </p:cNvPr>
          <p:cNvPicPr>
            <a:picLocks noGrp="1" noChangeAspect="1"/>
          </p:cNvPicPr>
          <p:nvPr>
            <p:ph idx="4294967295"/>
          </p:nvPr>
        </p:nvPicPr>
        <p:blipFill>
          <a:blip r:embed="rId2"/>
          <a:stretch>
            <a:fillRect/>
          </a:stretch>
        </p:blipFill>
        <p:spPr>
          <a:xfrm>
            <a:off x="1999165" y="803540"/>
            <a:ext cx="5145670" cy="4107921"/>
          </a:xfrm>
          <a:prstGeom prst="rect">
            <a:avLst/>
          </a:prstGeom>
        </p:spPr>
      </p:pic>
    </p:spTree>
    <p:extLst>
      <p:ext uri="{BB962C8B-B14F-4D97-AF65-F5344CB8AC3E}">
        <p14:creationId xmlns:p14="http://schemas.microsoft.com/office/powerpoint/2010/main" val="4168440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DA4F0E-C31C-4978-96CA-AF4AC193E6C7}"/>
              </a:ext>
            </a:extLst>
          </p:cNvPr>
          <p:cNvPicPr>
            <a:picLocks noChangeAspect="1"/>
          </p:cNvPicPr>
          <p:nvPr/>
        </p:nvPicPr>
        <p:blipFill>
          <a:blip r:embed="rId2"/>
          <a:stretch>
            <a:fillRect/>
          </a:stretch>
        </p:blipFill>
        <p:spPr>
          <a:xfrm>
            <a:off x="1838325" y="256647"/>
            <a:ext cx="5467350" cy="4829175"/>
          </a:xfrm>
          <a:prstGeom prst="rect">
            <a:avLst/>
          </a:prstGeom>
        </p:spPr>
      </p:pic>
    </p:spTree>
    <p:extLst>
      <p:ext uri="{BB962C8B-B14F-4D97-AF65-F5344CB8AC3E}">
        <p14:creationId xmlns:p14="http://schemas.microsoft.com/office/powerpoint/2010/main" val="14989283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A5369-E1DA-4E1C-9155-14EB0377FBFB}"/>
              </a:ext>
            </a:extLst>
          </p:cNvPr>
          <p:cNvSpPr>
            <a:spLocks noGrp="1"/>
          </p:cNvSpPr>
          <p:nvPr>
            <p:ph type="title"/>
          </p:nvPr>
        </p:nvSpPr>
        <p:spPr/>
        <p:txBody>
          <a:bodyPr/>
          <a:lstStyle/>
          <a:p>
            <a:pPr algn="ctr"/>
            <a:r>
              <a:rPr lang="en-US" dirty="0"/>
              <a:t>Effect of a quota</a:t>
            </a:r>
          </a:p>
        </p:txBody>
      </p:sp>
      <p:sp>
        <p:nvSpPr>
          <p:cNvPr id="3" name="Content Placeholder 2">
            <a:extLst>
              <a:ext uri="{FF2B5EF4-FFF2-40B4-BE49-F238E27FC236}">
                <a16:creationId xmlns:a16="http://schemas.microsoft.com/office/drawing/2014/main" id="{F028F276-7089-4658-BDA2-574C33FAFCC4}"/>
              </a:ext>
            </a:extLst>
          </p:cNvPr>
          <p:cNvSpPr>
            <a:spLocks noGrp="1"/>
          </p:cNvSpPr>
          <p:nvPr>
            <p:ph idx="1"/>
          </p:nvPr>
        </p:nvSpPr>
        <p:spPr/>
        <p:txBody>
          <a:bodyPr>
            <a:normAutofit/>
          </a:bodyPr>
          <a:lstStyle/>
          <a:p>
            <a:r>
              <a:rPr lang="en-US" sz="2400" dirty="0"/>
              <a:t>Price increases from $2.9/gallon to $3.8/gallon </a:t>
            </a:r>
          </a:p>
          <a:p>
            <a:r>
              <a:rPr lang="en-US" sz="2400" dirty="0"/>
              <a:t>Consumers are willing to pay more</a:t>
            </a:r>
          </a:p>
          <a:p>
            <a:r>
              <a:rPr lang="en-US" sz="2400" dirty="0"/>
              <a:t>Producers will increase prices</a:t>
            </a:r>
          </a:p>
        </p:txBody>
      </p:sp>
    </p:spTree>
    <p:extLst>
      <p:ext uri="{BB962C8B-B14F-4D97-AF65-F5344CB8AC3E}">
        <p14:creationId xmlns:p14="http://schemas.microsoft.com/office/powerpoint/2010/main" val="2102317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228ED5-007F-42D9-BD30-4C1C72525E16}"/>
              </a:ext>
            </a:extLst>
          </p:cNvPr>
          <p:cNvSpPr>
            <a:spLocks noGrp="1"/>
          </p:cNvSpPr>
          <p:nvPr>
            <p:ph type="title"/>
          </p:nvPr>
        </p:nvSpPr>
        <p:spPr/>
        <p:txBody>
          <a:bodyPr/>
          <a:lstStyle/>
          <a:p>
            <a:pPr algn="ctr"/>
            <a:r>
              <a:rPr lang="en-US" dirty="0"/>
              <a:t>Quota– Market Surplus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75C9774-517C-463E-8FE3-BA19EC3D810D}"/>
                  </a:ext>
                </a:extLst>
              </p:cNvPr>
              <p:cNvSpPr>
                <a:spLocks noGrp="1"/>
              </p:cNvSpPr>
              <p:nvPr>
                <p:ph idx="1"/>
              </p:nvPr>
            </p:nvSpPr>
            <p:spPr/>
            <p:txBody>
              <a:bodyPr>
                <a:normAutofit/>
              </a:bodyPr>
              <a:lstStyle/>
              <a:p>
                <a:r>
                  <a:rPr lang="en-US" sz="2000" b="1" dirty="0"/>
                  <a:t>BEFORE</a:t>
                </a:r>
              </a:p>
              <a:p>
                <a:pPr lvl="1"/>
                <a:r>
                  <a:rPr lang="en-US" sz="2000" dirty="0"/>
                  <a:t>Consumer Surplus (Blue Area) = </a:t>
                </a:r>
                <a14:m>
                  <m:oMath xmlns:m="http://schemas.openxmlformats.org/officeDocument/2006/math">
                    <m:r>
                      <a:rPr lang="it-IT" sz="2000" b="0" i="0" smtClean="0">
                        <a:latin typeface="Cambria Math" panose="02040503050406030204" pitchFamily="18" charset="0"/>
                      </a:rPr>
                      <m:t>$</m:t>
                    </m:r>
                    <m:r>
                      <a:rPr lang="it-IT" sz="2000" b="0" i="1" smtClean="0">
                        <a:latin typeface="Cambria Math" panose="02040503050406030204" pitchFamily="18" charset="0"/>
                      </a:rPr>
                      <m:t>3.675 </m:t>
                    </m:r>
                    <m:r>
                      <a:rPr lang="it-IT" sz="2000" b="0" i="1" smtClean="0">
                        <a:latin typeface="Cambria Math" panose="02040503050406030204" pitchFamily="18" charset="0"/>
                      </a:rPr>
                      <m:t>𝑚𝑖𝑙𝑙𝑖𝑜𝑛</m:t>
                    </m:r>
                  </m:oMath>
                </a14:m>
                <a:endParaRPr lang="it-IT" sz="2000" b="0" dirty="0"/>
              </a:p>
              <a:p>
                <a:pPr lvl="1"/>
                <a:r>
                  <a:rPr lang="en-US" sz="2000" dirty="0"/>
                  <a:t>Producer Surplus (Red Area) = </a:t>
                </a:r>
                <a14:m>
                  <m:oMath xmlns:m="http://schemas.openxmlformats.org/officeDocument/2006/math">
                    <m:r>
                      <a:rPr lang="it-IT" sz="2000" b="0" i="1" smtClean="0">
                        <a:latin typeface="Cambria Math" panose="02040503050406030204" pitchFamily="18" charset="0"/>
                      </a:rPr>
                      <m:t>$5.075 </m:t>
                    </m:r>
                    <m:r>
                      <a:rPr lang="it-IT" sz="2000" b="0" i="1" smtClean="0">
                        <a:latin typeface="Cambria Math" panose="02040503050406030204" pitchFamily="18" charset="0"/>
                      </a:rPr>
                      <m:t>𝑚𝑖𝑙𝑙𝑖𝑜𝑛</m:t>
                    </m:r>
                  </m:oMath>
                </a14:m>
                <a:endParaRPr lang="it-IT" sz="2000" b="0" dirty="0"/>
              </a:p>
              <a:p>
                <a:pPr lvl="1"/>
                <a:r>
                  <a:rPr lang="it-IT" sz="2000" dirty="0"/>
                  <a:t>Market surplus = CS + PS = </a:t>
                </a:r>
                <a14:m>
                  <m:oMath xmlns:m="http://schemas.openxmlformats.org/officeDocument/2006/math">
                    <m:r>
                      <a:rPr lang="it-IT" sz="2000" b="0" i="1" smtClean="0">
                        <a:latin typeface="Cambria Math" panose="02040503050406030204" pitchFamily="18" charset="0"/>
                      </a:rPr>
                      <m:t>$8.75 </m:t>
                    </m:r>
                    <m:r>
                      <a:rPr lang="it-IT" sz="2000" b="0" i="1" smtClean="0">
                        <a:latin typeface="Cambria Math" panose="02040503050406030204" pitchFamily="18" charset="0"/>
                      </a:rPr>
                      <m:t>𝑚𝑖𝑙𝑙𝑖𝑜𝑛</m:t>
                    </m:r>
                  </m:oMath>
                </a14:m>
                <a:endParaRPr lang="it-IT" sz="2000" b="0" dirty="0"/>
              </a:p>
              <a:p>
                <a:r>
                  <a:rPr lang="en-US" sz="2000" b="1" dirty="0"/>
                  <a:t>AFTER</a:t>
                </a:r>
              </a:p>
              <a:p>
                <a:pPr lvl="1"/>
                <a:r>
                  <a:rPr lang="en-US" sz="2000" dirty="0"/>
                  <a:t>Consumer Surplus (Blue Area) = </a:t>
                </a:r>
                <a14:m>
                  <m:oMath xmlns:m="http://schemas.openxmlformats.org/officeDocument/2006/math">
                    <m:r>
                      <a:rPr lang="it-IT" sz="2000" b="0" i="1" smtClean="0">
                        <a:latin typeface="Cambria Math" panose="02040503050406030204" pitchFamily="18" charset="0"/>
                      </a:rPr>
                      <m:t>$1.2 </m:t>
                    </m:r>
                    <m:r>
                      <a:rPr lang="it-IT" sz="2000" b="0" i="1" smtClean="0">
                        <a:latin typeface="Cambria Math" panose="02040503050406030204" pitchFamily="18" charset="0"/>
                      </a:rPr>
                      <m:t>𝑚𝑖𝑙𝑙𝑖𝑜𝑛</m:t>
                    </m:r>
                  </m:oMath>
                </a14:m>
                <a:endParaRPr lang="it-IT" sz="2000" b="0" dirty="0"/>
              </a:p>
              <a:p>
                <a:pPr lvl="1"/>
                <a:r>
                  <a:rPr lang="en-US" sz="2000" dirty="0"/>
                  <a:t>Producer Surplus (Red Area) = Red square + red triangle + yellow square = </a:t>
                </a:r>
                <a14:m>
                  <m:oMath xmlns:m="http://schemas.openxmlformats.org/officeDocument/2006/math">
                    <m:r>
                      <a:rPr lang="it-IT" sz="2000" b="0" i="1" smtClean="0">
                        <a:latin typeface="Cambria Math" panose="02040503050406030204" pitchFamily="18" charset="0"/>
                      </a:rPr>
                      <m:t>$5.9 </m:t>
                    </m:r>
                    <m:r>
                      <a:rPr lang="it-IT" sz="2000" b="0" i="1" smtClean="0">
                        <a:latin typeface="Cambria Math" panose="02040503050406030204" pitchFamily="18" charset="0"/>
                      </a:rPr>
                      <m:t>𝑚𝑖𝑙𝑙𝑖𝑜𝑛</m:t>
                    </m:r>
                  </m:oMath>
                </a14:m>
                <a:endParaRPr lang="en-US" sz="2000" dirty="0"/>
              </a:p>
              <a:p>
                <a:pPr lvl="1"/>
                <a:r>
                  <a:rPr lang="it-IT" sz="2000" dirty="0"/>
                  <a:t>Market surplus = CS + PS = </a:t>
                </a:r>
                <a14:m>
                  <m:oMath xmlns:m="http://schemas.openxmlformats.org/officeDocument/2006/math">
                    <m:r>
                      <a:rPr lang="it-IT" sz="2000" b="0" i="1" smtClean="0">
                        <a:latin typeface="Cambria Math" panose="02040503050406030204" pitchFamily="18" charset="0"/>
                      </a:rPr>
                      <m:t>=$7.1 </m:t>
                    </m:r>
                    <m:r>
                      <a:rPr lang="it-IT" sz="2000" b="0" i="1" smtClean="0">
                        <a:latin typeface="Cambria Math" panose="02040503050406030204" pitchFamily="18" charset="0"/>
                      </a:rPr>
                      <m:t>𝑚𝑖𝑙𝑙𝑖𝑜𝑛</m:t>
                    </m:r>
                  </m:oMath>
                </a14:m>
                <a:endParaRPr lang="en-US" sz="2000" dirty="0"/>
              </a:p>
            </p:txBody>
          </p:sp>
        </mc:Choice>
        <mc:Fallback xmlns="">
          <p:sp>
            <p:nvSpPr>
              <p:cNvPr id="4" name="Content Placeholder 3">
                <a:extLst>
                  <a:ext uri="{FF2B5EF4-FFF2-40B4-BE49-F238E27FC236}">
                    <a16:creationId xmlns:a16="http://schemas.microsoft.com/office/drawing/2014/main" id="{575C9774-517C-463E-8FE3-BA19EC3D810D}"/>
                  </a:ext>
                </a:extLst>
              </p:cNvPr>
              <p:cNvSpPr>
                <a:spLocks noGrp="1" noRot="1" noChangeAspect="1" noMove="1" noResize="1" noEditPoints="1" noAdjustHandles="1" noChangeArrowheads="1" noChangeShapeType="1" noTextEdit="1"/>
              </p:cNvSpPr>
              <p:nvPr>
                <p:ph idx="1"/>
              </p:nvPr>
            </p:nvSpPr>
            <p:spPr>
              <a:blipFill>
                <a:blip r:embed="rId2"/>
                <a:stretch>
                  <a:fillRect l="-696" t="-2015"/>
                </a:stretch>
              </a:blipFill>
            </p:spPr>
            <p:txBody>
              <a:bodyPr/>
              <a:lstStyle/>
              <a:p>
                <a:r>
                  <a:rPr lang="en-US">
                    <a:noFill/>
                  </a:rPr>
                  <a:t> </a:t>
                </a:r>
              </a:p>
            </p:txBody>
          </p:sp>
        </mc:Fallback>
      </mc:AlternateContent>
    </p:spTree>
    <p:extLst>
      <p:ext uri="{BB962C8B-B14F-4D97-AF65-F5344CB8AC3E}">
        <p14:creationId xmlns:p14="http://schemas.microsoft.com/office/powerpoint/2010/main" val="3617070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FD2A4-77A3-4EB7-B2A6-8C47AEECC479}"/>
              </a:ext>
            </a:extLst>
          </p:cNvPr>
          <p:cNvSpPr>
            <a:spLocks noGrp="1"/>
          </p:cNvSpPr>
          <p:nvPr>
            <p:ph type="title"/>
          </p:nvPr>
        </p:nvSpPr>
        <p:spPr/>
        <p:txBody>
          <a:bodyPr/>
          <a:lstStyle/>
          <a:p>
            <a:pPr algn="ctr"/>
            <a:r>
              <a:rPr lang="en-US" dirty="0"/>
              <a:t>Quantity controls – Summary </a:t>
            </a:r>
          </a:p>
        </p:txBody>
      </p:sp>
      <p:sp>
        <p:nvSpPr>
          <p:cNvPr id="3" name="Content Placeholder 2">
            <a:extLst>
              <a:ext uri="{FF2B5EF4-FFF2-40B4-BE49-F238E27FC236}">
                <a16:creationId xmlns:a16="http://schemas.microsoft.com/office/drawing/2014/main" id="{E77B486E-3DC9-41E4-8161-B93BFB94B8CF}"/>
              </a:ext>
            </a:extLst>
          </p:cNvPr>
          <p:cNvSpPr>
            <a:spLocks noGrp="1"/>
          </p:cNvSpPr>
          <p:nvPr>
            <p:ph idx="1"/>
          </p:nvPr>
        </p:nvSpPr>
        <p:spPr/>
        <p:txBody>
          <a:bodyPr>
            <a:normAutofit/>
          </a:bodyPr>
          <a:lstStyle/>
          <a:p>
            <a:r>
              <a:rPr lang="en-US" sz="2400" dirty="0"/>
              <a:t>The effect of a quota is similar to that of price floor</a:t>
            </a:r>
          </a:p>
          <a:p>
            <a:r>
              <a:rPr lang="en-US" sz="2400" dirty="0"/>
              <a:t>Main difference</a:t>
            </a:r>
          </a:p>
          <a:p>
            <a:pPr lvl="1"/>
            <a:r>
              <a:rPr lang="en-US" sz="2400" dirty="0"/>
              <a:t>Quota </a:t>
            </a:r>
            <a:r>
              <a:rPr lang="en-US" sz="2400" dirty="0">
                <a:sym typeface="Wingdings" panose="05000000000000000000" pitchFamily="2" charset="2"/>
              </a:rPr>
              <a:t> government puts a restriction on a quantity and price changes accordingly </a:t>
            </a:r>
          </a:p>
          <a:p>
            <a:pPr lvl="1"/>
            <a:r>
              <a:rPr lang="en-US" sz="2400" dirty="0">
                <a:sym typeface="Wingdings" panose="05000000000000000000" pitchFamily="2" charset="2"/>
              </a:rPr>
              <a:t>Price restrictions  government puts a restriction on price and quantity changes accordingly.</a:t>
            </a:r>
            <a:endParaRPr lang="en-US" sz="2400" dirty="0"/>
          </a:p>
        </p:txBody>
      </p:sp>
    </p:spTree>
    <p:extLst>
      <p:ext uri="{BB962C8B-B14F-4D97-AF65-F5344CB8AC3E}">
        <p14:creationId xmlns:p14="http://schemas.microsoft.com/office/powerpoint/2010/main" val="3291647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3825C-F4EE-45AF-B17F-DF5486721DCB}"/>
              </a:ext>
            </a:extLst>
          </p:cNvPr>
          <p:cNvSpPr>
            <a:spLocks noGrp="1"/>
          </p:cNvSpPr>
          <p:nvPr>
            <p:ph type="title"/>
          </p:nvPr>
        </p:nvSpPr>
        <p:spPr/>
        <p:txBody>
          <a:bodyPr/>
          <a:lstStyle/>
          <a:p>
            <a:pPr algn="ctr"/>
            <a:r>
              <a:rPr lang="en-US" dirty="0"/>
              <a:t>Taxes and Subsidies</a:t>
            </a:r>
          </a:p>
        </p:txBody>
      </p:sp>
      <p:sp>
        <p:nvSpPr>
          <p:cNvPr id="3" name="Content Placeholder 2">
            <a:extLst>
              <a:ext uri="{FF2B5EF4-FFF2-40B4-BE49-F238E27FC236}">
                <a16:creationId xmlns:a16="http://schemas.microsoft.com/office/drawing/2014/main" id="{5364C70C-97E8-485E-AA55-6EB787DF4B81}"/>
              </a:ext>
            </a:extLst>
          </p:cNvPr>
          <p:cNvSpPr>
            <a:spLocks noGrp="1"/>
          </p:cNvSpPr>
          <p:nvPr>
            <p:ph idx="1"/>
          </p:nvPr>
        </p:nvSpPr>
        <p:spPr/>
        <p:txBody>
          <a:bodyPr>
            <a:normAutofit/>
          </a:bodyPr>
          <a:lstStyle/>
          <a:p>
            <a:r>
              <a:rPr lang="en-US" sz="2400" dirty="0"/>
              <a:t>Tax can be addressed both to producers and consumers</a:t>
            </a:r>
          </a:p>
          <a:p>
            <a:r>
              <a:rPr lang="en-US" sz="2400" dirty="0"/>
              <a:t>Ex. Gas tax</a:t>
            </a:r>
          </a:p>
          <a:p>
            <a:pPr lvl="1"/>
            <a:r>
              <a:rPr lang="en-US" sz="2400" dirty="0"/>
              <a:t>Producers will transfer some of the cost of the tax to a higher price</a:t>
            </a:r>
          </a:p>
          <a:p>
            <a:r>
              <a:rPr lang="en-US" sz="2400" dirty="0"/>
              <a:t>Ex. Tax on consumers</a:t>
            </a:r>
          </a:p>
          <a:p>
            <a:pPr lvl="1"/>
            <a:r>
              <a:rPr lang="en-US" sz="2400" dirty="0"/>
              <a:t>It decreases quantity demanded and reduces producer surplus</a:t>
            </a:r>
          </a:p>
        </p:txBody>
      </p:sp>
    </p:spTree>
    <p:extLst>
      <p:ext uri="{BB962C8B-B14F-4D97-AF65-F5344CB8AC3E}">
        <p14:creationId xmlns:p14="http://schemas.microsoft.com/office/powerpoint/2010/main" val="1197056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6F5D3-5034-4CC2-AEE4-6C7B7DC3A68C}"/>
              </a:ext>
            </a:extLst>
          </p:cNvPr>
          <p:cNvSpPr>
            <a:spLocks noGrp="1"/>
          </p:cNvSpPr>
          <p:nvPr>
            <p:ph type="title"/>
          </p:nvPr>
        </p:nvSpPr>
        <p:spPr/>
        <p:txBody>
          <a:bodyPr/>
          <a:lstStyle/>
          <a:p>
            <a:pPr algn="ctr"/>
            <a:r>
              <a:rPr lang="en-US" dirty="0"/>
              <a:t>Taxes, Supply and Demand curves</a:t>
            </a:r>
          </a:p>
        </p:txBody>
      </p:sp>
      <p:sp>
        <p:nvSpPr>
          <p:cNvPr id="3" name="Content Placeholder 2">
            <a:extLst>
              <a:ext uri="{FF2B5EF4-FFF2-40B4-BE49-F238E27FC236}">
                <a16:creationId xmlns:a16="http://schemas.microsoft.com/office/drawing/2014/main" id="{54EB1E72-91C3-40C5-8BA2-D414EB60F6B7}"/>
              </a:ext>
            </a:extLst>
          </p:cNvPr>
          <p:cNvSpPr>
            <a:spLocks noGrp="1"/>
          </p:cNvSpPr>
          <p:nvPr>
            <p:ph idx="1"/>
          </p:nvPr>
        </p:nvSpPr>
        <p:spPr/>
        <p:txBody>
          <a:bodyPr>
            <a:normAutofit/>
          </a:bodyPr>
          <a:lstStyle/>
          <a:p>
            <a:r>
              <a:rPr lang="en-US" dirty="0"/>
              <a:t>Producers (Supply)</a:t>
            </a:r>
          </a:p>
          <a:p>
            <a:pPr lvl="1"/>
            <a:r>
              <a:rPr lang="en-US" sz="1800" dirty="0"/>
              <a:t>Supply curve can be derived by the Marginal Cost (MC)</a:t>
            </a:r>
          </a:p>
          <a:p>
            <a:pPr lvl="2"/>
            <a:r>
              <a:rPr lang="en-US" sz="1600" dirty="0">
                <a:solidFill>
                  <a:srgbClr val="FFFF00"/>
                </a:solidFill>
                <a:hlinkClick r:id="rId2">
                  <a:extLst>
                    <a:ext uri="{A12FA001-AC4F-418D-AE19-62706E023703}">
                      <ahyp:hlinkClr xmlns:ahyp="http://schemas.microsoft.com/office/drawing/2018/hyperlinkcolor" val="tx"/>
                    </a:ext>
                  </a:extLst>
                </a:hlinkClick>
              </a:rPr>
              <a:t>Portion of MC that lies above the AVC curve</a:t>
            </a:r>
            <a:endParaRPr lang="en-US" sz="1600" dirty="0">
              <a:solidFill>
                <a:srgbClr val="FFFF00"/>
              </a:solidFill>
            </a:endParaRPr>
          </a:p>
          <a:p>
            <a:pPr lvl="1"/>
            <a:r>
              <a:rPr lang="en-US" sz="1800" dirty="0"/>
              <a:t>Market change </a:t>
            </a:r>
            <a:r>
              <a:rPr lang="en-US" sz="1800" dirty="0">
                <a:sym typeface="Wingdings" panose="05000000000000000000" pitchFamily="2" charset="2"/>
              </a:rPr>
              <a:t> Supply Curve shifts  MC changes</a:t>
            </a:r>
          </a:p>
          <a:p>
            <a:pPr lvl="1"/>
            <a:r>
              <a:rPr lang="en-US" sz="1800" dirty="0">
                <a:sym typeface="Wingdings" panose="05000000000000000000" pitchFamily="2" charset="2"/>
              </a:rPr>
              <a:t>Taxes work in a similar way</a:t>
            </a:r>
          </a:p>
          <a:p>
            <a:pPr lvl="1"/>
            <a:r>
              <a:rPr lang="en-US" sz="1800" dirty="0">
                <a:sym typeface="Wingdings" panose="05000000000000000000" pitchFamily="2" charset="2"/>
              </a:rPr>
              <a:t>Tax collected by the government = increase in the MC per unit </a:t>
            </a:r>
          </a:p>
          <a:p>
            <a:r>
              <a:rPr lang="en-US" dirty="0">
                <a:sym typeface="Wingdings" panose="05000000000000000000" pitchFamily="2" charset="2"/>
              </a:rPr>
              <a:t>Consumers (Demand)</a:t>
            </a:r>
          </a:p>
          <a:p>
            <a:pPr lvl="1"/>
            <a:r>
              <a:rPr lang="en-US" sz="1800" dirty="0">
                <a:sym typeface="Wingdings" panose="05000000000000000000" pitchFamily="2" charset="2"/>
              </a:rPr>
              <a:t>Demand = consumers’ willingness to pay  tax  downward shift demand curve</a:t>
            </a:r>
          </a:p>
          <a:p>
            <a:r>
              <a:rPr lang="en-US" dirty="0">
                <a:sym typeface="Wingdings" panose="05000000000000000000" pitchFamily="2" charset="2"/>
              </a:rPr>
              <a:t>Not matter if a tax is addressed to consumer or producers, the result is the same. </a:t>
            </a:r>
            <a:endParaRPr lang="en-US" dirty="0"/>
          </a:p>
        </p:txBody>
      </p:sp>
    </p:spTree>
    <p:extLst>
      <p:ext uri="{BB962C8B-B14F-4D97-AF65-F5344CB8AC3E}">
        <p14:creationId xmlns:p14="http://schemas.microsoft.com/office/powerpoint/2010/main" val="31664982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E124-52E9-427F-9899-AEE28F7B3480}"/>
              </a:ext>
            </a:extLst>
          </p:cNvPr>
          <p:cNvSpPr>
            <a:spLocks noGrp="1"/>
          </p:cNvSpPr>
          <p:nvPr>
            <p:ph type="title"/>
          </p:nvPr>
        </p:nvSpPr>
        <p:spPr/>
        <p:txBody>
          <a:bodyPr/>
          <a:lstStyle/>
          <a:p>
            <a:pPr algn="ctr"/>
            <a:r>
              <a:rPr lang="en-US" dirty="0"/>
              <a:t>Equilibrium before tax</a:t>
            </a:r>
          </a:p>
        </p:txBody>
      </p:sp>
      <p:sp>
        <p:nvSpPr>
          <p:cNvPr id="3" name="Content Placeholder 2">
            <a:extLst>
              <a:ext uri="{FF2B5EF4-FFF2-40B4-BE49-F238E27FC236}">
                <a16:creationId xmlns:a16="http://schemas.microsoft.com/office/drawing/2014/main" id="{BDAA1873-D3B6-4E79-9A75-0461CE9F34B7}"/>
              </a:ext>
            </a:extLst>
          </p:cNvPr>
          <p:cNvSpPr>
            <a:spLocks noGrp="1"/>
          </p:cNvSpPr>
          <p:nvPr>
            <p:ph idx="1"/>
          </p:nvPr>
        </p:nvSpPr>
        <p:spPr/>
        <p:txBody>
          <a:bodyPr/>
          <a:lstStyle/>
          <a:p>
            <a:endParaRPr lang="en-US" dirty="0"/>
          </a:p>
        </p:txBody>
      </p:sp>
      <p:sp>
        <p:nvSpPr>
          <p:cNvPr id="50" name="Graph Panel"/>
          <p:cNvSpPr/>
          <p:nvPr/>
        </p:nvSpPr>
        <p:spPr>
          <a:xfrm>
            <a:off x="2300000" y="1420000"/>
            <a:ext cx="5500000" cy="3580000"/>
          </a:xfrm>
          <a:prstGeom prst="rect">
            <a:avLst/>
          </a:prstGeom>
          <a:solidFill>
            <a:srgbClr val="FFFFFF"/>
          </a:solidFill>
          <a:ln>
            <a:noFill/>
          </a:ln>
        </p:spPr>
        <p:txBody>
          <a:bodyPr/>
          <a:lstStyle/>
          <a:p>
            <a:endParaRPr lang="en-US"/>
          </a:p>
        </p:txBody>
      </p:sp>
      <p:cxnSp>
        <p:nvCxnSpPr>
          <p:cNvPr id="5" name="Straight Connector 4">
            <a:extLst>
              <a:ext uri="{FF2B5EF4-FFF2-40B4-BE49-F238E27FC236}">
                <a16:creationId xmlns:a16="http://schemas.microsoft.com/office/drawing/2014/main" id="{3554C2CA-28E3-4902-B1BB-220D5838CD02}"/>
              </a:ext>
            </a:extLst>
          </p:cNvPr>
          <p:cNvCxnSpPr>
            <a:cxnSpLocks/>
          </p:cNvCxnSpPr>
          <p:nvPr/>
        </p:nvCxnSpPr>
        <p:spPr>
          <a:xfrm>
            <a:off x="2795849" y="1425383"/>
            <a:ext cx="0" cy="3240827"/>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16C8603-569B-4CA4-8C22-02C2EA885D49}"/>
              </a:ext>
            </a:extLst>
          </p:cNvPr>
          <p:cNvCxnSpPr>
            <a:cxnSpLocks/>
          </p:cNvCxnSpPr>
          <p:nvPr/>
        </p:nvCxnSpPr>
        <p:spPr>
          <a:xfrm flipH="1">
            <a:off x="2787536" y="4666210"/>
            <a:ext cx="4851860"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395EC0F-A5A1-4359-A33A-3C290C67729D}"/>
              </a:ext>
            </a:extLst>
          </p:cNvPr>
          <p:cNvCxnSpPr/>
          <p:nvPr/>
        </p:nvCxnSpPr>
        <p:spPr>
          <a:xfrm>
            <a:off x="2787536" y="1837363"/>
            <a:ext cx="4402973" cy="2452254"/>
          </a:xfrm>
          <a:prstGeom prst="straightConnector1">
            <a:avLst/>
          </a:prstGeom>
          <a:ln w="2540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F9B10BD-C5CE-4A6F-90E2-E7DD9BB3CFB8}"/>
              </a:ext>
            </a:extLst>
          </p:cNvPr>
          <p:cNvCxnSpPr/>
          <p:nvPr/>
        </p:nvCxnSpPr>
        <p:spPr>
          <a:xfrm flipV="1">
            <a:off x="2795849" y="2053244"/>
            <a:ext cx="3887584" cy="261296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87BC7CD-2AF8-46E7-A0C6-27E3579BFF88}"/>
              </a:ext>
            </a:extLst>
          </p:cNvPr>
          <p:cNvCxnSpPr>
            <a:cxnSpLocks/>
          </p:cNvCxnSpPr>
          <p:nvPr/>
        </p:nvCxnSpPr>
        <p:spPr>
          <a:xfrm flipH="1" flipV="1">
            <a:off x="2804163" y="3063490"/>
            <a:ext cx="2283226" cy="2725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AFDC753-EDE5-49FE-8244-8B914A3F9F2D}"/>
              </a:ext>
            </a:extLst>
          </p:cNvPr>
          <p:cNvCxnSpPr/>
          <p:nvPr/>
        </p:nvCxnSpPr>
        <p:spPr>
          <a:xfrm>
            <a:off x="5087389" y="3090749"/>
            <a:ext cx="0" cy="1575461"/>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37F0922-6089-432A-8BD5-CA41DA473F03}"/>
              </a:ext>
            </a:extLst>
          </p:cNvPr>
          <p:cNvSpPr txBox="1"/>
          <p:nvPr/>
        </p:nvSpPr>
        <p:spPr>
          <a:xfrm>
            <a:off x="2457795" y="1652697"/>
            <a:ext cx="321423" cy="369332"/>
          </a:xfrm>
          <a:prstGeom prst="rect">
            <a:avLst/>
          </a:prstGeom>
          <a:noFill/>
        </p:spPr>
        <p:txBody>
          <a:bodyPr wrap="square" rtlCol="0">
            <a:spAutoFit/>
          </a:bodyPr>
          <a:lstStyle/>
          <a:p>
            <a:r>
              <a:rPr lang="en-US" dirty="0"/>
              <a:t>6</a:t>
            </a:r>
          </a:p>
        </p:txBody>
      </p:sp>
      <p:sp>
        <p:nvSpPr>
          <p:cNvPr id="23" name="TextBox 22">
            <a:extLst>
              <a:ext uri="{FF2B5EF4-FFF2-40B4-BE49-F238E27FC236}">
                <a16:creationId xmlns:a16="http://schemas.microsoft.com/office/drawing/2014/main" id="{46A6E860-E6C7-499B-9E3B-F27F54382CC5}"/>
              </a:ext>
            </a:extLst>
          </p:cNvPr>
          <p:cNvSpPr txBox="1"/>
          <p:nvPr/>
        </p:nvSpPr>
        <p:spPr>
          <a:xfrm>
            <a:off x="2449485" y="2829082"/>
            <a:ext cx="279862" cy="369332"/>
          </a:xfrm>
          <a:prstGeom prst="rect">
            <a:avLst/>
          </a:prstGeom>
          <a:noFill/>
        </p:spPr>
        <p:txBody>
          <a:bodyPr wrap="square" rtlCol="0">
            <a:spAutoFit/>
          </a:bodyPr>
          <a:lstStyle/>
          <a:p>
            <a:r>
              <a:rPr lang="en-US" dirty="0"/>
              <a:t>4</a:t>
            </a:r>
          </a:p>
        </p:txBody>
      </p:sp>
      <p:sp>
        <p:nvSpPr>
          <p:cNvPr id="24" name="TextBox 23">
            <a:extLst>
              <a:ext uri="{FF2B5EF4-FFF2-40B4-BE49-F238E27FC236}">
                <a16:creationId xmlns:a16="http://schemas.microsoft.com/office/drawing/2014/main" id="{D9A1E74B-3355-45C5-9F92-340C22EBF818}"/>
              </a:ext>
            </a:extLst>
          </p:cNvPr>
          <p:cNvSpPr txBox="1"/>
          <p:nvPr/>
        </p:nvSpPr>
        <p:spPr>
          <a:xfrm>
            <a:off x="4950229" y="4830678"/>
            <a:ext cx="274320" cy="369332"/>
          </a:xfrm>
          <a:prstGeom prst="rect">
            <a:avLst/>
          </a:prstGeom>
          <a:noFill/>
        </p:spPr>
        <p:txBody>
          <a:bodyPr wrap="square" rtlCol="0">
            <a:spAutoFit/>
          </a:bodyPr>
          <a:lstStyle/>
          <a:p>
            <a:r>
              <a:rPr lang="en-US" dirty="0"/>
              <a:t>4</a:t>
            </a:r>
          </a:p>
        </p:txBody>
      </p:sp>
      <p:sp>
        <p:nvSpPr>
          <p:cNvPr id="25" name="Right Triangle 24">
            <a:extLst>
              <a:ext uri="{FF2B5EF4-FFF2-40B4-BE49-F238E27FC236}">
                <a16:creationId xmlns:a16="http://schemas.microsoft.com/office/drawing/2014/main" id="{E359A3B1-8FC1-496A-A6EC-D1BBA0D8A245}"/>
              </a:ext>
            </a:extLst>
          </p:cNvPr>
          <p:cNvSpPr/>
          <p:nvPr/>
        </p:nvSpPr>
        <p:spPr>
          <a:xfrm>
            <a:off x="2804162" y="1867843"/>
            <a:ext cx="2125746" cy="1195647"/>
          </a:xfrm>
          <a:custGeom>
            <a:avLst/>
            <a:gdLst>
              <a:gd name="connsiteX0" fmla="*/ 0 w 2146066"/>
              <a:gd name="connsiteY0" fmla="*/ 1226127 h 1226127"/>
              <a:gd name="connsiteX1" fmla="*/ 0 w 2146066"/>
              <a:gd name="connsiteY1" fmla="*/ 0 h 1226127"/>
              <a:gd name="connsiteX2" fmla="*/ 2146066 w 2146066"/>
              <a:gd name="connsiteY2" fmla="*/ 1226127 h 1226127"/>
              <a:gd name="connsiteX3" fmla="*/ 0 w 2146066"/>
              <a:gd name="connsiteY3" fmla="*/ 1226127 h 1226127"/>
              <a:gd name="connsiteX0" fmla="*/ 0 w 2146066"/>
              <a:gd name="connsiteY0" fmla="*/ 1190567 h 1190567"/>
              <a:gd name="connsiteX1" fmla="*/ 25400 w 2146066"/>
              <a:gd name="connsiteY1" fmla="*/ 0 h 1190567"/>
              <a:gd name="connsiteX2" fmla="*/ 2146066 w 2146066"/>
              <a:gd name="connsiteY2" fmla="*/ 1190567 h 1190567"/>
              <a:gd name="connsiteX3" fmla="*/ 0 w 2146066"/>
              <a:gd name="connsiteY3" fmla="*/ 1190567 h 1190567"/>
              <a:gd name="connsiteX0" fmla="*/ 0 w 2100346"/>
              <a:gd name="connsiteY0" fmla="*/ 1190567 h 1190567"/>
              <a:gd name="connsiteX1" fmla="*/ 25400 w 2100346"/>
              <a:gd name="connsiteY1" fmla="*/ 0 h 1190567"/>
              <a:gd name="connsiteX2" fmla="*/ 2100346 w 2100346"/>
              <a:gd name="connsiteY2" fmla="*/ 1175327 h 1190567"/>
              <a:gd name="connsiteX3" fmla="*/ 0 w 2100346"/>
              <a:gd name="connsiteY3" fmla="*/ 1190567 h 1190567"/>
              <a:gd name="connsiteX0" fmla="*/ 15240 w 2074946"/>
              <a:gd name="connsiteY0" fmla="*/ 1170247 h 1175327"/>
              <a:gd name="connsiteX1" fmla="*/ 0 w 2074946"/>
              <a:gd name="connsiteY1" fmla="*/ 0 h 1175327"/>
              <a:gd name="connsiteX2" fmla="*/ 2074946 w 2074946"/>
              <a:gd name="connsiteY2" fmla="*/ 1175327 h 1175327"/>
              <a:gd name="connsiteX3" fmla="*/ 15240 w 2074946"/>
              <a:gd name="connsiteY3" fmla="*/ 1170247 h 1175327"/>
              <a:gd name="connsiteX0" fmla="*/ 30279 w 2089985"/>
              <a:gd name="connsiteY0" fmla="*/ 1170247 h 1175327"/>
              <a:gd name="connsiteX1" fmla="*/ 15039 w 2089985"/>
              <a:gd name="connsiteY1" fmla="*/ 0 h 1175327"/>
              <a:gd name="connsiteX2" fmla="*/ 2089985 w 2089985"/>
              <a:gd name="connsiteY2" fmla="*/ 1175327 h 1175327"/>
              <a:gd name="connsiteX3" fmla="*/ 30279 w 2089985"/>
              <a:gd name="connsiteY3" fmla="*/ 1170247 h 1175327"/>
              <a:gd name="connsiteX0" fmla="*/ 24828 w 2104854"/>
              <a:gd name="connsiteY0" fmla="*/ 1180407 h 1180407"/>
              <a:gd name="connsiteX1" fmla="*/ 29908 w 2104854"/>
              <a:gd name="connsiteY1" fmla="*/ 0 h 1180407"/>
              <a:gd name="connsiteX2" fmla="*/ 2104854 w 2104854"/>
              <a:gd name="connsiteY2" fmla="*/ 1175327 h 1180407"/>
              <a:gd name="connsiteX3" fmla="*/ 24828 w 2104854"/>
              <a:gd name="connsiteY3" fmla="*/ 1180407 h 1180407"/>
              <a:gd name="connsiteX0" fmla="*/ 0 w 2080026"/>
              <a:gd name="connsiteY0" fmla="*/ 1180407 h 1180407"/>
              <a:gd name="connsiteX1" fmla="*/ 5080 w 2080026"/>
              <a:gd name="connsiteY1" fmla="*/ 0 h 1180407"/>
              <a:gd name="connsiteX2" fmla="*/ 2080026 w 2080026"/>
              <a:gd name="connsiteY2" fmla="*/ 1175327 h 1180407"/>
              <a:gd name="connsiteX3" fmla="*/ 0 w 2080026"/>
              <a:gd name="connsiteY3" fmla="*/ 1180407 h 1180407"/>
              <a:gd name="connsiteX0" fmla="*/ 0 w 2080026"/>
              <a:gd name="connsiteY0" fmla="*/ 1205807 h 1205807"/>
              <a:gd name="connsiteX1" fmla="*/ 5080 w 2080026"/>
              <a:gd name="connsiteY1" fmla="*/ 0 h 1205807"/>
              <a:gd name="connsiteX2" fmla="*/ 2080026 w 2080026"/>
              <a:gd name="connsiteY2" fmla="*/ 1200727 h 1205807"/>
              <a:gd name="connsiteX3" fmla="*/ 0 w 2080026"/>
              <a:gd name="connsiteY3" fmla="*/ 1205807 h 1205807"/>
              <a:gd name="connsiteX0" fmla="*/ 0 w 2080026"/>
              <a:gd name="connsiteY0" fmla="*/ 1205807 h 1205807"/>
              <a:gd name="connsiteX1" fmla="*/ 5080 w 2080026"/>
              <a:gd name="connsiteY1" fmla="*/ 0 h 1205807"/>
              <a:gd name="connsiteX2" fmla="*/ 2080026 w 2080026"/>
              <a:gd name="connsiteY2" fmla="*/ 1200727 h 1205807"/>
              <a:gd name="connsiteX3" fmla="*/ 0 w 2080026"/>
              <a:gd name="connsiteY3" fmla="*/ 1205807 h 1205807"/>
              <a:gd name="connsiteX0" fmla="*/ 20320 w 2100346"/>
              <a:gd name="connsiteY0" fmla="*/ 1185487 h 1185487"/>
              <a:gd name="connsiteX1" fmla="*/ 0 w 2100346"/>
              <a:gd name="connsiteY1" fmla="*/ 0 h 1185487"/>
              <a:gd name="connsiteX2" fmla="*/ 2100346 w 2100346"/>
              <a:gd name="connsiteY2" fmla="*/ 1180407 h 1185487"/>
              <a:gd name="connsiteX3" fmla="*/ 20320 w 2100346"/>
              <a:gd name="connsiteY3" fmla="*/ 1185487 h 1185487"/>
              <a:gd name="connsiteX0" fmla="*/ 20320 w 2100346"/>
              <a:gd name="connsiteY0" fmla="*/ 1185487 h 1185487"/>
              <a:gd name="connsiteX1" fmla="*/ 0 w 2100346"/>
              <a:gd name="connsiteY1" fmla="*/ 0 h 1185487"/>
              <a:gd name="connsiteX2" fmla="*/ 2100346 w 2100346"/>
              <a:gd name="connsiteY2" fmla="*/ 1180407 h 1185487"/>
              <a:gd name="connsiteX3" fmla="*/ 20320 w 2100346"/>
              <a:gd name="connsiteY3" fmla="*/ 1185487 h 1185487"/>
              <a:gd name="connsiteX0" fmla="*/ 20320 w 2125746"/>
              <a:gd name="connsiteY0" fmla="*/ 1185487 h 1195647"/>
              <a:gd name="connsiteX1" fmla="*/ 0 w 2125746"/>
              <a:gd name="connsiteY1" fmla="*/ 0 h 1195647"/>
              <a:gd name="connsiteX2" fmla="*/ 2125746 w 2125746"/>
              <a:gd name="connsiteY2" fmla="*/ 1195647 h 1195647"/>
              <a:gd name="connsiteX3" fmla="*/ 20320 w 2125746"/>
              <a:gd name="connsiteY3" fmla="*/ 1185487 h 1195647"/>
              <a:gd name="connsiteX0" fmla="*/ 25400 w 2125746"/>
              <a:gd name="connsiteY0" fmla="*/ 1175327 h 1195647"/>
              <a:gd name="connsiteX1" fmla="*/ 0 w 2125746"/>
              <a:gd name="connsiteY1" fmla="*/ 0 h 1195647"/>
              <a:gd name="connsiteX2" fmla="*/ 2125746 w 2125746"/>
              <a:gd name="connsiteY2" fmla="*/ 1195647 h 1195647"/>
              <a:gd name="connsiteX3" fmla="*/ 25400 w 2125746"/>
              <a:gd name="connsiteY3" fmla="*/ 1175327 h 1195647"/>
            </a:gdLst>
            <a:ahLst/>
            <a:cxnLst>
              <a:cxn ang="0">
                <a:pos x="connsiteX0" y="connsiteY0"/>
              </a:cxn>
              <a:cxn ang="0">
                <a:pos x="connsiteX1" y="connsiteY1"/>
              </a:cxn>
              <a:cxn ang="0">
                <a:pos x="connsiteX2" y="connsiteY2"/>
              </a:cxn>
              <a:cxn ang="0">
                <a:pos x="connsiteX3" y="connsiteY3"/>
              </a:cxn>
            </a:cxnLst>
            <a:rect l="l" t="t" r="r" b="b"/>
            <a:pathLst>
              <a:path w="2125746" h="1195647">
                <a:moveTo>
                  <a:pt x="25400" y="1175327"/>
                </a:moveTo>
                <a:cubicBezTo>
                  <a:pt x="25400" y="759845"/>
                  <a:pt x="5080" y="390082"/>
                  <a:pt x="0" y="0"/>
                </a:cubicBezTo>
                <a:cubicBezTo>
                  <a:pt x="742449" y="430722"/>
                  <a:pt x="1434097" y="795405"/>
                  <a:pt x="2125746" y="1195647"/>
                </a:cubicBezTo>
                <a:lnTo>
                  <a:pt x="25400" y="1175327"/>
                </a:lnTo>
                <a:close/>
              </a:path>
            </a:pathLst>
          </a:custGeom>
          <a:solidFill>
            <a:srgbClr val="00B0F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1B22460A-C6AF-4C73-B82E-E15FD61C3FCA}"/>
              </a:ext>
            </a:extLst>
          </p:cNvPr>
          <p:cNvSpPr txBox="1"/>
          <p:nvPr/>
        </p:nvSpPr>
        <p:spPr>
          <a:xfrm>
            <a:off x="2832563" y="2362201"/>
            <a:ext cx="1224043" cy="646331"/>
          </a:xfrm>
          <a:prstGeom prst="rect">
            <a:avLst/>
          </a:prstGeom>
          <a:noFill/>
        </p:spPr>
        <p:txBody>
          <a:bodyPr wrap="square" rtlCol="0">
            <a:spAutoFit/>
          </a:bodyPr>
          <a:lstStyle/>
          <a:p>
            <a:r>
              <a:rPr lang="en-US" dirty="0"/>
              <a:t>Consumer Surplus </a:t>
            </a:r>
          </a:p>
        </p:txBody>
      </p:sp>
      <p:sp>
        <p:nvSpPr>
          <p:cNvPr id="27" name="Isosceles Triangle 26">
            <a:extLst>
              <a:ext uri="{FF2B5EF4-FFF2-40B4-BE49-F238E27FC236}">
                <a16:creationId xmlns:a16="http://schemas.microsoft.com/office/drawing/2014/main" id="{29741EF0-19F9-49E2-9D8F-691F6EC2FD3B}"/>
              </a:ext>
            </a:extLst>
          </p:cNvPr>
          <p:cNvSpPr/>
          <p:nvPr/>
        </p:nvSpPr>
        <p:spPr>
          <a:xfrm>
            <a:off x="2804159" y="3078480"/>
            <a:ext cx="2240278" cy="1562781"/>
          </a:xfrm>
          <a:custGeom>
            <a:avLst/>
            <a:gdLst>
              <a:gd name="connsiteX0" fmla="*/ 0 w 1889757"/>
              <a:gd name="connsiteY0" fmla="*/ 689021 h 689021"/>
              <a:gd name="connsiteX1" fmla="*/ 944879 w 1889757"/>
              <a:gd name="connsiteY1" fmla="*/ 0 h 689021"/>
              <a:gd name="connsiteX2" fmla="*/ 1889757 w 1889757"/>
              <a:gd name="connsiteY2" fmla="*/ 689021 h 689021"/>
              <a:gd name="connsiteX3" fmla="*/ 0 w 1889757"/>
              <a:gd name="connsiteY3" fmla="*/ 689021 h 689021"/>
              <a:gd name="connsiteX0" fmla="*/ 71121 w 1960878"/>
              <a:gd name="connsiteY0" fmla="*/ 775381 h 775381"/>
              <a:gd name="connsiteX1" fmla="*/ 0 w 1960878"/>
              <a:gd name="connsiteY1" fmla="*/ 0 h 775381"/>
              <a:gd name="connsiteX2" fmla="*/ 1960878 w 1960878"/>
              <a:gd name="connsiteY2" fmla="*/ 775381 h 775381"/>
              <a:gd name="connsiteX3" fmla="*/ 71121 w 1960878"/>
              <a:gd name="connsiteY3" fmla="*/ 775381 h 775381"/>
              <a:gd name="connsiteX0" fmla="*/ 25401 w 1960878"/>
              <a:gd name="connsiteY0" fmla="*/ 1562781 h 1562781"/>
              <a:gd name="connsiteX1" fmla="*/ 0 w 1960878"/>
              <a:gd name="connsiteY1" fmla="*/ 0 h 1562781"/>
              <a:gd name="connsiteX2" fmla="*/ 1960878 w 1960878"/>
              <a:gd name="connsiteY2" fmla="*/ 775381 h 1562781"/>
              <a:gd name="connsiteX3" fmla="*/ 25401 w 1960878"/>
              <a:gd name="connsiteY3" fmla="*/ 1562781 h 1562781"/>
              <a:gd name="connsiteX0" fmla="*/ 25401 w 2255518"/>
              <a:gd name="connsiteY0" fmla="*/ 1562781 h 1562781"/>
              <a:gd name="connsiteX1" fmla="*/ 0 w 2255518"/>
              <a:gd name="connsiteY1" fmla="*/ 0 h 1562781"/>
              <a:gd name="connsiteX2" fmla="*/ 2255518 w 2255518"/>
              <a:gd name="connsiteY2" fmla="*/ 79421 h 1562781"/>
              <a:gd name="connsiteX3" fmla="*/ 25401 w 2255518"/>
              <a:gd name="connsiteY3" fmla="*/ 1562781 h 1562781"/>
              <a:gd name="connsiteX0" fmla="*/ 25401 w 2255518"/>
              <a:gd name="connsiteY0" fmla="*/ 1527221 h 1527221"/>
              <a:gd name="connsiteX1" fmla="*/ 0 w 2255518"/>
              <a:gd name="connsiteY1" fmla="*/ 0 h 1527221"/>
              <a:gd name="connsiteX2" fmla="*/ 2255518 w 2255518"/>
              <a:gd name="connsiteY2" fmla="*/ 43861 h 1527221"/>
              <a:gd name="connsiteX3" fmla="*/ 25401 w 2255518"/>
              <a:gd name="connsiteY3" fmla="*/ 1527221 h 1527221"/>
              <a:gd name="connsiteX0" fmla="*/ 25401 w 2230118"/>
              <a:gd name="connsiteY0" fmla="*/ 1527221 h 1527221"/>
              <a:gd name="connsiteX1" fmla="*/ 0 w 2230118"/>
              <a:gd name="connsiteY1" fmla="*/ 0 h 1527221"/>
              <a:gd name="connsiteX2" fmla="*/ 2230118 w 2230118"/>
              <a:gd name="connsiteY2" fmla="*/ 38781 h 1527221"/>
              <a:gd name="connsiteX3" fmla="*/ 25401 w 2230118"/>
              <a:gd name="connsiteY3" fmla="*/ 1527221 h 1527221"/>
              <a:gd name="connsiteX0" fmla="*/ 15241 w 2230118"/>
              <a:gd name="connsiteY0" fmla="*/ 1537381 h 1537381"/>
              <a:gd name="connsiteX1" fmla="*/ 0 w 2230118"/>
              <a:gd name="connsiteY1" fmla="*/ 0 h 1537381"/>
              <a:gd name="connsiteX2" fmla="*/ 2230118 w 2230118"/>
              <a:gd name="connsiteY2" fmla="*/ 38781 h 1537381"/>
              <a:gd name="connsiteX3" fmla="*/ 15241 w 2230118"/>
              <a:gd name="connsiteY3" fmla="*/ 1537381 h 1537381"/>
              <a:gd name="connsiteX0" fmla="*/ 25401 w 2230118"/>
              <a:gd name="connsiteY0" fmla="*/ 1562781 h 1562781"/>
              <a:gd name="connsiteX1" fmla="*/ 0 w 2230118"/>
              <a:gd name="connsiteY1" fmla="*/ 0 h 1562781"/>
              <a:gd name="connsiteX2" fmla="*/ 2230118 w 2230118"/>
              <a:gd name="connsiteY2" fmla="*/ 38781 h 1562781"/>
              <a:gd name="connsiteX3" fmla="*/ 25401 w 2230118"/>
              <a:gd name="connsiteY3" fmla="*/ 1562781 h 1562781"/>
              <a:gd name="connsiteX0" fmla="*/ 25401 w 2169158"/>
              <a:gd name="connsiteY0" fmla="*/ 1562781 h 1562781"/>
              <a:gd name="connsiteX1" fmla="*/ 0 w 2169158"/>
              <a:gd name="connsiteY1" fmla="*/ 0 h 1562781"/>
              <a:gd name="connsiteX2" fmla="*/ 2169158 w 2169158"/>
              <a:gd name="connsiteY2" fmla="*/ 48941 h 1562781"/>
              <a:gd name="connsiteX3" fmla="*/ 25401 w 2169158"/>
              <a:gd name="connsiteY3" fmla="*/ 1562781 h 1562781"/>
              <a:gd name="connsiteX0" fmla="*/ 25401 w 2225038"/>
              <a:gd name="connsiteY0" fmla="*/ 1562781 h 1562781"/>
              <a:gd name="connsiteX1" fmla="*/ 0 w 2225038"/>
              <a:gd name="connsiteY1" fmla="*/ 0 h 1562781"/>
              <a:gd name="connsiteX2" fmla="*/ 2225038 w 2225038"/>
              <a:gd name="connsiteY2" fmla="*/ 38781 h 1562781"/>
              <a:gd name="connsiteX3" fmla="*/ 25401 w 2225038"/>
              <a:gd name="connsiteY3" fmla="*/ 1562781 h 1562781"/>
              <a:gd name="connsiteX0" fmla="*/ 25401 w 2225038"/>
              <a:gd name="connsiteY0" fmla="*/ 1562781 h 1562781"/>
              <a:gd name="connsiteX1" fmla="*/ 0 w 2225038"/>
              <a:gd name="connsiteY1" fmla="*/ 0 h 1562781"/>
              <a:gd name="connsiteX2" fmla="*/ 2225038 w 2225038"/>
              <a:gd name="connsiteY2" fmla="*/ 38781 h 1562781"/>
              <a:gd name="connsiteX3" fmla="*/ 25401 w 2225038"/>
              <a:gd name="connsiteY3" fmla="*/ 1562781 h 1562781"/>
              <a:gd name="connsiteX0" fmla="*/ 25401 w 2250438"/>
              <a:gd name="connsiteY0" fmla="*/ 1562781 h 1562781"/>
              <a:gd name="connsiteX1" fmla="*/ 0 w 2250438"/>
              <a:gd name="connsiteY1" fmla="*/ 0 h 1562781"/>
              <a:gd name="connsiteX2" fmla="*/ 2250438 w 2250438"/>
              <a:gd name="connsiteY2" fmla="*/ 48941 h 1562781"/>
              <a:gd name="connsiteX3" fmla="*/ 25401 w 2250438"/>
              <a:gd name="connsiteY3" fmla="*/ 1562781 h 1562781"/>
              <a:gd name="connsiteX0" fmla="*/ 25401 w 2240278"/>
              <a:gd name="connsiteY0" fmla="*/ 1562781 h 1562781"/>
              <a:gd name="connsiteX1" fmla="*/ 0 w 2240278"/>
              <a:gd name="connsiteY1" fmla="*/ 0 h 1562781"/>
              <a:gd name="connsiteX2" fmla="*/ 2240278 w 2240278"/>
              <a:gd name="connsiteY2" fmla="*/ 43861 h 1562781"/>
              <a:gd name="connsiteX3" fmla="*/ 25401 w 2240278"/>
              <a:gd name="connsiteY3" fmla="*/ 1562781 h 1562781"/>
            </a:gdLst>
            <a:ahLst/>
            <a:cxnLst>
              <a:cxn ang="0">
                <a:pos x="connsiteX0" y="connsiteY0"/>
              </a:cxn>
              <a:cxn ang="0">
                <a:pos x="connsiteX1" y="connsiteY1"/>
              </a:cxn>
              <a:cxn ang="0">
                <a:pos x="connsiteX2" y="connsiteY2"/>
              </a:cxn>
              <a:cxn ang="0">
                <a:pos x="connsiteX3" y="connsiteY3"/>
              </a:cxn>
            </a:cxnLst>
            <a:rect l="l" t="t" r="r" b="b"/>
            <a:pathLst>
              <a:path w="2240278" h="1562781">
                <a:moveTo>
                  <a:pt x="25401" y="1562781"/>
                </a:moveTo>
                <a:lnTo>
                  <a:pt x="0" y="0"/>
                </a:lnTo>
                <a:lnTo>
                  <a:pt x="2240278" y="43861"/>
                </a:lnTo>
                <a:cubicBezTo>
                  <a:pt x="1517226" y="521381"/>
                  <a:pt x="758613" y="1054781"/>
                  <a:pt x="25401" y="1562781"/>
                </a:cubicBezTo>
                <a:close/>
              </a:path>
            </a:pathLst>
          </a:cu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F16DEBD-B25A-4E11-A3BC-7924F4897460}"/>
              </a:ext>
            </a:extLst>
          </p:cNvPr>
          <p:cNvSpPr txBox="1"/>
          <p:nvPr/>
        </p:nvSpPr>
        <p:spPr>
          <a:xfrm>
            <a:off x="2918691" y="3331768"/>
            <a:ext cx="1137915" cy="646331"/>
          </a:xfrm>
          <a:prstGeom prst="rect">
            <a:avLst/>
          </a:prstGeom>
          <a:noFill/>
        </p:spPr>
        <p:txBody>
          <a:bodyPr wrap="square" rtlCol="0">
            <a:spAutoFit/>
          </a:bodyPr>
          <a:lstStyle/>
          <a:p>
            <a:r>
              <a:rPr lang="en-US" dirty="0"/>
              <a:t>Producer Surplus</a:t>
            </a:r>
          </a:p>
        </p:txBody>
      </p:sp>
    </p:spTree>
    <p:extLst>
      <p:ext uri="{BB962C8B-B14F-4D97-AF65-F5344CB8AC3E}">
        <p14:creationId xmlns:p14="http://schemas.microsoft.com/office/powerpoint/2010/main" val="3952759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BB9B99-2C17-40EB-ACA5-8F2A6C20D897}"/>
              </a:ext>
            </a:extLst>
          </p:cNvPr>
          <p:cNvSpPr>
            <a:spLocks noGrp="1"/>
          </p:cNvSpPr>
          <p:nvPr>
            <p:ph type="title"/>
          </p:nvPr>
        </p:nvSpPr>
        <p:spPr/>
        <p:txBody>
          <a:bodyPr/>
          <a:lstStyle/>
          <a:p>
            <a:pPr algn="ctr"/>
            <a:r>
              <a:rPr lang="en-US" dirty="0"/>
              <a:t>Effect of a tax - example</a:t>
            </a:r>
          </a:p>
        </p:txBody>
      </p:sp>
      <p:pic>
        <p:nvPicPr>
          <p:cNvPr id="7" name="Content Placeholder 6">
            <a:extLst>
              <a:ext uri="{FF2B5EF4-FFF2-40B4-BE49-F238E27FC236}">
                <a16:creationId xmlns:a16="http://schemas.microsoft.com/office/drawing/2014/main" id="{4A5B524C-28A4-4A02-8C72-452390A725E1}"/>
              </a:ext>
            </a:extLst>
          </p:cNvPr>
          <p:cNvPicPr>
            <a:picLocks noGrp="1" noChangeAspect="1"/>
          </p:cNvPicPr>
          <p:nvPr>
            <p:ph idx="1"/>
          </p:nvPr>
        </p:nvPicPr>
        <p:blipFill>
          <a:blip r:embed="rId2"/>
          <a:stretch>
            <a:fillRect/>
          </a:stretch>
        </p:blipFill>
        <p:spPr>
          <a:xfrm>
            <a:off x="315315" y="1243156"/>
            <a:ext cx="4100018" cy="3464311"/>
          </a:xfrm>
          <a:prstGeom prst="rect">
            <a:avLst/>
          </a:prstGeom>
        </p:spPr>
      </p:pic>
      <p:pic>
        <p:nvPicPr>
          <p:cNvPr id="8" name="Picture 7">
            <a:extLst>
              <a:ext uri="{FF2B5EF4-FFF2-40B4-BE49-F238E27FC236}">
                <a16:creationId xmlns:a16="http://schemas.microsoft.com/office/drawing/2014/main" id="{9ED0C024-74CA-4A9E-AE22-038E5D071A03}"/>
              </a:ext>
            </a:extLst>
          </p:cNvPr>
          <p:cNvPicPr>
            <a:picLocks noChangeAspect="1"/>
          </p:cNvPicPr>
          <p:nvPr/>
        </p:nvPicPr>
        <p:blipFill>
          <a:blip r:embed="rId3"/>
          <a:stretch>
            <a:fillRect/>
          </a:stretch>
        </p:blipFill>
        <p:spPr>
          <a:xfrm>
            <a:off x="4728668" y="1202249"/>
            <a:ext cx="4169797" cy="3505218"/>
          </a:xfrm>
          <a:prstGeom prst="rect">
            <a:avLst/>
          </a:prstGeom>
        </p:spPr>
      </p:pic>
    </p:spTree>
    <p:extLst>
      <p:ext uri="{BB962C8B-B14F-4D97-AF65-F5344CB8AC3E}">
        <p14:creationId xmlns:p14="http://schemas.microsoft.com/office/powerpoint/2010/main" val="439927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5CA7FA2-BBB8-4EC2-AB15-5D1A17BF74DA}"/>
              </a:ext>
            </a:extLst>
          </p:cNvPr>
          <p:cNvPicPr>
            <a:picLocks noGrp="1" noChangeAspect="1"/>
          </p:cNvPicPr>
          <p:nvPr>
            <p:ph idx="4294967295"/>
          </p:nvPr>
        </p:nvPicPr>
        <p:blipFill>
          <a:blip r:embed="rId2"/>
          <a:stretch>
            <a:fillRect/>
          </a:stretch>
        </p:blipFill>
        <p:spPr>
          <a:xfrm>
            <a:off x="2016277" y="516467"/>
            <a:ext cx="5111447" cy="4359275"/>
          </a:xfrm>
          <a:prstGeom prst="rect">
            <a:avLst/>
          </a:prstGeom>
        </p:spPr>
      </p:pic>
    </p:spTree>
    <p:extLst>
      <p:ext uri="{BB962C8B-B14F-4D97-AF65-F5344CB8AC3E}">
        <p14:creationId xmlns:p14="http://schemas.microsoft.com/office/powerpoint/2010/main" val="4281669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228ED5-007F-42D9-BD30-4C1C72525E16}"/>
              </a:ext>
            </a:extLst>
          </p:cNvPr>
          <p:cNvSpPr>
            <a:spLocks noGrp="1"/>
          </p:cNvSpPr>
          <p:nvPr>
            <p:ph type="title"/>
          </p:nvPr>
        </p:nvSpPr>
        <p:spPr/>
        <p:txBody>
          <a:bodyPr/>
          <a:lstStyle/>
          <a:p>
            <a:pPr algn="ctr"/>
            <a:r>
              <a:rPr lang="en-US" dirty="0"/>
              <a:t>Tax– Market Surplus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75C9774-517C-463E-8FE3-BA19EC3D810D}"/>
                  </a:ext>
                </a:extLst>
              </p:cNvPr>
              <p:cNvSpPr>
                <a:spLocks noGrp="1"/>
              </p:cNvSpPr>
              <p:nvPr>
                <p:ph idx="1"/>
              </p:nvPr>
            </p:nvSpPr>
            <p:spPr/>
            <p:txBody>
              <a:bodyPr>
                <a:normAutofit/>
              </a:bodyPr>
              <a:lstStyle/>
              <a:p>
                <a:r>
                  <a:rPr lang="en-US" b="1" dirty="0"/>
                  <a:t>BEFORE</a:t>
                </a:r>
              </a:p>
              <a:p>
                <a:pPr lvl="1"/>
                <a:r>
                  <a:rPr lang="en-US" dirty="0"/>
                  <a:t>Consumer Surplus (Blue Area) = </a:t>
                </a:r>
                <a14:m>
                  <m:oMath xmlns:m="http://schemas.openxmlformats.org/officeDocument/2006/math">
                    <m:r>
                      <a:rPr lang="it-IT" b="0" i="0" smtClean="0">
                        <a:latin typeface="Cambria Math" panose="02040503050406030204" pitchFamily="18" charset="0"/>
                      </a:rPr>
                      <m:t>$</m:t>
                    </m:r>
                    <m:r>
                      <a:rPr lang="nb-NO" b="0" i="1" smtClean="0">
                        <a:latin typeface="Cambria Math" panose="02040503050406030204" pitchFamily="18" charset="0"/>
                      </a:rPr>
                      <m:t>4</m:t>
                    </m:r>
                    <m:r>
                      <a:rPr lang="it-IT" b="0" i="1" smtClean="0">
                        <a:latin typeface="Cambria Math" panose="02040503050406030204" pitchFamily="18" charset="0"/>
                      </a:rPr>
                      <m:t> </m:t>
                    </m:r>
                    <m:r>
                      <a:rPr lang="it-IT" b="0" i="1" smtClean="0">
                        <a:latin typeface="Cambria Math" panose="02040503050406030204" pitchFamily="18" charset="0"/>
                      </a:rPr>
                      <m:t>𝑚𝑖𝑙𝑙𝑖𝑜𝑛</m:t>
                    </m:r>
                  </m:oMath>
                </a14:m>
                <a:endParaRPr lang="it-IT" b="0" dirty="0"/>
              </a:p>
              <a:p>
                <a:pPr lvl="1"/>
                <a:r>
                  <a:rPr lang="en-US" dirty="0"/>
                  <a:t>Producer Surplus (Red Area) = </a:t>
                </a:r>
                <a14:m>
                  <m:oMath xmlns:m="http://schemas.openxmlformats.org/officeDocument/2006/math">
                    <m:r>
                      <a:rPr lang="it-IT" b="0" i="1" smtClean="0">
                        <a:latin typeface="Cambria Math" panose="02040503050406030204" pitchFamily="18" charset="0"/>
                      </a:rPr>
                      <m:t>$</m:t>
                    </m:r>
                    <m:r>
                      <a:rPr lang="nb-NO" b="0" i="1" smtClean="0">
                        <a:latin typeface="Cambria Math" panose="02040503050406030204" pitchFamily="18" charset="0"/>
                      </a:rPr>
                      <m:t>8</m:t>
                    </m:r>
                    <m:r>
                      <a:rPr lang="it-IT" b="0" i="1" smtClean="0">
                        <a:latin typeface="Cambria Math" panose="02040503050406030204" pitchFamily="18" charset="0"/>
                      </a:rPr>
                      <m:t> </m:t>
                    </m:r>
                    <m:r>
                      <a:rPr lang="it-IT" b="0" i="1" smtClean="0">
                        <a:latin typeface="Cambria Math" panose="02040503050406030204" pitchFamily="18" charset="0"/>
                      </a:rPr>
                      <m:t>𝑚𝑖𝑙𝑙𝑖𝑜𝑛</m:t>
                    </m:r>
                  </m:oMath>
                </a14:m>
                <a:endParaRPr lang="it-IT" b="0" dirty="0"/>
              </a:p>
              <a:p>
                <a:pPr lvl="1"/>
                <a:r>
                  <a:rPr lang="it-IT" dirty="0"/>
                  <a:t>Market surplus = CS + PS = </a:t>
                </a:r>
                <a14:m>
                  <m:oMath xmlns:m="http://schemas.openxmlformats.org/officeDocument/2006/math">
                    <m:r>
                      <a:rPr lang="it-IT" b="0" i="1" smtClean="0">
                        <a:latin typeface="Cambria Math" panose="02040503050406030204" pitchFamily="18" charset="0"/>
                      </a:rPr>
                      <m:t>$</m:t>
                    </m:r>
                    <m:r>
                      <a:rPr lang="nb-NO" b="0" i="1" smtClean="0">
                        <a:latin typeface="Cambria Math" panose="02040503050406030204" pitchFamily="18" charset="0"/>
                      </a:rPr>
                      <m:t>12</m:t>
                    </m:r>
                    <m:r>
                      <a:rPr lang="it-IT" b="0" i="1" smtClean="0">
                        <a:latin typeface="Cambria Math" panose="02040503050406030204" pitchFamily="18" charset="0"/>
                      </a:rPr>
                      <m:t>𝑚𝑖𝑙𝑙𝑖𝑜𝑛</m:t>
                    </m:r>
                  </m:oMath>
                </a14:m>
                <a:endParaRPr lang="it-IT" b="0" dirty="0"/>
              </a:p>
              <a:p>
                <a:r>
                  <a:rPr lang="en-US" b="1" dirty="0"/>
                  <a:t>AFTER</a:t>
                </a:r>
              </a:p>
              <a:p>
                <a:pPr lvl="1"/>
                <a:r>
                  <a:rPr lang="en-US" dirty="0"/>
                  <a:t>Consumer Surplus (Blue Area) = </a:t>
                </a:r>
                <a14:m>
                  <m:oMath xmlns:m="http://schemas.openxmlformats.org/officeDocument/2006/math">
                    <m:r>
                      <a:rPr lang="it-IT" b="0" i="1" smtClean="0">
                        <a:latin typeface="Cambria Math" panose="02040503050406030204" pitchFamily="18" charset="0"/>
                      </a:rPr>
                      <m:t>$1 </m:t>
                    </m:r>
                    <m:r>
                      <a:rPr lang="it-IT" b="0" i="1" smtClean="0">
                        <a:latin typeface="Cambria Math" panose="02040503050406030204" pitchFamily="18" charset="0"/>
                      </a:rPr>
                      <m:t>𝑚𝑖𝑙𝑙𝑖𝑜𝑛</m:t>
                    </m:r>
                  </m:oMath>
                </a14:m>
                <a:endParaRPr lang="it-IT" b="0" dirty="0"/>
              </a:p>
              <a:p>
                <a:pPr lvl="1"/>
                <a:r>
                  <a:rPr lang="en-US" dirty="0"/>
                  <a:t>Producer Surplus (Red Area) = </a:t>
                </a:r>
                <a14:m>
                  <m:oMath xmlns:m="http://schemas.openxmlformats.org/officeDocument/2006/math">
                    <m:r>
                      <a:rPr lang="it-IT" b="0" i="1" smtClean="0">
                        <a:latin typeface="Cambria Math" panose="02040503050406030204" pitchFamily="18" charset="0"/>
                      </a:rPr>
                      <m:t>$</m:t>
                    </m:r>
                    <m:r>
                      <a:rPr lang="nb-NO" b="0" i="1" smtClean="0">
                        <a:latin typeface="Cambria Math" panose="02040503050406030204" pitchFamily="18" charset="0"/>
                      </a:rPr>
                      <m:t>2</m:t>
                    </m:r>
                    <m:r>
                      <a:rPr lang="it-IT" b="0" i="1" smtClean="0">
                        <a:latin typeface="Cambria Math" panose="02040503050406030204" pitchFamily="18" charset="0"/>
                      </a:rPr>
                      <m:t> </m:t>
                    </m:r>
                    <m:r>
                      <a:rPr lang="it-IT" b="0" i="1" smtClean="0">
                        <a:latin typeface="Cambria Math" panose="02040503050406030204" pitchFamily="18" charset="0"/>
                      </a:rPr>
                      <m:t>𝑚𝑖𝑙𝑙𝑖𝑜𝑛</m:t>
                    </m:r>
                  </m:oMath>
                </a14:m>
                <a:endParaRPr lang="en-US" dirty="0"/>
              </a:p>
              <a:p>
                <a:pPr lvl="1"/>
                <a:r>
                  <a:rPr lang="it-IT" dirty="0"/>
                  <a:t>Government Revenue (Green Area) = </a:t>
                </a:r>
                <a14:m>
                  <m:oMath xmlns:m="http://schemas.openxmlformats.org/officeDocument/2006/math">
                    <m:r>
                      <a:rPr lang="it-IT" b="0" i="1" smtClean="0">
                        <a:latin typeface="Cambria Math" panose="02040503050406030204" pitchFamily="18" charset="0"/>
                      </a:rPr>
                      <m:t>$</m:t>
                    </m:r>
                    <m:r>
                      <a:rPr lang="nb-NO" b="0" i="1" smtClean="0">
                        <a:latin typeface="Cambria Math" panose="02040503050406030204" pitchFamily="18" charset="0"/>
                      </a:rPr>
                      <m:t>6</m:t>
                    </m:r>
                    <m:r>
                      <a:rPr lang="it-IT" b="0" i="1" smtClean="0">
                        <a:latin typeface="Cambria Math" panose="02040503050406030204" pitchFamily="18" charset="0"/>
                      </a:rPr>
                      <m:t> </m:t>
                    </m:r>
                    <m:r>
                      <a:rPr lang="it-IT" b="0" i="1" smtClean="0">
                        <a:latin typeface="Cambria Math" panose="02040503050406030204" pitchFamily="18" charset="0"/>
                      </a:rPr>
                      <m:t>𝑚𝑖𝑙𝑙𝑖𝑜𝑛</m:t>
                    </m:r>
                  </m:oMath>
                </a14:m>
                <a:endParaRPr lang="it-IT" dirty="0"/>
              </a:p>
              <a:p>
                <a:pPr lvl="1"/>
                <a:r>
                  <a:rPr lang="it-IT" dirty="0"/>
                  <a:t>Market surplus = CS + PS = </a:t>
                </a:r>
                <a14:m>
                  <m:oMath xmlns:m="http://schemas.openxmlformats.org/officeDocument/2006/math">
                    <m:r>
                      <a:rPr lang="it-IT" b="0" i="1" smtClean="0">
                        <a:latin typeface="Cambria Math" panose="02040503050406030204" pitchFamily="18" charset="0"/>
                      </a:rPr>
                      <m:t>=$</m:t>
                    </m:r>
                    <m:r>
                      <a:rPr lang="nb-NO" b="0" i="1" smtClean="0">
                        <a:latin typeface="Cambria Math" panose="02040503050406030204" pitchFamily="18" charset="0"/>
                      </a:rPr>
                      <m:t>9</m:t>
                    </m:r>
                    <m:r>
                      <a:rPr lang="it-IT" b="0" i="1" smtClean="0">
                        <a:latin typeface="Cambria Math" panose="02040503050406030204" pitchFamily="18" charset="0"/>
                      </a:rPr>
                      <m:t> </m:t>
                    </m:r>
                    <m:r>
                      <a:rPr lang="it-IT" b="0" i="1" smtClean="0">
                        <a:latin typeface="Cambria Math" panose="02040503050406030204" pitchFamily="18" charset="0"/>
                      </a:rPr>
                      <m:t>𝑚𝑖𝑙𝑙𝑖𝑜𝑛</m:t>
                    </m:r>
                  </m:oMath>
                </a14:m>
                <a:endParaRPr lang="en-US" dirty="0"/>
              </a:p>
              <a:p>
                <a:r>
                  <a:rPr lang="en-US" dirty="0"/>
                  <a:t>Both consumer and producer surplus decreases because of a reduced quantity</a:t>
                </a:r>
              </a:p>
              <a:p>
                <a:r>
                  <a:rPr lang="en-US" dirty="0"/>
                  <a:t>Government Revenue are included in Market Surplus</a:t>
                </a:r>
              </a:p>
            </p:txBody>
          </p:sp>
        </mc:Choice>
        <mc:Fallback xmlns="">
          <p:sp>
            <p:nvSpPr>
              <p:cNvPr id="4" name="Content Placeholder 3">
                <a:extLst>
                  <a:ext uri="{FF2B5EF4-FFF2-40B4-BE49-F238E27FC236}">
                    <a16:creationId xmlns:a16="http://schemas.microsoft.com/office/drawing/2014/main" id="{575C9774-517C-463E-8FE3-BA19EC3D810D}"/>
                  </a:ext>
                </a:extLst>
              </p:cNvPr>
              <p:cNvSpPr>
                <a:spLocks noGrp="1" noRot="1" noChangeAspect="1" noMove="1" noResize="1" noEditPoints="1" noAdjustHandles="1" noChangeArrowheads="1" noChangeShapeType="1" noTextEdit="1"/>
              </p:cNvSpPr>
              <p:nvPr>
                <p:ph idx="1"/>
              </p:nvPr>
            </p:nvSpPr>
            <p:spPr>
              <a:blipFill>
                <a:blip r:embed="rId2"/>
                <a:stretch>
                  <a:fillRect l="-464" t="-1832" b="-1282"/>
                </a:stretch>
              </a:blipFill>
            </p:spPr>
            <p:txBody>
              <a:bodyPr/>
              <a:lstStyle/>
              <a:p>
                <a:r>
                  <a:rPr lang="en-US">
                    <a:noFill/>
                  </a:rPr>
                  <a:t> </a:t>
                </a:r>
              </a:p>
            </p:txBody>
          </p:sp>
        </mc:Fallback>
      </mc:AlternateContent>
    </p:spTree>
    <p:extLst>
      <p:ext uri="{BB962C8B-B14F-4D97-AF65-F5344CB8AC3E}">
        <p14:creationId xmlns:p14="http://schemas.microsoft.com/office/powerpoint/2010/main" val="1569596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E5666-DDB0-42C5-A023-8C0CE7D7C7C2}"/>
              </a:ext>
            </a:extLst>
          </p:cNvPr>
          <p:cNvSpPr>
            <a:spLocks noGrp="1"/>
          </p:cNvSpPr>
          <p:nvPr>
            <p:ph type="title"/>
          </p:nvPr>
        </p:nvSpPr>
        <p:spPr/>
        <p:txBody>
          <a:bodyPr/>
          <a:lstStyle/>
          <a:p>
            <a:pPr algn="ctr"/>
            <a:r>
              <a:rPr lang="en-US" dirty="0"/>
              <a:t>Tax – Transfer and Deadweight Loss</a:t>
            </a:r>
          </a:p>
        </p:txBody>
      </p:sp>
      <p:pic>
        <p:nvPicPr>
          <p:cNvPr id="4" name="Content Placeholder 3">
            <a:extLst>
              <a:ext uri="{FF2B5EF4-FFF2-40B4-BE49-F238E27FC236}">
                <a16:creationId xmlns:a16="http://schemas.microsoft.com/office/drawing/2014/main" id="{077524C0-4FD5-4618-AE8F-70B51720ADCA}"/>
              </a:ext>
            </a:extLst>
          </p:cNvPr>
          <p:cNvPicPr>
            <a:picLocks noGrp="1" noChangeAspect="1"/>
          </p:cNvPicPr>
          <p:nvPr>
            <p:ph idx="1"/>
          </p:nvPr>
        </p:nvPicPr>
        <p:blipFill>
          <a:blip r:embed="rId2"/>
          <a:stretch>
            <a:fillRect/>
          </a:stretch>
        </p:blipFill>
        <p:spPr>
          <a:xfrm>
            <a:off x="2461352" y="1218571"/>
            <a:ext cx="4221296" cy="3616526"/>
          </a:xfrm>
          <a:prstGeom prst="rect">
            <a:avLst/>
          </a:prstGeom>
        </p:spPr>
      </p:pic>
    </p:spTree>
    <p:extLst>
      <p:ext uri="{BB962C8B-B14F-4D97-AF65-F5344CB8AC3E}">
        <p14:creationId xmlns:p14="http://schemas.microsoft.com/office/powerpoint/2010/main" val="2000440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AF14E-D7A7-4421-8CF4-77A77164403B}"/>
              </a:ext>
            </a:extLst>
          </p:cNvPr>
          <p:cNvSpPr>
            <a:spLocks noGrp="1"/>
          </p:cNvSpPr>
          <p:nvPr>
            <p:ph type="title"/>
          </p:nvPr>
        </p:nvSpPr>
        <p:spPr/>
        <p:txBody>
          <a:bodyPr/>
          <a:lstStyle/>
          <a:p>
            <a:pPr algn="ctr"/>
            <a:r>
              <a:rPr lang="en-US" dirty="0"/>
              <a:t>Tax – Transfer</a:t>
            </a:r>
          </a:p>
        </p:txBody>
      </p:sp>
      <p:sp>
        <p:nvSpPr>
          <p:cNvPr id="3" name="Content Placeholder 2">
            <a:extLst>
              <a:ext uri="{FF2B5EF4-FFF2-40B4-BE49-F238E27FC236}">
                <a16:creationId xmlns:a16="http://schemas.microsoft.com/office/drawing/2014/main" id="{239325DB-1C5F-4396-8A2F-9FF3E52000A6}"/>
              </a:ext>
            </a:extLst>
          </p:cNvPr>
          <p:cNvSpPr>
            <a:spLocks noGrp="1"/>
          </p:cNvSpPr>
          <p:nvPr>
            <p:ph idx="1"/>
          </p:nvPr>
        </p:nvSpPr>
        <p:spPr/>
        <p:txBody>
          <a:bodyPr>
            <a:normAutofit lnSpcReduction="10000"/>
          </a:bodyPr>
          <a:lstStyle/>
          <a:p>
            <a:r>
              <a:rPr lang="en-US" dirty="0"/>
              <a:t>Area A and C are transferred from consumer and producer to government revenue</a:t>
            </a:r>
          </a:p>
          <a:p>
            <a:r>
              <a:rPr lang="en-US" b="1" dirty="0"/>
              <a:t>Area A </a:t>
            </a:r>
            <a:r>
              <a:rPr lang="en-US" dirty="0"/>
              <a:t>– Consumers to Government </a:t>
            </a:r>
          </a:p>
          <a:p>
            <a:pPr lvl="1"/>
            <a:r>
              <a:rPr lang="en-US" dirty="0"/>
              <a:t>Before Consumers paid $4/gallon for gas </a:t>
            </a:r>
          </a:p>
          <a:p>
            <a:pPr lvl="1"/>
            <a:r>
              <a:rPr lang="en-US" dirty="0"/>
              <a:t>After Consumers pay $5/gallon for gas </a:t>
            </a:r>
          </a:p>
          <a:p>
            <a:pPr lvl="1"/>
            <a:r>
              <a:rPr lang="en-US" dirty="0"/>
              <a:t>The $1 increase in price is the tax consumers have to pay</a:t>
            </a:r>
          </a:p>
          <a:p>
            <a:pPr lvl="1"/>
            <a:r>
              <a:rPr lang="en-US" dirty="0"/>
              <a:t>The tax is addressed to producers. However, it has an indirect effect on consumers since they have to bear a share of the price change</a:t>
            </a:r>
          </a:p>
          <a:p>
            <a:pPr lvl="2"/>
            <a:r>
              <a:rPr lang="en-US" dirty="0"/>
              <a:t>The size of the share depends on price elasticity: ↓ price to producers </a:t>
            </a:r>
            <a:r>
              <a:rPr lang="en-US" dirty="0">
                <a:sym typeface="Wingdings" panose="05000000000000000000" pitchFamily="2" charset="2"/>
              </a:rPr>
              <a:t> </a:t>
            </a:r>
            <a:r>
              <a:rPr lang="en-US" dirty="0"/>
              <a:t>↓ quantity offered </a:t>
            </a:r>
            <a:r>
              <a:rPr lang="en-US" dirty="0">
                <a:sym typeface="Wingdings" panose="05000000000000000000" pitchFamily="2" charset="2"/>
              </a:rPr>
              <a:t> </a:t>
            </a:r>
            <a:r>
              <a:rPr lang="en-US" dirty="0"/>
              <a:t>↓ quantity demanded </a:t>
            </a:r>
            <a:r>
              <a:rPr lang="en-US" dirty="0">
                <a:sym typeface="Wingdings" panose="05000000000000000000" pitchFamily="2" charset="2"/>
              </a:rPr>
              <a:t> equilibrium</a:t>
            </a:r>
          </a:p>
          <a:p>
            <a:pPr lvl="1"/>
            <a:r>
              <a:rPr lang="en-US" dirty="0">
                <a:sym typeface="Wingdings" panose="05000000000000000000" pitchFamily="2" charset="2"/>
              </a:rPr>
              <a:t>The government collects $2 million in tax revenue from consumers ($1X2 oil million gallons)</a:t>
            </a:r>
          </a:p>
          <a:p>
            <a:pPr lvl="1"/>
            <a:r>
              <a:rPr lang="en-US" dirty="0">
                <a:sym typeface="Wingdings" panose="05000000000000000000" pitchFamily="2" charset="2"/>
              </a:rPr>
              <a:t>Direct transfer from consumers to government  no direct effect on market surplus</a:t>
            </a:r>
            <a:endParaRPr lang="en-US" dirty="0"/>
          </a:p>
          <a:p>
            <a:pPr lvl="1"/>
            <a:endParaRPr lang="en-US" dirty="0"/>
          </a:p>
        </p:txBody>
      </p:sp>
    </p:spTree>
    <p:extLst>
      <p:ext uri="{BB962C8B-B14F-4D97-AF65-F5344CB8AC3E}">
        <p14:creationId xmlns:p14="http://schemas.microsoft.com/office/powerpoint/2010/main" val="3722763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AF14E-D7A7-4421-8CF4-77A77164403B}"/>
              </a:ext>
            </a:extLst>
          </p:cNvPr>
          <p:cNvSpPr>
            <a:spLocks noGrp="1"/>
          </p:cNvSpPr>
          <p:nvPr>
            <p:ph type="title"/>
          </p:nvPr>
        </p:nvSpPr>
        <p:spPr/>
        <p:txBody>
          <a:bodyPr/>
          <a:lstStyle/>
          <a:p>
            <a:pPr algn="ctr"/>
            <a:r>
              <a:rPr lang="en-US" dirty="0"/>
              <a:t>Tax – Transfer (cont’d)</a:t>
            </a:r>
          </a:p>
        </p:txBody>
      </p:sp>
      <p:sp>
        <p:nvSpPr>
          <p:cNvPr id="3" name="Content Placeholder 2">
            <a:extLst>
              <a:ext uri="{FF2B5EF4-FFF2-40B4-BE49-F238E27FC236}">
                <a16:creationId xmlns:a16="http://schemas.microsoft.com/office/drawing/2014/main" id="{239325DB-1C5F-4396-8A2F-9FF3E52000A6}"/>
              </a:ext>
            </a:extLst>
          </p:cNvPr>
          <p:cNvSpPr>
            <a:spLocks noGrp="1"/>
          </p:cNvSpPr>
          <p:nvPr>
            <p:ph idx="1"/>
          </p:nvPr>
        </p:nvSpPr>
        <p:spPr/>
        <p:txBody>
          <a:bodyPr>
            <a:normAutofit/>
          </a:bodyPr>
          <a:lstStyle/>
          <a:p>
            <a:r>
              <a:rPr lang="en-US" b="1" dirty="0"/>
              <a:t>Area C </a:t>
            </a:r>
            <a:r>
              <a:rPr lang="en-US" dirty="0"/>
              <a:t>– Producers to Government </a:t>
            </a:r>
          </a:p>
          <a:p>
            <a:pPr lvl="1"/>
            <a:r>
              <a:rPr lang="en-US" dirty="0"/>
              <a:t>Before Producers received $4/gallon for gas </a:t>
            </a:r>
          </a:p>
          <a:p>
            <a:pPr lvl="1"/>
            <a:r>
              <a:rPr lang="en-US" dirty="0"/>
              <a:t>After Producers received $2/gallon for gas </a:t>
            </a:r>
          </a:p>
          <a:p>
            <a:pPr lvl="1"/>
            <a:r>
              <a:rPr lang="en-US" dirty="0"/>
              <a:t>The $2 increase in price is the tax producers have to pay</a:t>
            </a:r>
          </a:p>
          <a:p>
            <a:pPr lvl="1"/>
            <a:r>
              <a:rPr lang="en-US" dirty="0">
                <a:sym typeface="Wingdings" panose="05000000000000000000" pitchFamily="2" charset="2"/>
              </a:rPr>
              <a:t>The government collects $4 million in tax revenue from producers ($2X2 million gallons)</a:t>
            </a:r>
          </a:p>
          <a:p>
            <a:r>
              <a:rPr lang="en-US" dirty="0">
                <a:sym typeface="Wingdings" panose="05000000000000000000" pitchFamily="2" charset="2"/>
              </a:rPr>
              <a:t>Government revenue = Area A + Area C</a:t>
            </a:r>
          </a:p>
        </p:txBody>
      </p:sp>
    </p:spTree>
    <p:extLst>
      <p:ext uri="{BB962C8B-B14F-4D97-AF65-F5344CB8AC3E}">
        <p14:creationId xmlns:p14="http://schemas.microsoft.com/office/powerpoint/2010/main" val="3205315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8F3D-9DB2-43CE-AA2F-82045436B3D8}"/>
              </a:ext>
            </a:extLst>
          </p:cNvPr>
          <p:cNvSpPr>
            <a:spLocks noGrp="1"/>
          </p:cNvSpPr>
          <p:nvPr>
            <p:ph type="title"/>
          </p:nvPr>
        </p:nvSpPr>
        <p:spPr/>
        <p:txBody>
          <a:bodyPr/>
          <a:lstStyle/>
          <a:p>
            <a:pPr algn="ctr"/>
            <a:r>
              <a:rPr lang="it-IT" dirty="0"/>
              <a:t>Tax – Deadweight Loss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B6835A-90DB-47DB-8F6D-8891BE2AD950}"/>
                  </a:ext>
                </a:extLst>
              </p:cNvPr>
              <p:cNvSpPr>
                <a:spLocks noGrp="1"/>
              </p:cNvSpPr>
              <p:nvPr>
                <p:ph idx="1"/>
              </p:nvPr>
            </p:nvSpPr>
            <p:spPr/>
            <p:txBody>
              <a:bodyPr/>
              <a:lstStyle/>
              <a:p>
                <a:r>
                  <a:rPr lang="en-US" dirty="0"/>
                  <a:t>Price change (tax) </a:t>
                </a:r>
                <a:r>
                  <a:rPr lang="en-US" dirty="0">
                    <a:sym typeface="Wingdings" panose="05000000000000000000" pitchFamily="2" charset="2"/>
                  </a:rPr>
                  <a:t> change in quantity</a:t>
                </a:r>
              </a:p>
              <a:p>
                <a:r>
                  <a:rPr lang="en-US" b="1" dirty="0">
                    <a:sym typeface="Wingdings" panose="05000000000000000000" pitchFamily="2" charset="2"/>
                  </a:rPr>
                  <a:t>Area B – Consumer surplus (decrease)</a:t>
                </a:r>
              </a:p>
              <a:p>
                <a:pPr lvl="1"/>
                <a:r>
                  <a:rPr lang="en-US" dirty="0">
                    <a:sym typeface="Wingdings" panose="05000000000000000000" pitchFamily="2" charset="2"/>
                  </a:rPr>
                  <a:t>Consumers will try to find substitute goods to oil when the tax is put</a:t>
                </a:r>
              </a:p>
              <a:p>
                <a:pPr lvl="1"/>
                <a:r>
                  <a:rPr lang="en-US" dirty="0">
                    <a:sym typeface="Wingdings" panose="05000000000000000000" pitchFamily="2" charset="2"/>
                  </a:rPr>
                  <a:t>Decreased in quantity demanded of $2 million and a deadweight loss of $1 million</a:t>
                </a:r>
              </a:p>
              <a:p>
                <a:r>
                  <a:rPr lang="en-US" b="1" dirty="0">
                    <a:sym typeface="Wingdings" panose="05000000000000000000" pitchFamily="2" charset="2"/>
                  </a:rPr>
                  <a:t>Area D – Producer surplus (decrease)</a:t>
                </a:r>
              </a:p>
              <a:p>
                <a:pPr lvl="1"/>
                <a:r>
                  <a:rPr lang="en-US" dirty="0">
                    <a:sym typeface="Wingdings" panose="05000000000000000000" pitchFamily="2" charset="2"/>
                  </a:rPr>
                  <a:t>Producers</a:t>
                </a:r>
                <a:r>
                  <a:rPr lang="en-US" b="1" dirty="0">
                    <a:sym typeface="Wingdings" panose="05000000000000000000" pitchFamily="2" charset="2"/>
                  </a:rPr>
                  <a:t> </a:t>
                </a:r>
                <a:r>
                  <a:rPr lang="en-US" dirty="0">
                    <a:sym typeface="Wingdings" panose="05000000000000000000" pitchFamily="2" charset="2"/>
                  </a:rPr>
                  <a:t>now only receive $2.00/gallon </a:t>
                </a:r>
              </a:p>
              <a:p>
                <a:pPr lvl="1"/>
                <a:r>
                  <a:rPr lang="en-US" dirty="0">
                    <a:sym typeface="Wingdings" panose="05000000000000000000" pitchFamily="2" charset="2"/>
                  </a:rPr>
                  <a:t>Quantity supplied decreased by $2 million (is it a coincidence that it is equal to the reduction in the quantity demanded?  equilibrium)</a:t>
                </a:r>
              </a:p>
              <a:p>
                <a:pPr lvl="1"/>
                <a:r>
                  <a:rPr lang="en-US" dirty="0">
                    <a:sym typeface="Wingdings" panose="05000000000000000000" pitchFamily="2" charset="2"/>
                  </a:rPr>
                  <a:t>Decrease in PS ($2 million) &gt; Decrease in CS ($1 million)  elasticity</a:t>
                </a:r>
              </a:p>
              <a:p>
                <a:r>
                  <a:rPr lang="en-US" dirty="0">
                    <a:sym typeface="Wingdings" panose="05000000000000000000" pitchFamily="2" charset="2"/>
                  </a:rPr>
                  <a:t>Tot deadweight loss = </a:t>
                </a:r>
                <a14:m>
                  <m:oMath xmlns:m="http://schemas.openxmlformats.org/officeDocument/2006/math">
                    <m:r>
                      <a:rPr lang="it-IT" b="0" i="1" smtClean="0">
                        <a:latin typeface="Cambria Math" panose="02040503050406030204" pitchFamily="18" charset="0"/>
                        <a:sym typeface="Wingdings" panose="05000000000000000000" pitchFamily="2" charset="2"/>
                      </a:rPr>
                      <m:t>𝑀𝑎𝑟𝑘𝑒𝑡</m:t>
                    </m:r>
                    <m:r>
                      <a:rPr lang="it-IT" b="0" i="1" smtClean="0">
                        <a:latin typeface="Cambria Math" panose="02040503050406030204" pitchFamily="18" charset="0"/>
                        <a:sym typeface="Wingdings" panose="05000000000000000000" pitchFamily="2" charset="2"/>
                      </a:rPr>
                      <m:t> </m:t>
                    </m:r>
                    <m:r>
                      <a:rPr lang="it-IT" b="0" i="1" smtClean="0">
                        <a:latin typeface="Cambria Math" panose="02040503050406030204" pitchFamily="18" charset="0"/>
                        <a:sym typeface="Wingdings" panose="05000000000000000000" pitchFamily="2" charset="2"/>
                      </a:rPr>
                      <m:t>𝑆𝑢𝑟𝑝𝑙𝑢</m:t>
                    </m:r>
                    <m:sSub>
                      <m:sSubPr>
                        <m:ctrlPr>
                          <a:rPr lang="it-IT" b="0" i="1" smtClean="0">
                            <a:latin typeface="Cambria Math" panose="02040503050406030204" pitchFamily="18" charset="0"/>
                            <a:sym typeface="Wingdings" panose="05000000000000000000" pitchFamily="2" charset="2"/>
                          </a:rPr>
                        </m:ctrlPr>
                      </m:sSubPr>
                      <m:e>
                        <m:r>
                          <a:rPr lang="it-IT" b="0" i="1" smtClean="0">
                            <a:latin typeface="Cambria Math" panose="02040503050406030204" pitchFamily="18" charset="0"/>
                            <a:sym typeface="Wingdings" panose="05000000000000000000" pitchFamily="2" charset="2"/>
                          </a:rPr>
                          <m:t>𝑠</m:t>
                        </m:r>
                      </m:e>
                      <m:sub>
                        <m:r>
                          <a:rPr lang="it-IT" b="0" i="1" smtClean="0">
                            <a:latin typeface="Cambria Math" panose="02040503050406030204" pitchFamily="18" charset="0"/>
                            <a:sym typeface="Wingdings" panose="05000000000000000000" pitchFamily="2" charset="2"/>
                          </a:rPr>
                          <m:t>𝑎𝑓𝑡𝑒𝑟</m:t>
                        </m:r>
                      </m:sub>
                    </m:sSub>
                    <m:r>
                      <a:rPr lang="it-IT" b="0" i="1" smtClean="0">
                        <a:latin typeface="Cambria Math" panose="02040503050406030204" pitchFamily="18" charset="0"/>
                        <a:sym typeface="Wingdings" panose="05000000000000000000" pitchFamily="2" charset="2"/>
                      </a:rPr>
                      <m:t>−</m:t>
                    </m:r>
                    <m:r>
                      <a:rPr lang="it-IT" b="0" i="1" smtClean="0">
                        <a:latin typeface="Cambria Math" panose="02040503050406030204" pitchFamily="18" charset="0"/>
                        <a:sym typeface="Wingdings" panose="05000000000000000000" pitchFamily="2" charset="2"/>
                      </a:rPr>
                      <m:t>𝑀𝑎𝑟𝑘𝑒𝑡</m:t>
                    </m:r>
                    <m:r>
                      <a:rPr lang="it-IT" b="0" i="1" smtClean="0">
                        <a:latin typeface="Cambria Math" panose="02040503050406030204" pitchFamily="18" charset="0"/>
                        <a:sym typeface="Wingdings" panose="05000000000000000000" pitchFamily="2" charset="2"/>
                      </a:rPr>
                      <m:t> </m:t>
                    </m:r>
                    <m:r>
                      <a:rPr lang="it-IT" b="0" i="1" smtClean="0">
                        <a:latin typeface="Cambria Math" panose="02040503050406030204" pitchFamily="18" charset="0"/>
                        <a:sym typeface="Wingdings" panose="05000000000000000000" pitchFamily="2" charset="2"/>
                      </a:rPr>
                      <m:t>𝑆𝑢𝑟𝑝𝑙𝑢</m:t>
                    </m:r>
                    <m:sSub>
                      <m:sSubPr>
                        <m:ctrlPr>
                          <a:rPr lang="it-IT" b="0" i="1" smtClean="0">
                            <a:latin typeface="Cambria Math" panose="02040503050406030204" pitchFamily="18" charset="0"/>
                            <a:sym typeface="Wingdings" panose="05000000000000000000" pitchFamily="2" charset="2"/>
                          </a:rPr>
                        </m:ctrlPr>
                      </m:sSubPr>
                      <m:e>
                        <m:r>
                          <a:rPr lang="it-IT" b="0" i="1" smtClean="0">
                            <a:latin typeface="Cambria Math" panose="02040503050406030204" pitchFamily="18" charset="0"/>
                            <a:sym typeface="Wingdings" panose="05000000000000000000" pitchFamily="2" charset="2"/>
                          </a:rPr>
                          <m:t>𝑠</m:t>
                        </m:r>
                      </m:e>
                      <m:sub>
                        <m:r>
                          <a:rPr lang="it-IT" b="0" i="1" smtClean="0">
                            <a:latin typeface="Cambria Math" panose="02040503050406030204" pitchFamily="18" charset="0"/>
                            <a:sym typeface="Wingdings" panose="05000000000000000000" pitchFamily="2" charset="2"/>
                          </a:rPr>
                          <m:t>𝑏𝑒𝑓𝑜𝑟𝑒</m:t>
                        </m:r>
                      </m:sub>
                    </m:sSub>
                    <m:r>
                      <a:rPr lang="it-IT" b="0" i="1" smtClean="0">
                        <a:latin typeface="Cambria Math" panose="02040503050406030204" pitchFamily="18" charset="0"/>
                        <a:sym typeface="Wingdings" panose="05000000000000000000" pitchFamily="2" charset="2"/>
                      </a:rPr>
                      <m:t>=$3 </m:t>
                    </m:r>
                    <m:r>
                      <a:rPr lang="it-IT" b="0" i="1" smtClean="0">
                        <a:latin typeface="Cambria Math" panose="02040503050406030204" pitchFamily="18" charset="0"/>
                        <a:sym typeface="Wingdings" panose="05000000000000000000" pitchFamily="2" charset="2"/>
                      </a:rPr>
                      <m:t>𝑚𝑖𝑙𝑙𝑖𝑜𝑛</m:t>
                    </m:r>
                    <m:r>
                      <a:rPr lang="it-IT" b="0" i="1" smtClean="0">
                        <a:latin typeface="Cambria Math" panose="02040503050406030204" pitchFamily="18" charset="0"/>
                        <a:sym typeface="Wingdings" panose="05000000000000000000" pitchFamily="2" charset="2"/>
                      </a:rPr>
                      <m:t> </m:t>
                    </m:r>
                  </m:oMath>
                </a14:m>
                <a:endParaRPr lang="it-IT" b="0" dirty="0">
                  <a:sym typeface="Wingdings" panose="05000000000000000000" pitchFamily="2" charset="2"/>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61B6835A-90DB-47DB-8F6D-8891BE2AD950}"/>
                  </a:ext>
                </a:extLst>
              </p:cNvPr>
              <p:cNvSpPr>
                <a:spLocks noGrp="1" noRot="1" noChangeAspect="1" noMove="1" noResize="1" noEditPoints="1" noAdjustHandles="1" noChangeArrowheads="1" noChangeShapeType="1" noTextEdit="1"/>
              </p:cNvSpPr>
              <p:nvPr>
                <p:ph idx="1"/>
              </p:nvPr>
            </p:nvSpPr>
            <p:spPr>
              <a:blipFill>
                <a:blip r:embed="rId3"/>
                <a:stretch>
                  <a:fillRect l="-464" t="-2015"/>
                </a:stretch>
              </a:blipFill>
            </p:spPr>
            <p:txBody>
              <a:bodyPr/>
              <a:lstStyle/>
              <a:p>
                <a:r>
                  <a:rPr lang="en-US">
                    <a:noFill/>
                  </a:rPr>
                  <a:t> </a:t>
                </a:r>
              </a:p>
            </p:txBody>
          </p:sp>
        </mc:Fallback>
      </mc:AlternateContent>
    </p:spTree>
    <p:extLst>
      <p:ext uri="{BB962C8B-B14F-4D97-AF65-F5344CB8AC3E}">
        <p14:creationId xmlns:p14="http://schemas.microsoft.com/office/powerpoint/2010/main" val="2400078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9A175-5421-443B-BF6C-7A1C8C5D047E}"/>
              </a:ext>
            </a:extLst>
          </p:cNvPr>
          <p:cNvSpPr>
            <a:spLocks noGrp="1"/>
          </p:cNvSpPr>
          <p:nvPr>
            <p:ph type="title"/>
          </p:nvPr>
        </p:nvSpPr>
        <p:spPr/>
        <p:txBody>
          <a:bodyPr/>
          <a:lstStyle/>
          <a:p>
            <a:pPr algn="ctr"/>
            <a:r>
              <a:rPr lang="en-US" dirty="0"/>
              <a:t>Subsidy</a:t>
            </a:r>
          </a:p>
        </p:txBody>
      </p:sp>
      <p:sp>
        <p:nvSpPr>
          <p:cNvPr id="3" name="Content Placeholder 2">
            <a:extLst>
              <a:ext uri="{FF2B5EF4-FFF2-40B4-BE49-F238E27FC236}">
                <a16:creationId xmlns:a16="http://schemas.microsoft.com/office/drawing/2014/main" id="{F1669C8D-9584-4DE4-BDBA-CFD4F01BD686}"/>
              </a:ext>
            </a:extLst>
          </p:cNvPr>
          <p:cNvSpPr>
            <a:spLocks noGrp="1"/>
          </p:cNvSpPr>
          <p:nvPr>
            <p:ph idx="1"/>
          </p:nvPr>
        </p:nvSpPr>
        <p:spPr/>
        <p:txBody>
          <a:bodyPr>
            <a:normAutofit lnSpcReduction="10000"/>
          </a:bodyPr>
          <a:lstStyle/>
          <a:p>
            <a:r>
              <a:rPr lang="en-US" dirty="0"/>
              <a:t>Benefit (financial  aid, direct or indirect payments) given by the government to groups or individuals </a:t>
            </a:r>
          </a:p>
          <a:p>
            <a:pPr lvl="1"/>
            <a:r>
              <a:rPr lang="en-US" dirty="0"/>
              <a:t>Direct subsidies: actual payment</a:t>
            </a:r>
          </a:p>
          <a:p>
            <a:pPr lvl="1"/>
            <a:r>
              <a:rPr lang="en-US" dirty="0"/>
              <a:t>Indirect subsidies: price reduction for specific goods and services that are government-supported. Products are purchased below the current market rate</a:t>
            </a:r>
          </a:p>
          <a:p>
            <a:pPr lvl="1"/>
            <a:r>
              <a:rPr lang="en-US" dirty="0"/>
              <a:t>Government subsidies: welfare payments </a:t>
            </a:r>
            <a:r>
              <a:rPr lang="en-US" dirty="0">
                <a:sym typeface="Wingdings" panose="05000000000000000000" pitchFamily="2" charset="2"/>
              </a:rPr>
              <a:t> combat unemployment / lower rates on student loans/taxes  promote education</a:t>
            </a:r>
          </a:p>
          <a:p>
            <a:pPr lvl="2"/>
            <a:r>
              <a:rPr lang="en-US" dirty="0"/>
              <a:t>Italy: «Bonus </a:t>
            </a:r>
            <a:r>
              <a:rPr lang="en-US" dirty="0" err="1"/>
              <a:t>cultura</a:t>
            </a:r>
            <a:r>
              <a:rPr lang="en-US" dirty="0"/>
              <a:t>»: 500€ for people who turned 18 that can be spent for cultural goods or events</a:t>
            </a:r>
          </a:p>
          <a:p>
            <a:r>
              <a:rPr lang="en-US" dirty="0"/>
              <a:t>Ex. Cash payment or tax reduction </a:t>
            </a:r>
          </a:p>
          <a:p>
            <a:pPr lvl="1"/>
            <a:r>
              <a:rPr lang="en-US" dirty="0"/>
              <a:t>Great Depression – agricultural subsidy </a:t>
            </a:r>
            <a:r>
              <a:rPr lang="en-US" dirty="0">
                <a:sym typeface="Wingdings" panose="05000000000000000000" pitchFamily="2" charset="2"/>
              </a:rPr>
              <a:t> profits rise  more workers  more productivity (invisible cost?)</a:t>
            </a:r>
            <a:endParaRPr lang="en-US" dirty="0"/>
          </a:p>
          <a:p>
            <a:r>
              <a:rPr lang="en-US" dirty="0"/>
              <a:t>Government expense, consumers pay less, producers receive more</a:t>
            </a:r>
          </a:p>
        </p:txBody>
      </p:sp>
    </p:spTree>
    <p:extLst>
      <p:ext uri="{BB962C8B-B14F-4D97-AF65-F5344CB8AC3E}">
        <p14:creationId xmlns:p14="http://schemas.microsoft.com/office/powerpoint/2010/main" val="11804859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95D71-B9DF-4648-BD73-ED5A970153F1}"/>
              </a:ext>
            </a:extLst>
          </p:cNvPr>
          <p:cNvSpPr>
            <a:spLocks noGrp="1"/>
          </p:cNvSpPr>
          <p:nvPr>
            <p:ph type="title"/>
          </p:nvPr>
        </p:nvSpPr>
        <p:spPr/>
        <p:txBody>
          <a:bodyPr/>
          <a:lstStyle/>
          <a:p>
            <a:pPr algn="ctr"/>
            <a:r>
              <a:rPr lang="en-US" dirty="0"/>
              <a:t>Subsidy - Example</a:t>
            </a:r>
          </a:p>
        </p:txBody>
      </p:sp>
      <p:sp>
        <p:nvSpPr>
          <p:cNvPr id="3" name="Content Placeholder 2">
            <a:extLst>
              <a:ext uri="{FF2B5EF4-FFF2-40B4-BE49-F238E27FC236}">
                <a16:creationId xmlns:a16="http://schemas.microsoft.com/office/drawing/2014/main" id="{81F2B128-CF0F-420E-8B89-BB631A90C511}"/>
              </a:ext>
            </a:extLst>
          </p:cNvPr>
          <p:cNvSpPr>
            <a:spLocks noGrp="1"/>
          </p:cNvSpPr>
          <p:nvPr>
            <p:ph idx="1"/>
          </p:nvPr>
        </p:nvSpPr>
        <p:spPr/>
        <p:txBody>
          <a:bodyPr/>
          <a:lstStyle/>
          <a:p>
            <a:r>
              <a:rPr lang="en-US" dirty="0"/>
              <a:t>Government wants to allow low-income families to buy a house</a:t>
            </a:r>
          </a:p>
        </p:txBody>
      </p:sp>
      <p:pic>
        <p:nvPicPr>
          <p:cNvPr id="4" name="Picture 3">
            <a:extLst>
              <a:ext uri="{FF2B5EF4-FFF2-40B4-BE49-F238E27FC236}">
                <a16:creationId xmlns:a16="http://schemas.microsoft.com/office/drawing/2014/main" id="{F5A1ADD9-497E-4C5E-B690-C01991FFB651}"/>
              </a:ext>
            </a:extLst>
          </p:cNvPr>
          <p:cNvPicPr>
            <a:picLocks noChangeAspect="1"/>
          </p:cNvPicPr>
          <p:nvPr/>
        </p:nvPicPr>
        <p:blipFill>
          <a:blip r:embed="rId2"/>
          <a:stretch>
            <a:fillRect/>
          </a:stretch>
        </p:blipFill>
        <p:spPr>
          <a:xfrm>
            <a:off x="2641600" y="1827496"/>
            <a:ext cx="3984889" cy="3335399"/>
          </a:xfrm>
          <a:prstGeom prst="rect">
            <a:avLst/>
          </a:prstGeom>
        </p:spPr>
      </p:pic>
    </p:spTree>
    <p:extLst>
      <p:ext uri="{BB962C8B-B14F-4D97-AF65-F5344CB8AC3E}">
        <p14:creationId xmlns:p14="http://schemas.microsoft.com/office/powerpoint/2010/main" val="1903229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E7F9-40D4-4D66-9850-4698E5427C9E}"/>
              </a:ext>
            </a:extLst>
          </p:cNvPr>
          <p:cNvSpPr>
            <a:spLocks noGrp="1"/>
          </p:cNvSpPr>
          <p:nvPr>
            <p:ph type="title"/>
          </p:nvPr>
        </p:nvSpPr>
        <p:spPr/>
        <p:txBody>
          <a:bodyPr/>
          <a:lstStyle/>
          <a:p>
            <a:pPr algn="ctr"/>
            <a:r>
              <a:rPr lang="en-US" dirty="0"/>
              <a:t>Subsidy – Example (cont’d)</a:t>
            </a:r>
          </a:p>
        </p:txBody>
      </p:sp>
      <p:sp>
        <p:nvSpPr>
          <p:cNvPr id="3" name="Content Placeholder 2">
            <a:extLst>
              <a:ext uri="{FF2B5EF4-FFF2-40B4-BE49-F238E27FC236}">
                <a16:creationId xmlns:a16="http://schemas.microsoft.com/office/drawing/2014/main" id="{0EA96E1F-C5FB-4C1C-8D2F-8C4CAA663AE1}"/>
              </a:ext>
            </a:extLst>
          </p:cNvPr>
          <p:cNvSpPr>
            <a:spLocks noGrp="1"/>
          </p:cNvSpPr>
          <p:nvPr>
            <p:ph idx="1"/>
          </p:nvPr>
        </p:nvSpPr>
        <p:spPr/>
        <p:txBody>
          <a:bodyPr/>
          <a:lstStyle/>
          <a:p>
            <a:r>
              <a:rPr lang="en-US" dirty="0"/>
              <a:t>Equilibrium: $400.000 per home and 40.000 home bought</a:t>
            </a:r>
          </a:p>
          <a:p>
            <a:r>
              <a:rPr lang="en-US" dirty="0"/>
              <a:t>$300.000 subsidy for any consumer buying a home </a:t>
            </a:r>
          </a:p>
          <a:p>
            <a:pPr lvl="1"/>
            <a:r>
              <a:rPr lang="en-US" dirty="0"/>
              <a:t>$250.000 – what consumers paid</a:t>
            </a:r>
          </a:p>
          <a:p>
            <a:pPr lvl="1"/>
            <a:r>
              <a:rPr lang="en-US" dirty="0"/>
              <a:t>$550.000 – what home builder companies receive</a:t>
            </a:r>
          </a:p>
        </p:txBody>
      </p:sp>
    </p:spTree>
    <p:extLst>
      <p:ext uri="{BB962C8B-B14F-4D97-AF65-F5344CB8AC3E}">
        <p14:creationId xmlns:p14="http://schemas.microsoft.com/office/powerpoint/2010/main" val="3069370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366AD1-943D-4D04-9613-18EF6B590E6A}"/>
              </a:ext>
            </a:extLst>
          </p:cNvPr>
          <p:cNvPicPr>
            <a:picLocks noGrp="1" noChangeAspect="1"/>
          </p:cNvPicPr>
          <p:nvPr>
            <p:ph idx="4294967295"/>
          </p:nvPr>
        </p:nvPicPr>
        <p:blipFill>
          <a:blip r:embed="rId2"/>
          <a:stretch>
            <a:fillRect/>
          </a:stretch>
        </p:blipFill>
        <p:spPr>
          <a:xfrm>
            <a:off x="1792023" y="102969"/>
            <a:ext cx="5559955" cy="4763248"/>
          </a:xfrm>
          <a:prstGeom prst="rect">
            <a:avLst/>
          </a:prstGeom>
        </p:spPr>
      </p:pic>
    </p:spTree>
    <p:extLst>
      <p:ext uri="{BB962C8B-B14F-4D97-AF65-F5344CB8AC3E}">
        <p14:creationId xmlns:p14="http://schemas.microsoft.com/office/powerpoint/2010/main" val="1459896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71C22-3DDE-4F5A-987B-A065AE317061}"/>
              </a:ext>
            </a:extLst>
          </p:cNvPr>
          <p:cNvSpPr>
            <a:spLocks noGrp="1"/>
          </p:cNvSpPr>
          <p:nvPr>
            <p:ph type="title"/>
          </p:nvPr>
        </p:nvSpPr>
        <p:spPr/>
        <p:txBody>
          <a:bodyPr/>
          <a:lstStyle/>
          <a:p>
            <a:pPr algn="ctr"/>
            <a:r>
              <a:rPr lang="en-US" dirty="0"/>
              <a:t>Subsidy – Market Surplus</a:t>
            </a:r>
          </a:p>
        </p:txBody>
      </p:sp>
      <p:sp>
        <p:nvSpPr>
          <p:cNvPr id="3" name="Content Placeholder 2">
            <a:extLst>
              <a:ext uri="{FF2B5EF4-FFF2-40B4-BE49-F238E27FC236}">
                <a16:creationId xmlns:a16="http://schemas.microsoft.com/office/drawing/2014/main" id="{50C9F2D4-E6C4-46FB-9A60-4135C55AEC2B}"/>
              </a:ext>
            </a:extLst>
          </p:cNvPr>
          <p:cNvSpPr>
            <a:spLocks noGrp="1"/>
          </p:cNvSpPr>
          <p:nvPr>
            <p:ph idx="1"/>
          </p:nvPr>
        </p:nvSpPr>
        <p:spPr/>
        <p:txBody>
          <a:bodyPr/>
          <a:lstStyle/>
          <a:p>
            <a:r>
              <a:rPr lang="it-IT" b="1" dirty="0"/>
              <a:t>Producers</a:t>
            </a:r>
          </a:p>
          <a:p>
            <a:pPr lvl="1"/>
            <a:r>
              <a:rPr lang="en-US" dirty="0"/>
              <a:t>They now receive $550.000 instead of $400.00, increasing quantity supplied to 60.000  houses</a:t>
            </a:r>
          </a:p>
          <a:p>
            <a:pPr lvl="1"/>
            <a:r>
              <a:rPr lang="en-US" dirty="0"/>
              <a:t>Producers surplus increases by </a:t>
            </a:r>
            <a:r>
              <a:rPr lang="en-US" b="1" dirty="0"/>
              <a:t>Area A and B</a:t>
            </a:r>
          </a:p>
          <a:p>
            <a:r>
              <a:rPr lang="en-US" b="1" dirty="0"/>
              <a:t>Consumers </a:t>
            </a:r>
          </a:p>
          <a:p>
            <a:pPr lvl="1"/>
            <a:r>
              <a:rPr lang="en-US" dirty="0"/>
              <a:t>They now pay $250.000 instead of $400.000, increasing quantity demanded to 60.000  houses</a:t>
            </a:r>
          </a:p>
          <a:p>
            <a:pPr lvl="1"/>
            <a:r>
              <a:rPr lang="en-US" dirty="0"/>
              <a:t>Consumers surplus increase by </a:t>
            </a:r>
            <a:r>
              <a:rPr lang="en-US" b="1" dirty="0"/>
              <a:t>Area C and D</a:t>
            </a:r>
          </a:p>
          <a:p>
            <a:r>
              <a:rPr lang="en-US" b="1" dirty="0"/>
              <a:t>Government </a:t>
            </a:r>
          </a:p>
          <a:p>
            <a:pPr lvl="1"/>
            <a:r>
              <a:rPr lang="en-US" dirty="0"/>
              <a:t>It has to pay $300.000 per home to subsidize the 60.000 consumers buying new home (very improbable that the government makes available $18 billion)</a:t>
            </a:r>
          </a:p>
          <a:p>
            <a:pPr lvl="1"/>
            <a:r>
              <a:rPr lang="en-US" dirty="0"/>
              <a:t>Government expenditures: </a:t>
            </a:r>
            <a:r>
              <a:rPr lang="en-US" b="1" dirty="0"/>
              <a:t>Area A,B,C,D, and E</a:t>
            </a:r>
          </a:p>
          <a:p>
            <a:pPr lvl="1"/>
            <a:endParaRPr lang="en-US" dirty="0"/>
          </a:p>
        </p:txBody>
      </p:sp>
    </p:spTree>
    <p:extLst>
      <p:ext uri="{BB962C8B-B14F-4D97-AF65-F5344CB8AC3E}">
        <p14:creationId xmlns:p14="http://schemas.microsoft.com/office/powerpoint/2010/main" val="35462208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07253-A24F-47C3-B9DF-2841391215B0}"/>
              </a:ext>
            </a:extLst>
          </p:cNvPr>
          <p:cNvSpPr>
            <a:spLocks noGrp="1"/>
          </p:cNvSpPr>
          <p:nvPr>
            <p:ph type="title"/>
          </p:nvPr>
        </p:nvSpPr>
        <p:spPr/>
        <p:txBody>
          <a:bodyPr/>
          <a:lstStyle/>
          <a:p>
            <a:pPr algn="ctr"/>
            <a:r>
              <a:rPr lang="en-US" dirty="0"/>
              <a:t>Subsidy – Market Surplus (cont’d)</a:t>
            </a:r>
          </a:p>
        </p:txBody>
      </p:sp>
      <p:sp>
        <p:nvSpPr>
          <p:cNvPr id="3" name="Content Placeholder 2">
            <a:extLst>
              <a:ext uri="{FF2B5EF4-FFF2-40B4-BE49-F238E27FC236}">
                <a16:creationId xmlns:a16="http://schemas.microsoft.com/office/drawing/2014/main" id="{E2707A52-B3EC-41AC-9735-054A20FA188D}"/>
              </a:ext>
            </a:extLst>
          </p:cNvPr>
          <p:cNvSpPr>
            <a:spLocks noGrp="1"/>
          </p:cNvSpPr>
          <p:nvPr>
            <p:ph idx="1"/>
          </p:nvPr>
        </p:nvSpPr>
        <p:spPr/>
        <p:txBody>
          <a:bodyPr/>
          <a:lstStyle/>
          <a:p>
            <a:r>
              <a:rPr lang="en-US" dirty="0"/>
              <a:t>Total gains: CS+PS = </a:t>
            </a:r>
            <a:r>
              <a:rPr lang="en-US" b="1" dirty="0"/>
              <a:t>Area A, B, C, and D</a:t>
            </a:r>
          </a:p>
          <a:p>
            <a:pPr lvl="1"/>
            <a:r>
              <a:rPr lang="en-US" dirty="0"/>
              <a:t>Transferred from government to consumers and producers</a:t>
            </a:r>
          </a:p>
          <a:p>
            <a:r>
              <a:rPr lang="en-US" dirty="0"/>
              <a:t>Total losses: </a:t>
            </a:r>
            <a:r>
              <a:rPr lang="en-US" b="1" dirty="0"/>
              <a:t>Area A, B, C, D, and E</a:t>
            </a:r>
          </a:p>
          <a:p>
            <a:pPr lvl="1"/>
            <a:r>
              <a:rPr lang="en-US" dirty="0"/>
              <a:t>E deadweight loss from the subsidy </a:t>
            </a:r>
          </a:p>
          <a:p>
            <a:r>
              <a:rPr lang="en-US" dirty="0"/>
              <a:t>The subsidy was successful since quantity increased from 40.000 homes to 60.000 homes</a:t>
            </a:r>
          </a:p>
          <a:p>
            <a:r>
              <a:rPr lang="en-US" dirty="0"/>
              <a:t>Deadweight loss is due to the fact </a:t>
            </a:r>
            <a:r>
              <a:rPr lang="en-US" u="sng" dirty="0"/>
              <a:t>we always have to go back to equilibrium </a:t>
            </a:r>
            <a:r>
              <a:rPr lang="en-US" dirty="0"/>
              <a:t> and equilibrium quantity was too high after the change</a:t>
            </a:r>
          </a:p>
          <a:p>
            <a:r>
              <a:rPr lang="en-US" b="1" u="sng" dirty="0"/>
              <a:t>REMEMBER:</a:t>
            </a:r>
            <a:r>
              <a:rPr lang="en-US" dirty="0"/>
              <a:t> every time we changed the equilibrium quantity, we will result in a deadweight loss in the absence of externalities!</a:t>
            </a:r>
            <a:endParaRPr lang="en-US" b="1" u="sng" dirty="0"/>
          </a:p>
        </p:txBody>
      </p:sp>
    </p:spTree>
    <p:extLst>
      <p:ext uri="{BB962C8B-B14F-4D97-AF65-F5344CB8AC3E}">
        <p14:creationId xmlns:p14="http://schemas.microsoft.com/office/powerpoint/2010/main" val="3868657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D925-481D-4AB2-B49A-A8C5C293B112}"/>
              </a:ext>
            </a:extLst>
          </p:cNvPr>
          <p:cNvSpPr>
            <a:spLocks noGrp="1"/>
          </p:cNvSpPr>
          <p:nvPr>
            <p:ph type="title"/>
          </p:nvPr>
        </p:nvSpPr>
        <p:spPr/>
        <p:txBody>
          <a:bodyPr/>
          <a:lstStyle/>
          <a:p>
            <a:pPr algn="ctr"/>
            <a:r>
              <a:rPr lang="it-IT" dirty="0"/>
              <a:t>Elasticity&amp;Policy</a:t>
            </a:r>
            <a:endParaRPr lang="en-US" dirty="0"/>
          </a:p>
        </p:txBody>
      </p:sp>
      <p:sp>
        <p:nvSpPr>
          <p:cNvPr id="3" name="Content Placeholder 2">
            <a:extLst>
              <a:ext uri="{FF2B5EF4-FFF2-40B4-BE49-F238E27FC236}">
                <a16:creationId xmlns:a16="http://schemas.microsoft.com/office/drawing/2014/main" id="{2000FCE3-5C53-45CA-8E6A-E40B55EDDBD3}"/>
              </a:ext>
            </a:extLst>
          </p:cNvPr>
          <p:cNvSpPr>
            <a:spLocks noGrp="1"/>
          </p:cNvSpPr>
          <p:nvPr>
            <p:ph idx="1"/>
          </p:nvPr>
        </p:nvSpPr>
        <p:spPr/>
        <p:txBody>
          <a:bodyPr/>
          <a:lstStyle/>
          <a:p>
            <a:r>
              <a:rPr lang="it-IT" dirty="0"/>
              <a:t>So far, we have seen how markets respond to price changes.</a:t>
            </a:r>
          </a:p>
          <a:p>
            <a:pPr lvl="1"/>
            <a:r>
              <a:rPr lang="it-IT" dirty="0"/>
              <a:t>Taxes and price controls </a:t>
            </a:r>
            <a:r>
              <a:rPr lang="it-IT" dirty="0">
                <a:sym typeface="Wingdings" panose="05000000000000000000" pitchFamily="2" charset="2"/>
              </a:rPr>
              <a:t> deadweight loss and redistribution among market players (consumers, producers, government)</a:t>
            </a:r>
          </a:p>
          <a:p>
            <a:pPr lvl="1"/>
            <a:r>
              <a:rPr lang="it-IT" dirty="0">
                <a:sym typeface="Wingdings" panose="05000000000000000000" pitchFamily="2" charset="2"/>
              </a:rPr>
              <a:t>How the dedwieght loss is distributed among market players depends on the </a:t>
            </a:r>
            <a:r>
              <a:rPr lang="it-IT" u="sng" dirty="0">
                <a:sym typeface="Wingdings" panose="05000000000000000000" pitchFamily="2" charset="2"/>
              </a:rPr>
              <a:t>relative elasticity of a market</a:t>
            </a:r>
            <a:endParaRPr lang="en-US" u="sng" dirty="0">
              <a:sym typeface="Wingdings" panose="05000000000000000000" pitchFamily="2" charset="2"/>
            </a:endParaRPr>
          </a:p>
          <a:p>
            <a:r>
              <a:rPr lang="en-US" dirty="0">
                <a:sym typeface="Wingdings" panose="05000000000000000000" pitchFamily="2" charset="2"/>
              </a:rPr>
              <a:t>Ex.</a:t>
            </a:r>
          </a:p>
          <a:p>
            <a:pPr lvl="1"/>
            <a:r>
              <a:rPr lang="en-US" dirty="0">
                <a:sym typeface="Wingdings" panose="05000000000000000000" pitchFamily="2" charset="2"/>
              </a:rPr>
              <a:t>US dairy market has been seen inelastic for many years (US government had full control on dairy products)</a:t>
            </a:r>
          </a:p>
          <a:p>
            <a:pPr lvl="2"/>
            <a:r>
              <a:rPr lang="en-US" dirty="0">
                <a:solidFill>
                  <a:srgbClr val="FFFF00"/>
                </a:solidFill>
                <a:sym typeface="Wingdings" panose="05000000000000000000" pitchFamily="2" charset="2"/>
                <a:hlinkClick r:id="rId2">
                  <a:extLst>
                    <a:ext uri="{A12FA001-AC4F-418D-AE19-62706E023703}">
                      <ahyp:hlinkClr xmlns:ahyp="http://schemas.microsoft.com/office/drawing/2018/hyperlinkcolor" val="tx"/>
                    </a:ext>
                  </a:extLst>
                </a:hlinkClick>
              </a:rPr>
              <a:t>Something has changed in the past years </a:t>
            </a:r>
            <a:endParaRPr lang="en-US" dirty="0">
              <a:solidFill>
                <a:srgbClr val="FFFF00"/>
              </a:solidFill>
              <a:sym typeface="Wingdings" panose="05000000000000000000" pitchFamily="2" charset="2"/>
            </a:endParaRPr>
          </a:p>
          <a:p>
            <a:pPr lvl="3"/>
            <a:r>
              <a:rPr lang="en-US" dirty="0">
                <a:sym typeface="Wingdings" panose="05000000000000000000" pitchFamily="2" charset="2"/>
              </a:rPr>
              <a:t>Data collection on consumers’ behavior and preferences more disaggregated and precise</a:t>
            </a:r>
          </a:p>
          <a:p>
            <a:pPr lvl="1"/>
            <a:r>
              <a:rPr lang="en-US" dirty="0">
                <a:solidFill>
                  <a:srgbClr val="00B0F0"/>
                </a:solidFill>
                <a:sym typeface="Wingdings" panose="05000000000000000000" pitchFamily="2" charset="2"/>
                <a:hlinkClick r:id="rId3">
                  <a:extLst>
                    <a:ext uri="{A12FA001-AC4F-418D-AE19-62706E023703}">
                      <ahyp:hlinkClr xmlns:ahyp="http://schemas.microsoft.com/office/drawing/2018/hyperlinkcolor" val="tx"/>
                    </a:ext>
                  </a:extLst>
                </a:hlinkClick>
              </a:rPr>
              <a:t>Canadian dairy market </a:t>
            </a:r>
            <a:r>
              <a:rPr lang="en-US" dirty="0">
                <a:sym typeface="Wingdings" panose="05000000000000000000" pitchFamily="2" charset="2"/>
              </a:rPr>
              <a:t>very inelastic due to high tariffs and quota requirements</a:t>
            </a:r>
          </a:p>
        </p:txBody>
      </p:sp>
    </p:spTree>
    <p:extLst>
      <p:ext uri="{BB962C8B-B14F-4D97-AF65-F5344CB8AC3E}">
        <p14:creationId xmlns:p14="http://schemas.microsoft.com/office/powerpoint/2010/main" val="7032506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2E1DE-8FC6-4BD1-B063-8916D61E6D68}"/>
              </a:ext>
            </a:extLst>
          </p:cNvPr>
          <p:cNvSpPr>
            <a:spLocks noGrp="1"/>
          </p:cNvSpPr>
          <p:nvPr>
            <p:ph type="title"/>
          </p:nvPr>
        </p:nvSpPr>
        <p:spPr/>
        <p:txBody>
          <a:bodyPr/>
          <a:lstStyle/>
          <a:p>
            <a:pPr algn="ctr"/>
            <a:r>
              <a:rPr lang="it-IT" dirty="0"/>
              <a:t>US vs Canada</a:t>
            </a:r>
            <a:endParaRPr lang="en-US" dirty="0"/>
          </a:p>
        </p:txBody>
      </p:sp>
      <p:pic>
        <p:nvPicPr>
          <p:cNvPr id="4" name="Content Placeholder 3">
            <a:extLst>
              <a:ext uri="{FF2B5EF4-FFF2-40B4-BE49-F238E27FC236}">
                <a16:creationId xmlns:a16="http://schemas.microsoft.com/office/drawing/2014/main" id="{5575EED6-61E9-4CF6-8416-3899F158C12D}"/>
              </a:ext>
            </a:extLst>
          </p:cNvPr>
          <p:cNvPicPr>
            <a:picLocks noGrp="1" noChangeAspect="1"/>
          </p:cNvPicPr>
          <p:nvPr>
            <p:ph idx="1"/>
          </p:nvPr>
        </p:nvPicPr>
        <p:blipFill>
          <a:blip r:embed="rId2"/>
          <a:stretch>
            <a:fillRect/>
          </a:stretch>
        </p:blipFill>
        <p:spPr>
          <a:xfrm>
            <a:off x="914400" y="1547812"/>
            <a:ext cx="7315200" cy="3086100"/>
          </a:xfrm>
          <a:prstGeom prst="rect">
            <a:avLst/>
          </a:prstGeom>
        </p:spPr>
      </p:pic>
    </p:spTree>
    <p:extLst>
      <p:ext uri="{BB962C8B-B14F-4D97-AF65-F5344CB8AC3E}">
        <p14:creationId xmlns:p14="http://schemas.microsoft.com/office/powerpoint/2010/main" val="30579238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E76B-88A5-406F-9200-FFE12A24C753}"/>
              </a:ext>
            </a:extLst>
          </p:cNvPr>
          <p:cNvSpPr>
            <a:spLocks noGrp="1"/>
          </p:cNvSpPr>
          <p:nvPr>
            <p:ph type="title"/>
          </p:nvPr>
        </p:nvSpPr>
        <p:spPr/>
        <p:txBody>
          <a:bodyPr/>
          <a:lstStyle/>
          <a:p>
            <a:pPr algn="ctr"/>
            <a:r>
              <a:rPr lang="it-IT" dirty="0"/>
              <a:t>Assumptions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44EB16-24EE-4F33-A8BD-0842CC7A559F}"/>
                  </a:ext>
                </a:extLst>
              </p:cNvPr>
              <p:cNvSpPr>
                <a:spLocks noGrp="1"/>
              </p:cNvSpPr>
              <p:nvPr>
                <p:ph idx="1"/>
              </p:nvPr>
            </p:nvSpPr>
            <p:spPr/>
            <p:txBody>
              <a:bodyPr/>
              <a:lstStyle/>
              <a:p>
                <a:r>
                  <a:rPr lang="it-IT" dirty="0"/>
                  <a:t>$2.25 per unit tax on the American and Canadian dairy market</a:t>
                </a:r>
              </a:p>
              <a:p>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𝑃</m:t>
                        </m:r>
                      </m:e>
                      <m:sub>
                        <m:r>
                          <a:rPr lang="it-IT" b="0" i="1" smtClean="0">
                            <a:latin typeface="Cambria Math" panose="02040503050406030204" pitchFamily="18" charset="0"/>
                          </a:rPr>
                          <m:t>𝑒𝑞𝑢𝑖𝑙𝑖𝑏𝑟𝑖𝑢𝑚</m:t>
                        </m:r>
                      </m:sub>
                    </m:sSub>
                    <m:r>
                      <a:rPr lang="it-IT" b="0" i="1" smtClean="0">
                        <a:latin typeface="Cambria Math" panose="02040503050406030204" pitchFamily="18" charset="0"/>
                      </a:rPr>
                      <m:t>=$4/</m:t>
                    </m:r>
                    <m:r>
                      <a:rPr lang="it-IT" b="0" i="1" smtClean="0">
                        <a:latin typeface="Cambria Math" panose="02040503050406030204" pitchFamily="18" charset="0"/>
                      </a:rPr>
                      <m:t>𝑗𝑢𝑔</m:t>
                    </m:r>
                  </m:oMath>
                </a14:m>
                <a:endParaRPr lang="it-IT" b="0" dirty="0"/>
              </a:p>
              <a:p>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𝑄</m:t>
                        </m:r>
                      </m:e>
                      <m:sub>
                        <m:r>
                          <a:rPr lang="it-IT" b="0" i="1" smtClean="0">
                            <a:latin typeface="Cambria Math" panose="02040503050406030204" pitchFamily="18" charset="0"/>
                          </a:rPr>
                          <m:t>𝑒𝑞𝑢𝑖𝑙𝑖𝑏𝑟𝑖𝑢𝑚</m:t>
                        </m:r>
                      </m:sub>
                    </m:sSub>
                    <m:r>
                      <a:rPr lang="it-IT" b="0" i="1" smtClean="0">
                        <a:latin typeface="Cambria Math" panose="02040503050406030204" pitchFamily="18" charset="0"/>
                      </a:rPr>
                      <m:t>=8 </m:t>
                    </m:r>
                    <m:r>
                      <a:rPr lang="it-IT" b="0" i="1" smtClean="0">
                        <a:latin typeface="Cambria Math" panose="02040503050406030204" pitchFamily="18" charset="0"/>
                      </a:rPr>
                      <m:t>𝑚𝑖𝑙𝑙𝑖𝑜𝑛</m:t>
                    </m:r>
                  </m:oMath>
                </a14:m>
                <a:endParaRPr lang="en-US" dirty="0"/>
              </a:p>
              <a:p>
                <a:r>
                  <a:rPr lang="en-US" dirty="0"/>
                  <a:t>American market demand relatively more elastic</a:t>
                </a:r>
              </a:p>
            </p:txBody>
          </p:sp>
        </mc:Choice>
        <mc:Fallback xmlns="">
          <p:sp>
            <p:nvSpPr>
              <p:cNvPr id="3" name="Content Placeholder 2">
                <a:extLst>
                  <a:ext uri="{FF2B5EF4-FFF2-40B4-BE49-F238E27FC236}">
                    <a16:creationId xmlns:a16="http://schemas.microsoft.com/office/drawing/2014/main" id="{E944EB16-24EE-4F33-A8BD-0842CC7A559F}"/>
                  </a:ext>
                </a:extLst>
              </p:cNvPr>
              <p:cNvSpPr>
                <a:spLocks noGrp="1" noRot="1" noChangeAspect="1" noMove="1" noResize="1" noEditPoints="1" noAdjustHandles="1" noChangeArrowheads="1" noChangeShapeType="1" noTextEdit="1"/>
              </p:cNvSpPr>
              <p:nvPr>
                <p:ph idx="1"/>
              </p:nvPr>
            </p:nvSpPr>
            <p:spPr>
              <a:blipFill>
                <a:blip r:embed="rId2"/>
                <a:stretch>
                  <a:fillRect l="-464" t="-1832"/>
                </a:stretch>
              </a:blipFill>
            </p:spPr>
            <p:txBody>
              <a:bodyPr/>
              <a:lstStyle/>
              <a:p>
                <a:r>
                  <a:rPr lang="en-US">
                    <a:noFill/>
                  </a:rPr>
                  <a:t> </a:t>
                </a:r>
              </a:p>
            </p:txBody>
          </p:sp>
        </mc:Fallback>
      </mc:AlternateContent>
    </p:spTree>
    <p:extLst>
      <p:ext uri="{BB962C8B-B14F-4D97-AF65-F5344CB8AC3E}">
        <p14:creationId xmlns:p14="http://schemas.microsoft.com/office/powerpoint/2010/main" val="40057545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0448-7572-4347-934B-83E3921198B4}"/>
              </a:ext>
            </a:extLst>
          </p:cNvPr>
          <p:cNvSpPr>
            <a:spLocks noGrp="1"/>
          </p:cNvSpPr>
          <p:nvPr>
            <p:ph type="title"/>
          </p:nvPr>
        </p:nvSpPr>
        <p:spPr/>
        <p:txBody>
          <a:bodyPr/>
          <a:lstStyle/>
          <a:p>
            <a:pPr algn="ctr"/>
            <a:r>
              <a:rPr lang="it-IT" dirty="0"/>
              <a:t>First Glance Observations</a:t>
            </a:r>
            <a:endParaRPr lang="en-US" dirty="0"/>
          </a:p>
        </p:txBody>
      </p:sp>
      <p:sp>
        <p:nvSpPr>
          <p:cNvPr id="3" name="Content Placeholder 2">
            <a:extLst>
              <a:ext uri="{FF2B5EF4-FFF2-40B4-BE49-F238E27FC236}">
                <a16:creationId xmlns:a16="http://schemas.microsoft.com/office/drawing/2014/main" id="{91979FC5-B4A8-416F-A130-D8C848C4748E}"/>
              </a:ext>
            </a:extLst>
          </p:cNvPr>
          <p:cNvSpPr>
            <a:spLocks noGrp="1"/>
          </p:cNvSpPr>
          <p:nvPr>
            <p:ph idx="1"/>
          </p:nvPr>
        </p:nvSpPr>
        <p:spPr/>
        <p:txBody>
          <a:bodyPr/>
          <a:lstStyle/>
          <a:p>
            <a:r>
              <a:rPr lang="it-IT" dirty="0"/>
              <a:t>Which deadweight loss is greater?</a:t>
            </a:r>
          </a:p>
          <a:p>
            <a:r>
              <a:rPr lang="it-IT" dirty="0"/>
              <a:t>Deadweightloss = change in quantity </a:t>
            </a:r>
            <a:r>
              <a:rPr lang="it-IT" dirty="0">
                <a:sym typeface="Wingdings" panose="05000000000000000000" pitchFamily="2" charset="2"/>
              </a:rPr>
              <a:t> ignore the redistributive effects of the tax</a:t>
            </a:r>
          </a:p>
          <a:p>
            <a:r>
              <a:rPr lang="it-IT" dirty="0">
                <a:sym typeface="Wingdings" panose="05000000000000000000" pitchFamily="2" charset="2"/>
              </a:rPr>
              <a:t>We can take a look to the change in consumers and producers' surplus </a:t>
            </a:r>
            <a:endParaRPr lang="en-US" dirty="0"/>
          </a:p>
        </p:txBody>
      </p:sp>
    </p:spTree>
    <p:extLst>
      <p:ext uri="{BB962C8B-B14F-4D97-AF65-F5344CB8AC3E}">
        <p14:creationId xmlns:p14="http://schemas.microsoft.com/office/powerpoint/2010/main" val="8555678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9D374-897F-46FA-B8CF-E02936898D6A}"/>
              </a:ext>
            </a:extLst>
          </p:cNvPr>
          <p:cNvSpPr>
            <a:spLocks noGrp="1"/>
          </p:cNvSpPr>
          <p:nvPr>
            <p:ph type="title"/>
          </p:nvPr>
        </p:nvSpPr>
        <p:spPr/>
        <p:txBody>
          <a:bodyPr/>
          <a:lstStyle/>
          <a:p>
            <a:pPr algn="ctr"/>
            <a:r>
              <a:rPr lang="it-IT" dirty="0"/>
              <a:t>Deadweight loss US – More elastic demand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80F087-C7EE-442D-A5D2-F6991175093D}"/>
                  </a:ext>
                </a:extLst>
              </p:cNvPr>
              <p:cNvSpPr>
                <a:spLocks noGrp="1"/>
              </p:cNvSpPr>
              <p:nvPr>
                <p:ph idx="1"/>
              </p:nvPr>
            </p:nvSpPr>
            <p:spPr/>
            <p:txBody>
              <a:bodyPr/>
              <a:lstStyle/>
              <a:p>
                <a:r>
                  <a:rPr lang="it-IT" dirty="0"/>
                  <a:t>Tax $2.25 </a:t>
                </a:r>
              </a:p>
              <a:p>
                <a:pPr lvl="1"/>
                <a:r>
                  <a:rPr lang="it-IT" dirty="0"/>
                  <a:t>Consumers pay  $4.25</a:t>
                </a:r>
              </a:p>
              <a:p>
                <a:pPr lvl="1"/>
                <a:r>
                  <a:rPr lang="en-US" dirty="0"/>
                  <a:t>Producers receive</a:t>
                </a:r>
                <a:r>
                  <a:rPr lang="it-IT" dirty="0"/>
                  <a:t> $2.00</a:t>
                </a:r>
              </a:p>
              <a:p>
                <a:pPr lvl="1"/>
                <a:r>
                  <a:rPr lang="it-IT" dirty="0"/>
                  <a:t>Decrease in equilibrium from 8 million milk/jug to 4 millon milk/jug </a:t>
                </a:r>
              </a:p>
              <a:p>
                <a14:m>
                  <m:oMath xmlns:m="http://schemas.openxmlformats.org/officeDocument/2006/math">
                    <m:r>
                      <a:rPr lang="it-IT" b="0" i="1" smtClean="0">
                        <a:latin typeface="Cambria Math" panose="02040503050406030204" pitchFamily="18" charset="0"/>
                      </a:rPr>
                      <m:t>𝐷𝑒𝑎𝑑𝑤𝑒𝑖𝑔ℎ𝑡</m:t>
                    </m:r>
                    <m:r>
                      <a:rPr lang="it-IT" b="0" i="1" smtClean="0">
                        <a:latin typeface="Cambria Math" panose="02040503050406030204" pitchFamily="18" charset="0"/>
                      </a:rPr>
                      <m:t> </m:t>
                    </m:r>
                    <m:r>
                      <a:rPr lang="it-IT" b="0" i="1" smtClean="0">
                        <a:latin typeface="Cambria Math" panose="02040503050406030204" pitchFamily="18" charset="0"/>
                      </a:rPr>
                      <m:t>𝑙𝑜𝑠</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 </m:t>
                        </m:r>
                        <m:r>
                          <a:rPr lang="it-IT" b="0" i="1" smtClean="0">
                            <a:latin typeface="Cambria Math" panose="02040503050406030204" pitchFamily="18" charset="0"/>
                          </a:rPr>
                          <m:t>𝑈𝑆</m:t>
                        </m:r>
                      </m:sub>
                    </m:sSub>
                    <m:r>
                      <a:rPr lang="it-IT" b="0" i="1" smtClean="0">
                        <a:latin typeface="Cambria Math" panose="02040503050406030204" pitchFamily="18" charset="0"/>
                      </a:rPr>
                      <m:t>=</m:t>
                    </m:r>
                    <m:f>
                      <m:fPr>
                        <m:ctrlPr>
                          <a:rPr lang="it-IT" b="0" i="1" smtClean="0">
                            <a:latin typeface="Cambria Math" panose="02040503050406030204" pitchFamily="18" charset="0"/>
                          </a:rPr>
                        </m:ctrlPr>
                      </m:fPr>
                      <m:num>
                        <m:d>
                          <m:dPr>
                            <m:ctrlPr>
                              <a:rPr lang="it-IT" b="0" i="1" smtClean="0">
                                <a:latin typeface="Cambria Math" panose="02040503050406030204" pitchFamily="18" charset="0"/>
                              </a:rPr>
                            </m:ctrlPr>
                          </m:dPr>
                          <m:e>
                            <m:r>
                              <a:rPr lang="it-IT" b="0" i="1" smtClean="0">
                                <a:latin typeface="Cambria Math" panose="02040503050406030204" pitchFamily="18" charset="0"/>
                              </a:rPr>
                              <m:t>4.25−2.00</m:t>
                            </m:r>
                          </m:e>
                        </m:d>
                        <m:r>
                          <a:rPr lang="it-IT" b="0" i="1" smtClean="0">
                            <a:latin typeface="Cambria Math" panose="02040503050406030204" pitchFamily="18" charset="0"/>
                          </a:rPr>
                          <m:t>𝑋</m:t>
                        </m:r>
                        <m:d>
                          <m:dPr>
                            <m:ctrlPr>
                              <a:rPr lang="it-IT" b="0" i="1" smtClean="0">
                                <a:latin typeface="Cambria Math" panose="02040503050406030204" pitchFamily="18" charset="0"/>
                              </a:rPr>
                            </m:ctrlPr>
                          </m:dPr>
                          <m:e>
                            <m:r>
                              <a:rPr lang="it-IT" b="0" i="1" smtClean="0">
                                <a:latin typeface="Cambria Math" panose="02040503050406030204" pitchFamily="18" charset="0"/>
                              </a:rPr>
                              <m:t>8−4</m:t>
                            </m:r>
                          </m:e>
                        </m:d>
                      </m:num>
                      <m:den>
                        <m:r>
                          <a:rPr lang="it-IT" b="0" i="1" smtClean="0">
                            <a:latin typeface="Cambria Math" panose="02040503050406030204" pitchFamily="18" charset="0"/>
                          </a:rPr>
                          <m:t>2</m:t>
                        </m:r>
                      </m:den>
                    </m:f>
                    <m:r>
                      <a:rPr lang="it-IT" b="0" i="1" smtClean="0">
                        <a:latin typeface="Cambria Math" panose="02040503050406030204" pitchFamily="18" charset="0"/>
                      </a:rPr>
                      <m:t>=$4.5 </m:t>
                    </m:r>
                    <m:r>
                      <a:rPr lang="it-IT" b="0" i="1" smtClean="0">
                        <a:latin typeface="Cambria Math" panose="02040503050406030204" pitchFamily="18" charset="0"/>
                      </a:rPr>
                      <m:t>𝑚𝑖𝑙𝑙𝑖𝑜𝑛</m:t>
                    </m:r>
                  </m:oMath>
                </a14:m>
                <a:endParaRPr lang="en-US" dirty="0"/>
              </a:p>
            </p:txBody>
          </p:sp>
        </mc:Choice>
        <mc:Fallback xmlns="">
          <p:sp>
            <p:nvSpPr>
              <p:cNvPr id="3" name="Content Placeholder 2">
                <a:extLst>
                  <a:ext uri="{FF2B5EF4-FFF2-40B4-BE49-F238E27FC236}">
                    <a16:creationId xmlns:a16="http://schemas.microsoft.com/office/drawing/2014/main" id="{1C80F087-C7EE-442D-A5D2-F6991175093D}"/>
                  </a:ext>
                </a:extLst>
              </p:cNvPr>
              <p:cNvSpPr>
                <a:spLocks noGrp="1" noRot="1" noChangeAspect="1" noMove="1" noResize="1" noEditPoints="1" noAdjustHandles="1" noChangeArrowheads="1" noChangeShapeType="1" noTextEdit="1"/>
              </p:cNvSpPr>
              <p:nvPr>
                <p:ph idx="1"/>
              </p:nvPr>
            </p:nvSpPr>
            <p:spPr>
              <a:blipFill>
                <a:blip r:embed="rId2"/>
                <a:stretch>
                  <a:fillRect l="-464" t="-1832"/>
                </a:stretch>
              </a:blipFill>
            </p:spPr>
            <p:txBody>
              <a:bodyPr/>
              <a:lstStyle/>
              <a:p>
                <a:r>
                  <a:rPr lang="en-US">
                    <a:noFill/>
                  </a:rPr>
                  <a:t> </a:t>
                </a:r>
              </a:p>
            </p:txBody>
          </p:sp>
        </mc:Fallback>
      </mc:AlternateContent>
    </p:spTree>
    <p:extLst>
      <p:ext uri="{BB962C8B-B14F-4D97-AF65-F5344CB8AC3E}">
        <p14:creationId xmlns:p14="http://schemas.microsoft.com/office/powerpoint/2010/main" val="941310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9D374-897F-46FA-B8CF-E02936898D6A}"/>
              </a:ext>
            </a:extLst>
          </p:cNvPr>
          <p:cNvSpPr>
            <a:spLocks noGrp="1"/>
          </p:cNvSpPr>
          <p:nvPr>
            <p:ph type="title"/>
          </p:nvPr>
        </p:nvSpPr>
        <p:spPr/>
        <p:txBody>
          <a:bodyPr/>
          <a:lstStyle/>
          <a:p>
            <a:pPr algn="ctr"/>
            <a:r>
              <a:rPr lang="it-IT" dirty="0"/>
              <a:t>Deadweight loss Canada – Less elastic demand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80F087-C7EE-442D-A5D2-F6991175093D}"/>
                  </a:ext>
                </a:extLst>
              </p:cNvPr>
              <p:cNvSpPr>
                <a:spLocks noGrp="1"/>
              </p:cNvSpPr>
              <p:nvPr>
                <p:ph idx="1"/>
              </p:nvPr>
            </p:nvSpPr>
            <p:spPr/>
            <p:txBody>
              <a:bodyPr/>
              <a:lstStyle/>
              <a:p>
                <a:r>
                  <a:rPr lang="it-IT" dirty="0"/>
                  <a:t>Tax $2.25 </a:t>
                </a:r>
              </a:p>
              <a:p>
                <a:pPr lvl="1"/>
                <a:r>
                  <a:rPr lang="it-IT" dirty="0"/>
                  <a:t>Consumers pay  $4.75</a:t>
                </a:r>
              </a:p>
              <a:p>
                <a:pPr lvl="1"/>
                <a:r>
                  <a:rPr lang="en-US" dirty="0"/>
                  <a:t>Producers receive</a:t>
                </a:r>
                <a:r>
                  <a:rPr lang="it-IT" dirty="0"/>
                  <a:t> $2.50</a:t>
                </a:r>
              </a:p>
              <a:p>
                <a:pPr lvl="1"/>
                <a:r>
                  <a:rPr lang="it-IT" dirty="0"/>
                  <a:t>Decrease in equilibrium from 8 million milk/jug to 5 millon milk/jug </a:t>
                </a:r>
              </a:p>
              <a:p>
                <a14:m>
                  <m:oMath xmlns:m="http://schemas.openxmlformats.org/officeDocument/2006/math">
                    <m:r>
                      <a:rPr lang="it-IT" b="0" i="1" smtClean="0">
                        <a:latin typeface="Cambria Math" panose="02040503050406030204" pitchFamily="18" charset="0"/>
                      </a:rPr>
                      <m:t>𝐷𝑒𝑎𝑑𝑤𝑒𝑖𝑔ℎ𝑡</m:t>
                    </m:r>
                    <m:r>
                      <a:rPr lang="it-IT" b="0" i="1" smtClean="0">
                        <a:latin typeface="Cambria Math" panose="02040503050406030204" pitchFamily="18" charset="0"/>
                      </a:rPr>
                      <m:t> </m:t>
                    </m:r>
                    <m:r>
                      <a:rPr lang="it-IT" b="0" i="1" smtClean="0">
                        <a:latin typeface="Cambria Math" panose="02040503050406030204" pitchFamily="18" charset="0"/>
                      </a:rPr>
                      <m:t>𝑙𝑜𝑠</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 </m:t>
                        </m:r>
                        <m:r>
                          <a:rPr lang="it-IT" b="0" i="1" smtClean="0">
                            <a:latin typeface="Cambria Math" panose="02040503050406030204" pitchFamily="18" charset="0"/>
                          </a:rPr>
                          <m:t>𝐶𝐴𝑁𝐴𝐷𝐴</m:t>
                        </m:r>
                      </m:sub>
                    </m:sSub>
                    <m:r>
                      <a:rPr lang="it-IT" b="0" i="1" smtClean="0">
                        <a:latin typeface="Cambria Math" panose="02040503050406030204" pitchFamily="18" charset="0"/>
                      </a:rPr>
                      <m:t>=</m:t>
                    </m:r>
                    <m:f>
                      <m:fPr>
                        <m:ctrlPr>
                          <a:rPr lang="it-IT" b="0" i="1" smtClean="0">
                            <a:latin typeface="Cambria Math" panose="02040503050406030204" pitchFamily="18" charset="0"/>
                          </a:rPr>
                        </m:ctrlPr>
                      </m:fPr>
                      <m:num>
                        <m:d>
                          <m:dPr>
                            <m:ctrlPr>
                              <a:rPr lang="it-IT" b="0" i="1" smtClean="0">
                                <a:latin typeface="Cambria Math" panose="02040503050406030204" pitchFamily="18" charset="0"/>
                              </a:rPr>
                            </m:ctrlPr>
                          </m:dPr>
                          <m:e>
                            <m:r>
                              <a:rPr lang="it-IT" b="0" i="1" smtClean="0">
                                <a:latin typeface="Cambria Math" panose="02040503050406030204" pitchFamily="18" charset="0"/>
                              </a:rPr>
                              <m:t>4.75−2.50</m:t>
                            </m:r>
                          </m:e>
                        </m:d>
                        <m:r>
                          <a:rPr lang="it-IT" b="0" i="1" smtClean="0">
                            <a:latin typeface="Cambria Math" panose="02040503050406030204" pitchFamily="18" charset="0"/>
                          </a:rPr>
                          <m:t>𝑋</m:t>
                        </m:r>
                        <m:d>
                          <m:dPr>
                            <m:ctrlPr>
                              <a:rPr lang="it-IT" b="0" i="1" smtClean="0">
                                <a:latin typeface="Cambria Math" panose="02040503050406030204" pitchFamily="18" charset="0"/>
                              </a:rPr>
                            </m:ctrlPr>
                          </m:dPr>
                          <m:e>
                            <m:r>
                              <a:rPr lang="it-IT" b="0" i="1" smtClean="0">
                                <a:latin typeface="Cambria Math" panose="02040503050406030204" pitchFamily="18" charset="0"/>
                              </a:rPr>
                              <m:t>8−5</m:t>
                            </m:r>
                          </m:e>
                        </m:d>
                      </m:num>
                      <m:den>
                        <m:r>
                          <a:rPr lang="it-IT" b="0" i="1" smtClean="0">
                            <a:latin typeface="Cambria Math" panose="02040503050406030204" pitchFamily="18" charset="0"/>
                          </a:rPr>
                          <m:t>2</m:t>
                        </m:r>
                      </m:den>
                    </m:f>
                    <m:r>
                      <a:rPr lang="it-IT" b="0" i="1" smtClean="0">
                        <a:latin typeface="Cambria Math" panose="02040503050406030204" pitchFamily="18" charset="0"/>
                      </a:rPr>
                      <m:t>=$3.375 </m:t>
                    </m:r>
                    <m:r>
                      <a:rPr lang="it-IT" b="0" i="1" smtClean="0">
                        <a:latin typeface="Cambria Math" panose="02040503050406030204" pitchFamily="18" charset="0"/>
                      </a:rPr>
                      <m:t>𝑚𝑖𝑙𝑙𝑖𝑜𝑛</m:t>
                    </m:r>
                  </m:oMath>
                </a14:m>
                <a:endParaRPr lang="en-US" dirty="0"/>
              </a:p>
            </p:txBody>
          </p:sp>
        </mc:Choice>
        <mc:Fallback xmlns="">
          <p:sp>
            <p:nvSpPr>
              <p:cNvPr id="3" name="Content Placeholder 2">
                <a:extLst>
                  <a:ext uri="{FF2B5EF4-FFF2-40B4-BE49-F238E27FC236}">
                    <a16:creationId xmlns:a16="http://schemas.microsoft.com/office/drawing/2014/main" id="{1C80F087-C7EE-442D-A5D2-F6991175093D}"/>
                  </a:ext>
                </a:extLst>
              </p:cNvPr>
              <p:cNvSpPr>
                <a:spLocks noGrp="1" noRot="1" noChangeAspect="1" noMove="1" noResize="1" noEditPoints="1" noAdjustHandles="1" noChangeArrowheads="1" noChangeShapeType="1" noTextEdit="1"/>
              </p:cNvSpPr>
              <p:nvPr>
                <p:ph idx="1"/>
              </p:nvPr>
            </p:nvSpPr>
            <p:spPr>
              <a:blipFill>
                <a:blip r:embed="rId2"/>
                <a:stretch>
                  <a:fillRect l="-464" t="-1832"/>
                </a:stretch>
              </a:blipFill>
            </p:spPr>
            <p:txBody>
              <a:bodyPr/>
              <a:lstStyle/>
              <a:p>
                <a:r>
                  <a:rPr lang="en-US">
                    <a:noFill/>
                  </a:rPr>
                  <a:t> </a:t>
                </a:r>
              </a:p>
            </p:txBody>
          </p:sp>
        </mc:Fallback>
      </mc:AlternateContent>
    </p:spTree>
    <p:extLst>
      <p:ext uri="{BB962C8B-B14F-4D97-AF65-F5344CB8AC3E}">
        <p14:creationId xmlns:p14="http://schemas.microsoft.com/office/powerpoint/2010/main" val="42019473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D78F2-3871-438E-96FC-4B58E53EA435}"/>
              </a:ext>
            </a:extLst>
          </p:cNvPr>
          <p:cNvSpPr>
            <a:spLocks noGrp="1"/>
          </p:cNvSpPr>
          <p:nvPr>
            <p:ph type="title"/>
          </p:nvPr>
        </p:nvSpPr>
        <p:spPr/>
        <p:txBody>
          <a:bodyPr/>
          <a:lstStyle/>
          <a:p>
            <a:pPr algn="ctr"/>
            <a:r>
              <a:rPr lang="it-IT" dirty="0"/>
              <a:t>Conclusions</a:t>
            </a:r>
            <a:endParaRPr lang="en-US" dirty="0"/>
          </a:p>
        </p:txBody>
      </p:sp>
      <p:sp>
        <p:nvSpPr>
          <p:cNvPr id="3" name="Content Placeholder 2">
            <a:extLst>
              <a:ext uri="{FF2B5EF4-FFF2-40B4-BE49-F238E27FC236}">
                <a16:creationId xmlns:a16="http://schemas.microsoft.com/office/drawing/2014/main" id="{CCF27B66-7248-4A4C-A784-3984F152B951}"/>
              </a:ext>
            </a:extLst>
          </p:cNvPr>
          <p:cNvSpPr>
            <a:spLocks noGrp="1"/>
          </p:cNvSpPr>
          <p:nvPr>
            <p:ph idx="1"/>
          </p:nvPr>
        </p:nvSpPr>
        <p:spPr/>
        <p:txBody>
          <a:bodyPr/>
          <a:lstStyle/>
          <a:p>
            <a:r>
              <a:rPr lang="it-IT" dirty="0"/>
              <a:t>Ceteris paribus (Keeping everything else constant/equal), the deadweight loss is greater for the market that experiences the larger decrease in equilibrium quantity</a:t>
            </a:r>
          </a:p>
          <a:p>
            <a:pPr lvl="1"/>
            <a:r>
              <a:rPr lang="it-IT" dirty="0"/>
              <a:t>Base of thw two triangles is equal</a:t>
            </a:r>
          </a:p>
          <a:p>
            <a:pPr lvl="1"/>
            <a:r>
              <a:rPr lang="it-IT" dirty="0"/>
              <a:t>Height (= decrease in equilibrium quantity) is different</a:t>
            </a:r>
          </a:p>
          <a:p>
            <a:r>
              <a:rPr lang="it-IT" dirty="0"/>
              <a:t>But how does relative elasticity affect the loss redistribution between producers and consumers?</a:t>
            </a:r>
          </a:p>
          <a:p>
            <a:pPr lvl="1"/>
            <a:r>
              <a:rPr lang="it-IT" dirty="0"/>
              <a:t>Intuitively, in the American market demand is more elastic therefore consumers bear a smaller loss</a:t>
            </a:r>
          </a:p>
          <a:p>
            <a:pPr marL="342900" lvl="1" indent="0">
              <a:buNone/>
            </a:pPr>
            <a:endParaRPr lang="en-US" dirty="0"/>
          </a:p>
        </p:txBody>
      </p:sp>
    </p:spTree>
    <p:extLst>
      <p:ext uri="{BB962C8B-B14F-4D97-AF65-F5344CB8AC3E}">
        <p14:creationId xmlns:p14="http://schemas.microsoft.com/office/powerpoint/2010/main" val="2275228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7069-C2CD-4AB4-8F6B-DB2BC146CD6D}"/>
              </a:ext>
            </a:extLst>
          </p:cNvPr>
          <p:cNvSpPr>
            <a:spLocks noGrp="1"/>
          </p:cNvSpPr>
          <p:nvPr>
            <p:ph type="title"/>
          </p:nvPr>
        </p:nvSpPr>
        <p:spPr/>
        <p:txBody>
          <a:bodyPr/>
          <a:lstStyle/>
          <a:p>
            <a:pPr algn="ctr"/>
            <a:r>
              <a:rPr lang="it-IT" dirty="0"/>
              <a:t>CS, PS, and elasticity</a:t>
            </a:r>
            <a:endParaRPr lang="en-US" dirty="0"/>
          </a:p>
        </p:txBody>
      </p:sp>
      <p:pic>
        <p:nvPicPr>
          <p:cNvPr id="4" name="Content Placeholder 3">
            <a:extLst>
              <a:ext uri="{FF2B5EF4-FFF2-40B4-BE49-F238E27FC236}">
                <a16:creationId xmlns:a16="http://schemas.microsoft.com/office/drawing/2014/main" id="{2C9764B2-E044-4244-8B14-0DB538CCEDAB}"/>
              </a:ext>
            </a:extLst>
          </p:cNvPr>
          <p:cNvPicPr>
            <a:picLocks noGrp="1" noChangeAspect="1"/>
          </p:cNvPicPr>
          <p:nvPr>
            <p:ph idx="1"/>
          </p:nvPr>
        </p:nvPicPr>
        <p:blipFill>
          <a:blip r:embed="rId2"/>
          <a:stretch>
            <a:fillRect/>
          </a:stretch>
        </p:blipFill>
        <p:spPr>
          <a:xfrm>
            <a:off x="914400" y="1590675"/>
            <a:ext cx="7315200" cy="3000375"/>
          </a:xfrm>
          <a:prstGeom prst="rect">
            <a:avLst/>
          </a:prstGeom>
        </p:spPr>
      </p:pic>
    </p:spTree>
    <p:extLst>
      <p:ext uri="{BB962C8B-B14F-4D97-AF65-F5344CB8AC3E}">
        <p14:creationId xmlns:p14="http://schemas.microsoft.com/office/powerpoint/2010/main" val="42319318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34533-A24A-4723-A60C-6D34D2CB7E0C}"/>
              </a:ext>
            </a:extLst>
          </p:cNvPr>
          <p:cNvSpPr>
            <a:spLocks noGrp="1"/>
          </p:cNvSpPr>
          <p:nvPr>
            <p:ph type="title"/>
          </p:nvPr>
        </p:nvSpPr>
        <p:spPr/>
        <p:txBody>
          <a:bodyPr/>
          <a:lstStyle/>
          <a:p>
            <a:pPr algn="ctr"/>
            <a:r>
              <a:rPr lang="it-IT" dirty="0"/>
              <a:t>CS, PS, and elasticity - math</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601A4D-2116-4DC9-AE55-9FC40E1DDB95}"/>
                  </a:ext>
                </a:extLst>
              </p:cNvPr>
              <p:cNvSpPr>
                <a:spLocks noGrp="1"/>
              </p:cNvSpPr>
              <p:nvPr>
                <p:ph idx="1"/>
              </p:nvPr>
            </p:nvSpPr>
            <p:spPr/>
            <p:txBody>
              <a:bodyPr>
                <a:normAutofit fontScale="85000" lnSpcReduction="20000"/>
              </a:bodyPr>
              <a:lstStyle/>
              <a:p>
                <a:r>
                  <a:rPr lang="it-IT" dirty="0"/>
                  <a:t>US market</a:t>
                </a:r>
              </a:p>
              <a:p>
                <a:pPr lvl="1"/>
                <a14:m>
                  <m:oMath xmlns:m="http://schemas.openxmlformats.org/officeDocument/2006/math">
                    <m:r>
                      <a:rPr lang="it-IT" i="1" dirty="0" smtClean="0">
                        <a:latin typeface="Cambria Math" panose="02040503050406030204" pitchFamily="18" charset="0"/>
                      </a:rPr>
                      <m:t>𝐷𝑒𝑎𝑑𝑤𝑒𝑖𝑔ℎ𝑡</m:t>
                    </m:r>
                    <m:r>
                      <a:rPr lang="it-IT" i="1" dirty="0" smtClean="0">
                        <a:latin typeface="Cambria Math" panose="02040503050406030204" pitchFamily="18" charset="0"/>
                      </a:rPr>
                      <m:t> </m:t>
                    </m:r>
                    <m:r>
                      <a:rPr lang="it-IT" i="1" dirty="0" smtClean="0">
                        <a:latin typeface="Cambria Math" panose="02040503050406030204" pitchFamily="18" charset="0"/>
                      </a:rPr>
                      <m:t>𝐿𝑜</m:t>
                    </m:r>
                    <m:sSub>
                      <m:sSubPr>
                        <m:ctrlPr>
                          <a:rPr lang="it-IT" i="1" dirty="0" smtClean="0">
                            <a:latin typeface="Cambria Math" panose="02040503050406030204" pitchFamily="18" charset="0"/>
                          </a:rPr>
                        </m:ctrlPr>
                      </m:sSubPr>
                      <m:e>
                        <m:r>
                          <a:rPr lang="it-IT" i="1" dirty="0" smtClean="0">
                            <a:latin typeface="Cambria Math" panose="02040503050406030204" pitchFamily="18" charset="0"/>
                          </a:rPr>
                          <m:t>𝑠</m:t>
                        </m:r>
                        <m:r>
                          <a:rPr lang="it-IT" b="0" i="1" dirty="0" smtClean="0">
                            <a:latin typeface="Cambria Math" panose="02040503050406030204" pitchFamily="18" charset="0"/>
                          </a:rPr>
                          <m:t>𝑡</m:t>
                        </m:r>
                      </m:e>
                      <m:sub>
                        <m:r>
                          <a:rPr lang="it-IT" i="1" dirty="0" smtClean="0">
                            <a:latin typeface="Cambria Math" panose="02040503050406030204" pitchFamily="18" charset="0"/>
                          </a:rPr>
                          <m:t>𝐶𝑜𝑛𝑠𝑢𝑚𝑒𝑟𝑠</m:t>
                        </m:r>
                      </m:sub>
                    </m:sSub>
                    <m:r>
                      <a:rPr lang="it-IT" b="0" i="1" dirty="0" smtClean="0">
                        <a:latin typeface="Cambria Math" panose="02040503050406030204" pitchFamily="18" charset="0"/>
                      </a:rPr>
                      <m:t>=</m:t>
                    </m:r>
                    <m:f>
                      <m:fPr>
                        <m:ctrlPr>
                          <a:rPr lang="it-IT" b="0" i="1" dirty="0" smtClean="0">
                            <a:latin typeface="Cambria Math" panose="02040503050406030204" pitchFamily="18" charset="0"/>
                          </a:rPr>
                        </m:ctrlPr>
                      </m:fPr>
                      <m:num>
                        <m:d>
                          <m:dPr>
                            <m:ctrlPr>
                              <a:rPr lang="it-IT" b="0" i="1" dirty="0" smtClean="0">
                                <a:latin typeface="Cambria Math" panose="02040503050406030204" pitchFamily="18" charset="0"/>
                              </a:rPr>
                            </m:ctrlPr>
                          </m:dPr>
                          <m:e>
                            <m:r>
                              <a:rPr lang="it-IT" b="0" i="1" dirty="0" smtClean="0">
                                <a:latin typeface="Cambria Math" panose="02040503050406030204" pitchFamily="18" charset="0"/>
                              </a:rPr>
                              <m:t>4.25−4.00</m:t>
                            </m:r>
                          </m:e>
                        </m:d>
                        <m:d>
                          <m:dPr>
                            <m:ctrlPr>
                              <a:rPr lang="it-IT" b="0" i="1" dirty="0" smtClean="0">
                                <a:latin typeface="Cambria Math" panose="02040503050406030204" pitchFamily="18" charset="0"/>
                              </a:rPr>
                            </m:ctrlPr>
                          </m:dPr>
                          <m:e>
                            <m:r>
                              <a:rPr lang="it-IT" b="0" i="1" dirty="0" smtClean="0">
                                <a:latin typeface="Cambria Math" panose="02040503050406030204" pitchFamily="18" charset="0"/>
                              </a:rPr>
                              <m:t>8−4</m:t>
                            </m:r>
                          </m:e>
                        </m:d>
                      </m:num>
                      <m:den>
                        <m:r>
                          <a:rPr lang="it-IT" b="0" i="1" dirty="0" smtClean="0">
                            <a:latin typeface="Cambria Math" panose="02040503050406030204" pitchFamily="18" charset="0"/>
                          </a:rPr>
                          <m:t>2</m:t>
                        </m:r>
                      </m:den>
                    </m:f>
                    <m:r>
                      <a:rPr lang="it-IT" b="0" i="1" dirty="0" smtClean="0">
                        <a:latin typeface="Cambria Math" panose="02040503050406030204" pitchFamily="18" charset="0"/>
                      </a:rPr>
                      <m:t>=$ 0.5 </m:t>
                    </m:r>
                    <m:r>
                      <a:rPr lang="it-IT" b="0" i="1" dirty="0" smtClean="0">
                        <a:latin typeface="Cambria Math" panose="02040503050406030204" pitchFamily="18" charset="0"/>
                      </a:rPr>
                      <m:t>𝑚𝑖𝑙𝑙𝑖𝑜𝑛</m:t>
                    </m:r>
                  </m:oMath>
                </a14:m>
                <a:endParaRPr lang="en-US" dirty="0"/>
              </a:p>
              <a:p>
                <a:pPr lvl="1"/>
                <a14:m>
                  <m:oMath xmlns:m="http://schemas.openxmlformats.org/officeDocument/2006/math">
                    <m:r>
                      <a:rPr lang="it-IT" i="1" dirty="0" smtClean="0">
                        <a:latin typeface="Cambria Math" panose="02040503050406030204" pitchFamily="18" charset="0"/>
                      </a:rPr>
                      <m:t>𝐷𝑒𝑎𝑑𝑤𝑒𝑖𝑔ℎ𝑡</m:t>
                    </m:r>
                    <m:r>
                      <a:rPr lang="it-IT" i="1" dirty="0" smtClean="0">
                        <a:latin typeface="Cambria Math" panose="02040503050406030204" pitchFamily="18" charset="0"/>
                      </a:rPr>
                      <m:t> </m:t>
                    </m:r>
                    <m:r>
                      <a:rPr lang="it-IT" i="1" dirty="0" smtClean="0">
                        <a:latin typeface="Cambria Math" panose="02040503050406030204" pitchFamily="18" charset="0"/>
                      </a:rPr>
                      <m:t>𝐿𝑜</m:t>
                    </m:r>
                    <m:sSub>
                      <m:sSubPr>
                        <m:ctrlPr>
                          <a:rPr lang="it-IT" i="1" dirty="0" smtClean="0">
                            <a:latin typeface="Cambria Math" panose="02040503050406030204" pitchFamily="18" charset="0"/>
                          </a:rPr>
                        </m:ctrlPr>
                      </m:sSubPr>
                      <m:e>
                        <m:r>
                          <a:rPr lang="it-IT" i="1" dirty="0" smtClean="0">
                            <a:latin typeface="Cambria Math" panose="02040503050406030204" pitchFamily="18" charset="0"/>
                          </a:rPr>
                          <m:t>𝑠</m:t>
                        </m:r>
                        <m:r>
                          <a:rPr lang="it-IT" b="0" i="1" dirty="0" smtClean="0">
                            <a:latin typeface="Cambria Math" panose="02040503050406030204" pitchFamily="18" charset="0"/>
                          </a:rPr>
                          <m:t>𝑡</m:t>
                        </m:r>
                      </m:e>
                      <m:sub>
                        <m:r>
                          <a:rPr lang="it-IT" b="0" i="1" dirty="0" smtClean="0">
                            <a:latin typeface="Cambria Math" panose="02040503050406030204" pitchFamily="18" charset="0"/>
                          </a:rPr>
                          <m:t>𝑃𝑟𝑜𝑑𝑢𝑐𝑒𝑟𝑠</m:t>
                        </m:r>
                      </m:sub>
                    </m:sSub>
                    <m:r>
                      <a:rPr lang="it-IT" b="0" i="1" dirty="0" smtClean="0">
                        <a:latin typeface="Cambria Math" panose="02040503050406030204" pitchFamily="18" charset="0"/>
                      </a:rPr>
                      <m:t>=</m:t>
                    </m:r>
                    <m:f>
                      <m:fPr>
                        <m:ctrlPr>
                          <a:rPr lang="it-IT" b="0" i="1" dirty="0" smtClean="0">
                            <a:latin typeface="Cambria Math" panose="02040503050406030204" pitchFamily="18" charset="0"/>
                          </a:rPr>
                        </m:ctrlPr>
                      </m:fPr>
                      <m:num>
                        <m:d>
                          <m:dPr>
                            <m:ctrlPr>
                              <a:rPr lang="it-IT" b="0" i="1" dirty="0" smtClean="0">
                                <a:latin typeface="Cambria Math" panose="02040503050406030204" pitchFamily="18" charset="0"/>
                              </a:rPr>
                            </m:ctrlPr>
                          </m:dPr>
                          <m:e>
                            <m:r>
                              <a:rPr lang="it-IT" b="0" i="1" dirty="0" smtClean="0">
                                <a:latin typeface="Cambria Math" panose="02040503050406030204" pitchFamily="18" charset="0"/>
                              </a:rPr>
                              <m:t>4.00−2.00</m:t>
                            </m:r>
                          </m:e>
                        </m:d>
                        <m:d>
                          <m:dPr>
                            <m:ctrlPr>
                              <a:rPr lang="it-IT" b="0" i="1" dirty="0" smtClean="0">
                                <a:latin typeface="Cambria Math" panose="02040503050406030204" pitchFamily="18" charset="0"/>
                              </a:rPr>
                            </m:ctrlPr>
                          </m:dPr>
                          <m:e>
                            <m:r>
                              <a:rPr lang="it-IT" b="0" i="1" dirty="0" smtClean="0">
                                <a:latin typeface="Cambria Math" panose="02040503050406030204" pitchFamily="18" charset="0"/>
                              </a:rPr>
                              <m:t>8−4</m:t>
                            </m:r>
                          </m:e>
                        </m:d>
                      </m:num>
                      <m:den>
                        <m:r>
                          <a:rPr lang="it-IT" b="0" i="1" dirty="0" smtClean="0">
                            <a:latin typeface="Cambria Math" panose="02040503050406030204" pitchFamily="18" charset="0"/>
                          </a:rPr>
                          <m:t>2</m:t>
                        </m:r>
                      </m:den>
                    </m:f>
                    <m:r>
                      <a:rPr lang="it-IT" b="0" i="1" dirty="0" smtClean="0">
                        <a:latin typeface="Cambria Math" panose="02040503050406030204" pitchFamily="18" charset="0"/>
                      </a:rPr>
                      <m:t>=$ 4 </m:t>
                    </m:r>
                    <m:r>
                      <a:rPr lang="it-IT" b="0" i="1" dirty="0" smtClean="0">
                        <a:latin typeface="Cambria Math" panose="02040503050406030204" pitchFamily="18" charset="0"/>
                      </a:rPr>
                      <m:t>𝑚𝑖𝑙𝑙𝑖𝑜𝑛</m:t>
                    </m:r>
                  </m:oMath>
                </a14:m>
                <a:endParaRPr lang="en-US" dirty="0"/>
              </a:p>
              <a:p>
                <a:pPr lvl="1"/>
                <a14:m>
                  <m:oMath xmlns:m="http://schemas.openxmlformats.org/officeDocument/2006/math">
                    <m:r>
                      <a:rPr lang="it-IT" i="1" dirty="0" smtClean="0">
                        <a:latin typeface="Cambria Math" panose="02040503050406030204" pitchFamily="18" charset="0"/>
                      </a:rPr>
                      <m:t>𝐷𝑒𝑎𝑑𝑤𝑒𝑖𝑔ℎ𝑡</m:t>
                    </m:r>
                    <m:r>
                      <a:rPr lang="it-IT" i="1" dirty="0" smtClean="0">
                        <a:latin typeface="Cambria Math" panose="02040503050406030204" pitchFamily="18" charset="0"/>
                      </a:rPr>
                      <m:t> </m:t>
                    </m:r>
                    <m:r>
                      <a:rPr lang="it-IT" i="1" dirty="0" smtClean="0">
                        <a:latin typeface="Cambria Math" panose="02040503050406030204" pitchFamily="18" charset="0"/>
                      </a:rPr>
                      <m:t>𝐿𝑜</m:t>
                    </m:r>
                    <m:sSub>
                      <m:sSubPr>
                        <m:ctrlPr>
                          <a:rPr lang="it-IT" i="1" dirty="0" smtClean="0">
                            <a:latin typeface="Cambria Math" panose="02040503050406030204" pitchFamily="18" charset="0"/>
                          </a:rPr>
                        </m:ctrlPr>
                      </m:sSubPr>
                      <m:e>
                        <m:r>
                          <a:rPr lang="it-IT" i="1" dirty="0" smtClean="0">
                            <a:latin typeface="Cambria Math" panose="02040503050406030204" pitchFamily="18" charset="0"/>
                          </a:rPr>
                          <m:t>𝑠</m:t>
                        </m:r>
                        <m:r>
                          <a:rPr lang="it-IT" b="0" i="1" dirty="0" smtClean="0">
                            <a:latin typeface="Cambria Math" panose="02040503050406030204" pitchFamily="18" charset="0"/>
                          </a:rPr>
                          <m:t>𝑡</m:t>
                        </m:r>
                      </m:e>
                      <m:sub>
                        <m:r>
                          <a:rPr lang="it-IT" b="0" i="1" dirty="0" smtClean="0">
                            <a:latin typeface="Cambria Math" panose="02040503050406030204" pitchFamily="18" charset="0"/>
                          </a:rPr>
                          <m:t>𝑇𝑂𝑇</m:t>
                        </m:r>
                      </m:sub>
                    </m:sSub>
                    <m:r>
                      <a:rPr lang="it-IT" b="0" i="1" dirty="0" smtClean="0">
                        <a:latin typeface="Cambria Math" panose="02040503050406030204" pitchFamily="18" charset="0"/>
                      </a:rPr>
                      <m:t>=$ 4.5 </m:t>
                    </m:r>
                    <m:r>
                      <a:rPr lang="it-IT" b="0" i="1" dirty="0" smtClean="0">
                        <a:latin typeface="Cambria Math" panose="02040503050406030204" pitchFamily="18" charset="0"/>
                      </a:rPr>
                      <m:t>𝑚𝑖𝑙𝑙𝑖𝑜𝑛</m:t>
                    </m:r>
                  </m:oMath>
                </a14:m>
                <a:endParaRPr lang="it-IT" b="0" dirty="0"/>
              </a:p>
              <a:p>
                <a:pPr lvl="2"/>
                <a14:m>
                  <m:oMath xmlns:m="http://schemas.openxmlformats.org/officeDocument/2006/math">
                    <m:f>
                      <m:fPr>
                        <m:ctrlPr>
                          <a:rPr lang="it-IT" b="0" i="1" dirty="0" smtClean="0">
                            <a:latin typeface="Cambria Math" panose="02040503050406030204" pitchFamily="18" charset="0"/>
                          </a:rPr>
                        </m:ctrlPr>
                      </m:fPr>
                      <m:num>
                        <m:r>
                          <a:rPr lang="it-IT" b="0" i="1" dirty="0" smtClean="0">
                            <a:latin typeface="Cambria Math" panose="02040503050406030204" pitchFamily="18" charset="0"/>
                          </a:rPr>
                          <m:t>$</m:t>
                        </m:r>
                        <m:r>
                          <a:rPr lang="en-US" i="1" dirty="0" smtClean="0">
                            <a:latin typeface="Cambria Math" panose="02040503050406030204" pitchFamily="18" charset="0"/>
                          </a:rPr>
                          <m:t>4</m:t>
                        </m:r>
                        <m:r>
                          <a:rPr lang="it-IT" b="0" i="1" dirty="0" smtClean="0">
                            <a:latin typeface="Cambria Math" panose="02040503050406030204" pitchFamily="18" charset="0"/>
                          </a:rPr>
                          <m:t> </m:t>
                        </m:r>
                        <m:r>
                          <a:rPr lang="it-IT" b="0" i="1" dirty="0" smtClean="0">
                            <a:latin typeface="Cambria Math" panose="02040503050406030204" pitchFamily="18" charset="0"/>
                          </a:rPr>
                          <m:t>𝑚𝑖𝑙𝑙𝑖𝑜𝑛</m:t>
                        </m:r>
                      </m:num>
                      <m:den>
                        <m:r>
                          <a:rPr lang="it-IT" b="0" i="1" dirty="0" smtClean="0">
                            <a:latin typeface="Cambria Math" panose="02040503050406030204" pitchFamily="18" charset="0"/>
                          </a:rPr>
                          <m:t>$</m:t>
                        </m:r>
                        <m:r>
                          <a:rPr lang="en-US" i="1" dirty="0" smtClean="0">
                            <a:latin typeface="Cambria Math" panose="02040503050406030204" pitchFamily="18" charset="0"/>
                          </a:rPr>
                          <m:t>4.5</m:t>
                        </m:r>
                        <m:r>
                          <a:rPr lang="it-IT" b="0" i="1" dirty="0" smtClean="0">
                            <a:latin typeface="Cambria Math" panose="02040503050406030204" pitchFamily="18" charset="0"/>
                          </a:rPr>
                          <m:t> </m:t>
                        </m:r>
                        <m:r>
                          <a:rPr lang="it-IT" b="0" i="1" dirty="0" smtClean="0">
                            <a:latin typeface="Cambria Math" panose="02040503050406030204" pitchFamily="18" charset="0"/>
                          </a:rPr>
                          <m:t>𝑚𝑖𝑙𝑙𝑖𝑜𝑛</m:t>
                        </m:r>
                      </m:den>
                    </m:f>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r>
                      <a:rPr lang="en-US" i="1" dirty="0" smtClean="0">
                        <a:latin typeface="Cambria Math" panose="02040503050406030204" pitchFamily="18" charset="0"/>
                      </a:rPr>
                      <m:t>88.89</m:t>
                    </m:r>
                    <m:r>
                      <a:rPr lang="en-US" i="1" dirty="0">
                        <a:latin typeface="Cambria Math" panose="02040503050406030204" pitchFamily="18" charset="0"/>
                      </a:rPr>
                      <m:t>%</m:t>
                    </m:r>
                  </m:oMath>
                </a14:m>
                <a:r>
                  <a:rPr lang="en-US" dirty="0"/>
                  <a:t> of the tax is bore by producers</a:t>
                </a:r>
              </a:p>
              <a:p>
                <a:pPr lvl="2"/>
                <a14:m>
                  <m:oMath xmlns:m="http://schemas.openxmlformats.org/officeDocument/2006/math">
                    <m:f>
                      <m:fPr>
                        <m:ctrlPr>
                          <a:rPr lang="it-IT" b="0" i="1" dirty="0" smtClean="0">
                            <a:latin typeface="Cambria Math" panose="02040503050406030204" pitchFamily="18" charset="0"/>
                          </a:rPr>
                        </m:ctrlPr>
                      </m:fPr>
                      <m:num>
                        <m:r>
                          <a:rPr lang="it-IT" b="0" i="1" dirty="0" smtClean="0">
                            <a:latin typeface="Cambria Math" panose="02040503050406030204" pitchFamily="18" charset="0"/>
                          </a:rPr>
                          <m:t>$0.5 </m:t>
                        </m:r>
                        <m:r>
                          <a:rPr lang="it-IT" b="0" i="1" dirty="0" smtClean="0">
                            <a:latin typeface="Cambria Math" panose="02040503050406030204" pitchFamily="18" charset="0"/>
                          </a:rPr>
                          <m:t>𝑚𝑖𝑙𝑙𝑖𝑜𝑛</m:t>
                        </m:r>
                      </m:num>
                      <m:den>
                        <m:r>
                          <a:rPr lang="it-IT" b="0" i="1" dirty="0" smtClean="0">
                            <a:latin typeface="Cambria Math" panose="02040503050406030204" pitchFamily="18" charset="0"/>
                          </a:rPr>
                          <m:t>$</m:t>
                        </m:r>
                        <m:r>
                          <a:rPr lang="en-US" i="1" dirty="0" smtClean="0">
                            <a:latin typeface="Cambria Math" panose="02040503050406030204" pitchFamily="18" charset="0"/>
                          </a:rPr>
                          <m:t>4.5</m:t>
                        </m:r>
                        <m:r>
                          <a:rPr lang="it-IT" b="0" i="1" dirty="0" smtClean="0">
                            <a:latin typeface="Cambria Math" panose="02040503050406030204" pitchFamily="18" charset="0"/>
                          </a:rPr>
                          <m:t> </m:t>
                        </m:r>
                        <m:r>
                          <a:rPr lang="it-IT" b="0" i="1" dirty="0" smtClean="0">
                            <a:latin typeface="Cambria Math" panose="02040503050406030204" pitchFamily="18" charset="0"/>
                          </a:rPr>
                          <m:t>𝑚𝑖𝑙𝑙𝑖𝑜𝑛</m:t>
                        </m:r>
                      </m:den>
                    </m:f>
                    <m:r>
                      <a:rPr lang="en-US" i="1" dirty="0">
                        <a:latin typeface="Cambria Math" panose="02040503050406030204" pitchFamily="18" charset="0"/>
                      </a:rPr>
                      <m:t> </m:t>
                    </m:r>
                    <m:r>
                      <a:rPr lang="en-US" i="1" dirty="0" smtClean="0">
                        <a:latin typeface="Cambria Math" panose="02040503050406030204" pitchFamily="18" charset="0"/>
                      </a:rPr>
                      <m:t>=</m:t>
                    </m:r>
                    <m:r>
                      <a:rPr lang="it-IT" b="0" i="1" dirty="0" smtClean="0">
                        <a:latin typeface="Cambria Math" panose="02040503050406030204" pitchFamily="18" charset="0"/>
                      </a:rPr>
                      <m:t>11.11</m:t>
                    </m:r>
                    <m:r>
                      <a:rPr lang="en-US" i="1" dirty="0">
                        <a:latin typeface="Cambria Math" panose="02040503050406030204" pitchFamily="18" charset="0"/>
                      </a:rPr>
                      <m:t>%</m:t>
                    </m:r>
                  </m:oMath>
                </a14:m>
                <a:r>
                  <a:rPr lang="en-US" dirty="0"/>
                  <a:t> of the tax is bore by consumers</a:t>
                </a:r>
              </a:p>
              <a:p>
                <a:r>
                  <a:rPr lang="it-IT" dirty="0"/>
                  <a:t>Canada market</a:t>
                </a:r>
              </a:p>
              <a:p>
                <a:pPr lvl="1"/>
                <a14:m>
                  <m:oMath xmlns:m="http://schemas.openxmlformats.org/officeDocument/2006/math">
                    <m:r>
                      <a:rPr lang="it-IT" i="1" dirty="0" smtClean="0">
                        <a:latin typeface="Cambria Math" panose="02040503050406030204" pitchFamily="18" charset="0"/>
                      </a:rPr>
                      <m:t>𝐷𝑒𝑎𝑑𝑤𝑒𝑖𝑔ℎ𝑡</m:t>
                    </m:r>
                    <m:r>
                      <a:rPr lang="it-IT" i="1" dirty="0" smtClean="0">
                        <a:latin typeface="Cambria Math" panose="02040503050406030204" pitchFamily="18" charset="0"/>
                      </a:rPr>
                      <m:t> </m:t>
                    </m:r>
                    <m:r>
                      <a:rPr lang="it-IT" i="1" dirty="0" smtClean="0">
                        <a:latin typeface="Cambria Math" panose="02040503050406030204" pitchFamily="18" charset="0"/>
                      </a:rPr>
                      <m:t>𝐿𝑜</m:t>
                    </m:r>
                    <m:sSub>
                      <m:sSubPr>
                        <m:ctrlPr>
                          <a:rPr lang="it-IT" i="1" dirty="0" smtClean="0">
                            <a:latin typeface="Cambria Math" panose="02040503050406030204" pitchFamily="18" charset="0"/>
                          </a:rPr>
                        </m:ctrlPr>
                      </m:sSubPr>
                      <m:e>
                        <m:r>
                          <a:rPr lang="it-IT" i="1" dirty="0" smtClean="0">
                            <a:latin typeface="Cambria Math" panose="02040503050406030204" pitchFamily="18" charset="0"/>
                          </a:rPr>
                          <m:t>𝑠</m:t>
                        </m:r>
                        <m:r>
                          <a:rPr lang="it-IT" b="0" i="1" dirty="0" smtClean="0">
                            <a:latin typeface="Cambria Math" panose="02040503050406030204" pitchFamily="18" charset="0"/>
                          </a:rPr>
                          <m:t>𝑡</m:t>
                        </m:r>
                      </m:e>
                      <m:sub>
                        <m:r>
                          <a:rPr lang="it-IT" i="1" dirty="0" smtClean="0">
                            <a:latin typeface="Cambria Math" panose="02040503050406030204" pitchFamily="18" charset="0"/>
                          </a:rPr>
                          <m:t>𝐶𝑜𝑛𝑠𝑢𝑚𝑒𝑟𝑠</m:t>
                        </m:r>
                      </m:sub>
                    </m:sSub>
                    <m:r>
                      <a:rPr lang="it-IT" b="0" i="1" dirty="0" smtClean="0">
                        <a:latin typeface="Cambria Math" panose="02040503050406030204" pitchFamily="18" charset="0"/>
                      </a:rPr>
                      <m:t>=</m:t>
                    </m:r>
                    <m:f>
                      <m:fPr>
                        <m:ctrlPr>
                          <a:rPr lang="it-IT" b="0" i="1" dirty="0" smtClean="0">
                            <a:latin typeface="Cambria Math" panose="02040503050406030204" pitchFamily="18" charset="0"/>
                          </a:rPr>
                        </m:ctrlPr>
                      </m:fPr>
                      <m:num>
                        <m:d>
                          <m:dPr>
                            <m:ctrlPr>
                              <a:rPr lang="it-IT" b="0" i="1" dirty="0" smtClean="0">
                                <a:latin typeface="Cambria Math" panose="02040503050406030204" pitchFamily="18" charset="0"/>
                              </a:rPr>
                            </m:ctrlPr>
                          </m:dPr>
                          <m:e>
                            <m:r>
                              <a:rPr lang="it-IT" b="0" i="1" dirty="0" smtClean="0">
                                <a:latin typeface="Cambria Math" panose="02040503050406030204" pitchFamily="18" charset="0"/>
                              </a:rPr>
                              <m:t>4.75−4.00</m:t>
                            </m:r>
                          </m:e>
                        </m:d>
                        <m:d>
                          <m:dPr>
                            <m:ctrlPr>
                              <a:rPr lang="it-IT" b="0" i="1" dirty="0" smtClean="0">
                                <a:latin typeface="Cambria Math" panose="02040503050406030204" pitchFamily="18" charset="0"/>
                              </a:rPr>
                            </m:ctrlPr>
                          </m:dPr>
                          <m:e>
                            <m:r>
                              <a:rPr lang="it-IT" b="0" i="1" dirty="0" smtClean="0">
                                <a:latin typeface="Cambria Math" panose="02040503050406030204" pitchFamily="18" charset="0"/>
                              </a:rPr>
                              <m:t>8−5</m:t>
                            </m:r>
                          </m:e>
                        </m:d>
                      </m:num>
                      <m:den>
                        <m:r>
                          <a:rPr lang="it-IT" b="0" i="1" dirty="0" smtClean="0">
                            <a:latin typeface="Cambria Math" panose="02040503050406030204" pitchFamily="18" charset="0"/>
                          </a:rPr>
                          <m:t>2</m:t>
                        </m:r>
                      </m:den>
                    </m:f>
                    <m:r>
                      <a:rPr lang="it-IT" b="0" i="1" dirty="0" smtClean="0">
                        <a:latin typeface="Cambria Math" panose="02040503050406030204" pitchFamily="18" charset="0"/>
                      </a:rPr>
                      <m:t>=$ 1.125 </m:t>
                    </m:r>
                    <m:r>
                      <a:rPr lang="it-IT" b="0" i="1" dirty="0" smtClean="0">
                        <a:latin typeface="Cambria Math" panose="02040503050406030204" pitchFamily="18" charset="0"/>
                      </a:rPr>
                      <m:t>𝑚𝑖𝑙𝑙𝑖𝑜𝑛</m:t>
                    </m:r>
                  </m:oMath>
                </a14:m>
                <a:endParaRPr lang="en-US" dirty="0"/>
              </a:p>
              <a:p>
                <a:pPr lvl="1"/>
                <a14:m>
                  <m:oMath xmlns:m="http://schemas.openxmlformats.org/officeDocument/2006/math">
                    <m:r>
                      <a:rPr lang="it-IT" i="1" dirty="0" smtClean="0">
                        <a:latin typeface="Cambria Math" panose="02040503050406030204" pitchFamily="18" charset="0"/>
                      </a:rPr>
                      <m:t>𝐷𝑒𝑎𝑑𝑤𝑒𝑖𝑔ℎ𝑡</m:t>
                    </m:r>
                    <m:r>
                      <a:rPr lang="it-IT" i="1" dirty="0" smtClean="0">
                        <a:latin typeface="Cambria Math" panose="02040503050406030204" pitchFamily="18" charset="0"/>
                      </a:rPr>
                      <m:t> </m:t>
                    </m:r>
                    <m:r>
                      <a:rPr lang="it-IT" i="1" dirty="0" smtClean="0">
                        <a:latin typeface="Cambria Math" panose="02040503050406030204" pitchFamily="18" charset="0"/>
                      </a:rPr>
                      <m:t>𝐿𝑜</m:t>
                    </m:r>
                    <m:sSub>
                      <m:sSubPr>
                        <m:ctrlPr>
                          <a:rPr lang="it-IT" i="1" dirty="0" smtClean="0">
                            <a:latin typeface="Cambria Math" panose="02040503050406030204" pitchFamily="18" charset="0"/>
                          </a:rPr>
                        </m:ctrlPr>
                      </m:sSubPr>
                      <m:e>
                        <m:r>
                          <a:rPr lang="it-IT" i="1" dirty="0" smtClean="0">
                            <a:latin typeface="Cambria Math" panose="02040503050406030204" pitchFamily="18" charset="0"/>
                          </a:rPr>
                          <m:t>𝑠</m:t>
                        </m:r>
                        <m:r>
                          <a:rPr lang="it-IT" b="0" i="1" dirty="0" smtClean="0">
                            <a:latin typeface="Cambria Math" panose="02040503050406030204" pitchFamily="18" charset="0"/>
                          </a:rPr>
                          <m:t>𝑡</m:t>
                        </m:r>
                      </m:e>
                      <m:sub>
                        <m:r>
                          <a:rPr lang="it-IT" b="0" i="1" dirty="0" smtClean="0">
                            <a:latin typeface="Cambria Math" panose="02040503050406030204" pitchFamily="18" charset="0"/>
                          </a:rPr>
                          <m:t>𝑃𝑟𝑜𝑑𝑢𝑐𝑒𝑟𝑠</m:t>
                        </m:r>
                      </m:sub>
                    </m:sSub>
                    <m:r>
                      <a:rPr lang="it-IT" b="0" i="1" dirty="0" smtClean="0">
                        <a:latin typeface="Cambria Math" panose="02040503050406030204" pitchFamily="18" charset="0"/>
                      </a:rPr>
                      <m:t>=</m:t>
                    </m:r>
                    <m:f>
                      <m:fPr>
                        <m:ctrlPr>
                          <a:rPr lang="it-IT" b="0" i="1" dirty="0" smtClean="0">
                            <a:latin typeface="Cambria Math" panose="02040503050406030204" pitchFamily="18" charset="0"/>
                          </a:rPr>
                        </m:ctrlPr>
                      </m:fPr>
                      <m:num>
                        <m:d>
                          <m:dPr>
                            <m:ctrlPr>
                              <a:rPr lang="it-IT" b="0" i="1" dirty="0" smtClean="0">
                                <a:latin typeface="Cambria Math" panose="02040503050406030204" pitchFamily="18" charset="0"/>
                              </a:rPr>
                            </m:ctrlPr>
                          </m:dPr>
                          <m:e>
                            <m:r>
                              <a:rPr lang="it-IT" b="0" i="1" dirty="0" smtClean="0">
                                <a:latin typeface="Cambria Math" panose="02040503050406030204" pitchFamily="18" charset="0"/>
                              </a:rPr>
                              <m:t>4.00−2.50</m:t>
                            </m:r>
                          </m:e>
                        </m:d>
                        <m:d>
                          <m:dPr>
                            <m:ctrlPr>
                              <a:rPr lang="it-IT" b="0" i="1" dirty="0" smtClean="0">
                                <a:latin typeface="Cambria Math" panose="02040503050406030204" pitchFamily="18" charset="0"/>
                              </a:rPr>
                            </m:ctrlPr>
                          </m:dPr>
                          <m:e>
                            <m:r>
                              <a:rPr lang="it-IT" b="0" i="1" dirty="0" smtClean="0">
                                <a:latin typeface="Cambria Math" panose="02040503050406030204" pitchFamily="18" charset="0"/>
                              </a:rPr>
                              <m:t>8−5</m:t>
                            </m:r>
                          </m:e>
                        </m:d>
                      </m:num>
                      <m:den>
                        <m:r>
                          <a:rPr lang="it-IT" b="0" i="1" dirty="0" smtClean="0">
                            <a:latin typeface="Cambria Math" panose="02040503050406030204" pitchFamily="18" charset="0"/>
                          </a:rPr>
                          <m:t>2</m:t>
                        </m:r>
                      </m:den>
                    </m:f>
                    <m:r>
                      <a:rPr lang="it-IT" b="0" i="1" dirty="0" smtClean="0">
                        <a:latin typeface="Cambria Math" panose="02040503050406030204" pitchFamily="18" charset="0"/>
                      </a:rPr>
                      <m:t>=$ 2.25 </m:t>
                    </m:r>
                    <m:r>
                      <a:rPr lang="it-IT" b="0" i="1" dirty="0" smtClean="0">
                        <a:latin typeface="Cambria Math" panose="02040503050406030204" pitchFamily="18" charset="0"/>
                      </a:rPr>
                      <m:t>𝑚𝑖𝑙𝑙𝑖𝑜𝑛</m:t>
                    </m:r>
                  </m:oMath>
                </a14:m>
                <a:endParaRPr lang="en-US" dirty="0"/>
              </a:p>
              <a:p>
                <a:pPr lvl="1"/>
                <a14:m>
                  <m:oMath xmlns:m="http://schemas.openxmlformats.org/officeDocument/2006/math">
                    <m:r>
                      <a:rPr lang="it-IT" i="1" dirty="0" smtClean="0">
                        <a:latin typeface="Cambria Math" panose="02040503050406030204" pitchFamily="18" charset="0"/>
                      </a:rPr>
                      <m:t>𝐷𝑒𝑎𝑑𝑤𝑒𝑖𝑔ℎ𝑡</m:t>
                    </m:r>
                    <m:r>
                      <a:rPr lang="it-IT" i="1" dirty="0" smtClean="0">
                        <a:latin typeface="Cambria Math" panose="02040503050406030204" pitchFamily="18" charset="0"/>
                      </a:rPr>
                      <m:t> </m:t>
                    </m:r>
                    <m:r>
                      <a:rPr lang="it-IT" i="1" dirty="0" smtClean="0">
                        <a:latin typeface="Cambria Math" panose="02040503050406030204" pitchFamily="18" charset="0"/>
                      </a:rPr>
                      <m:t>𝐿𝑜</m:t>
                    </m:r>
                    <m:sSub>
                      <m:sSubPr>
                        <m:ctrlPr>
                          <a:rPr lang="it-IT" i="1" dirty="0" smtClean="0">
                            <a:latin typeface="Cambria Math" panose="02040503050406030204" pitchFamily="18" charset="0"/>
                          </a:rPr>
                        </m:ctrlPr>
                      </m:sSubPr>
                      <m:e>
                        <m:r>
                          <a:rPr lang="it-IT" i="1" dirty="0" smtClean="0">
                            <a:latin typeface="Cambria Math" panose="02040503050406030204" pitchFamily="18" charset="0"/>
                          </a:rPr>
                          <m:t>𝑠</m:t>
                        </m:r>
                        <m:r>
                          <a:rPr lang="it-IT" b="0" i="1" dirty="0" smtClean="0">
                            <a:latin typeface="Cambria Math" panose="02040503050406030204" pitchFamily="18" charset="0"/>
                          </a:rPr>
                          <m:t>𝑡</m:t>
                        </m:r>
                      </m:e>
                      <m:sub>
                        <m:r>
                          <a:rPr lang="it-IT" b="0" i="1" dirty="0" smtClean="0">
                            <a:latin typeface="Cambria Math" panose="02040503050406030204" pitchFamily="18" charset="0"/>
                          </a:rPr>
                          <m:t>𝑇𝑂𝑇</m:t>
                        </m:r>
                      </m:sub>
                    </m:sSub>
                    <m:r>
                      <a:rPr lang="it-IT" b="0" i="1" dirty="0" smtClean="0">
                        <a:latin typeface="Cambria Math" panose="02040503050406030204" pitchFamily="18" charset="0"/>
                      </a:rPr>
                      <m:t>=$ 3.375 </m:t>
                    </m:r>
                    <m:r>
                      <a:rPr lang="it-IT" b="0" i="1" dirty="0" smtClean="0">
                        <a:latin typeface="Cambria Math" panose="02040503050406030204" pitchFamily="18" charset="0"/>
                      </a:rPr>
                      <m:t>𝑚𝑖𝑙𝑙𝑖𝑜𝑛</m:t>
                    </m:r>
                  </m:oMath>
                </a14:m>
                <a:endParaRPr lang="it-IT" b="0" dirty="0"/>
              </a:p>
              <a:p>
                <a:pPr lvl="2"/>
                <a14:m>
                  <m:oMath xmlns:m="http://schemas.openxmlformats.org/officeDocument/2006/math">
                    <m:f>
                      <m:fPr>
                        <m:ctrlPr>
                          <a:rPr lang="it-IT" b="0" i="1" dirty="0" smtClean="0">
                            <a:latin typeface="Cambria Math" panose="02040503050406030204" pitchFamily="18" charset="0"/>
                          </a:rPr>
                        </m:ctrlPr>
                      </m:fPr>
                      <m:num>
                        <m:r>
                          <a:rPr lang="it-IT" b="0" i="1" dirty="0" smtClean="0">
                            <a:latin typeface="Cambria Math" panose="02040503050406030204" pitchFamily="18" charset="0"/>
                          </a:rPr>
                          <m:t>$2.25 </m:t>
                        </m:r>
                        <m:r>
                          <a:rPr lang="it-IT" b="0" i="1" dirty="0" smtClean="0">
                            <a:latin typeface="Cambria Math" panose="02040503050406030204" pitchFamily="18" charset="0"/>
                          </a:rPr>
                          <m:t>𝑚𝑖𝑙𝑙𝑖𝑜𝑛</m:t>
                        </m:r>
                      </m:num>
                      <m:den>
                        <m:r>
                          <a:rPr lang="it-IT" b="0" i="1" dirty="0" smtClean="0">
                            <a:latin typeface="Cambria Math" panose="02040503050406030204" pitchFamily="18" charset="0"/>
                          </a:rPr>
                          <m:t>$3.375 </m:t>
                        </m:r>
                        <m:r>
                          <a:rPr lang="it-IT" b="0" i="1" dirty="0" smtClean="0">
                            <a:latin typeface="Cambria Math" panose="02040503050406030204" pitchFamily="18" charset="0"/>
                          </a:rPr>
                          <m:t>𝑚𝑖𝑙𝑙𝑖𝑜𝑛</m:t>
                        </m:r>
                      </m:den>
                    </m:f>
                    <m:r>
                      <a:rPr lang="en-US" i="1" dirty="0">
                        <a:latin typeface="Cambria Math" panose="02040503050406030204" pitchFamily="18" charset="0"/>
                      </a:rPr>
                      <m:t> </m:t>
                    </m:r>
                    <m:r>
                      <a:rPr lang="en-US" i="1" dirty="0" smtClean="0">
                        <a:latin typeface="Cambria Math" panose="02040503050406030204" pitchFamily="18" charset="0"/>
                      </a:rPr>
                      <m:t>=</m:t>
                    </m:r>
                    <m:r>
                      <a:rPr lang="it-IT" b="0" i="1" dirty="0" smtClean="0">
                        <a:latin typeface="Cambria Math" panose="02040503050406030204" pitchFamily="18" charset="0"/>
                      </a:rPr>
                      <m:t>66.67</m:t>
                    </m:r>
                    <m:r>
                      <a:rPr lang="en-US" i="1" dirty="0">
                        <a:latin typeface="Cambria Math" panose="02040503050406030204" pitchFamily="18" charset="0"/>
                      </a:rPr>
                      <m:t>%</m:t>
                    </m:r>
                  </m:oMath>
                </a14:m>
                <a:r>
                  <a:rPr lang="en-US" dirty="0"/>
                  <a:t> of the tax is bore by producers</a:t>
                </a:r>
              </a:p>
              <a:p>
                <a:pPr lvl="2"/>
                <a14:m>
                  <m:oMath xmlns:m="http://schemas.openxmlformats.org/officeDocument/2006/math">
                    <m:f>
                      <m:fPr>
                        <m:ctrlPr>
                          <a:rPr lang="it-IT" b="0" i="1" dirty="0" smtClean="0">
                            <a:latin typeface="Cambria Math" panose="02040503050406030204" pitchFamily="18" charset="0"/>
                          </a:rPr>
                        </m:ctrlPr>
                      </m:fPr>
                      <m:num>
                        <m:r>
                          <a:rPr lang="it-IT" b="0" i="1" dirty="0" smtClean="0">
                            <a:latin typeface="Cambria Math" panose="02040503050406030204" pitchFamily="18" charset="0"/>
                          </a:rPr>
                          <m:t>$1.125 </m:t>
                        </m:r>
                        <m:r>
                          <a:rPr lang="it-IT" b="0" i="1" dirty="0" smtClean="0">
                            <a:latin typeface="Cambria Math" panose="02040503050406030204" pitchFamily="18" charset="0"/>
                          </a:rPr>
                          <m:t>𝑚𝑖𝑙𝑙𝑖𝑜𝑛</m:t>
                        </m:r>
                      </m:num>
                      <m:den>
                        <m:r>
                          <a:rPr lang="it-IT" b="0" i="1" dirty="0" smtClean="0">
                            <a:latin typeface="Cambria Math" panose="02040503050406030204" pitchFamily="18" charset="0"/>
                          </a:rPr>
                          <m:t>$3.37</m:t>
                        </m:r>
                        <m:r>
                          <a:rPr lang="en-US" i="1" dirty="0" smtClean="0">
                            <a:latin typeface="Cambria Math" panose="02040503050406030204" pitchFamily="18" charset="0"/>
                          </a:rPr>
                          <m:t>5</m:t>
                        </m:r>
                        <m:r>
                          <a:rPr lang="it-IT" b="0" i="1" dirty="0" smtClean="0">
                            <a:latin typeface="Cambria Math" panose="02040503050406030204" pitchFamily="18" charset="0"/>
                          </a:rPr>
                          <m:t> </m:t>
                        </m:r>
                        <m:r>
                          <a:rPr lang="it-IT" b="0" i="1" dirty="0" smtClean="0">
                            <a:latin typeface="Cambria Math" panose="02040503050406030204" pitchFamily="18" charset="0"/>
                          </a:rPr>
                          <m:t>𝑚𝑖𝑙𝑙𝑖𝑜𝑛</m:t>
                        </m:r>
                      </m:den>
                    </m:f>
                    <m:r>
                      <a:rPr lang="en-US" i="1" dirty="0">
                        <a:latin typeface="Cambria Math" panose="02040503050406030204" pitchFamily="18" charset="0"/>
                      </a:rPr>
                      <m:t> </m:t>
                    </m:r>
                    <m:r>
                      <a:rPr lang="en-US" i="1" dirty="0" smtClean="0">
                        <a:latin typeface="Cambria Math" panose="02040503050406030204" pitchFamily="18" charset="0"/>
                      </a:rPr>
                      <m:t>=</m:t>
                    </m:r>
                    <m:r>
                      <a:rPr lang="it-IT" b="0" i="1" dirty="0" smtClean="0">
                        <a:latin typeface="Cambria Math" panose="02040503050406030204" pitchFamily="18" charset="0"/>
                      </a:rPr>
                      <m:t>33.33</m:t>
                    </m:r>
                    <m:r>
                      <a:rPr lang="en-US" i="1" dirty="0">
                        <a:latin typeface="Cambria Math" panose="02040503050406030204" pitchFamily="18" charset="0"/>
                      </a:rPr>
                      <m:t>%</m:t>
                    </m:r>
                  </m:oMath>
                </a14:m>
                <a:r>
                  <a:rPr lang="en-US" dirty="0"/>
                  <a:t> of the tax is bore by consumers</a:t>
                </a:r>
              </a:p>
              <a:p>
                <a:endParaRPr lang="en-US" dirty="0"/>
              </a:p>
              <a:p>
                <a:pPr lvl="2"/>
                <a:endParaRPr lang="en-US" dirty="0"/>
              </a:p>
              <a:p>
                <a:endParaRPr lang="en-US" dirty="0"/>
              </a:p>
            </p:txBody>
          </p:sp>
        </mc:Choice>
        <mc:Fallback xmlns="">
          <p:sp>
            <p:nvSpPr>
              <p:cNvPr id="3" name="Content Placeholder 2">
                <a:extLst>
                  <a:ext uri="{FF2B5EF4-FFF2-40B4-BE49-F238E27FC236}">
                    <a16:creationId xmlns:a16="http://schemas.microsoft.com/office/drawing/2014/main" id="{09601A4D-2116-4DC9-AE55-9FC40E1DDB95}"/>
                  </a:ext>
                </a:extLst>
              </p:cNvPr>
              <p:cNvSpPr>
                <a:spLocks noGrp="1" noRot="1" noChangeAspect="1" noMove="1" noResize="1" noEditPoints="1" noAdjustHandles="1" noChangeArrowheads="1" noChangeShapeType="1" noTextEdit="1"/>
              </p:cNvSpPr>
              <p:nvPr>
                <p:ph idx="1"/>
              </p:nvPr>
            </p:nvSpPr>
            <p:spPr>
              <a:blipFill>
                <a:blip r:embed="rId2"/>
                <a:stretch>
                  <a:fillRect l="-232" t="-2015" b="-1099"/>
                </a:stretch>
              </a:blipFill>
            </p:spPr>
            <p:txBody>
              <a:bodyPr/>
              <a:lstStyle/>
              <a:p>
                <a:r>
                  <a:rPr lang="en-US">
                    <a:noFill/>
                  </a:rPr>
                  <a:t> </a:t>
                </a:r>
              </a:p>
            </p:txBody>
          </p:sp>
        </mc:Fallback>
      </mc:AlternateContent>
    </p:spTree>
    <p:extLst>
      <p:ext uri="{BB962C8B-B14F-4D97-AF65-F5344CB8AC3E}">
        <p14:creationId xmlns:p14="http://schemas.microsoft.com/office/powerpoint/2010/main" val="2284352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8C00B-3EAF-4402-A93E-8775D70B949D}"/>
              </a:ext>
            </a:extLst>
          </p:cNvPr>
          <p:cNvSpPr>
            <a:spLocks noGrp="1"/>
          </p:cNvSpPr>
          <p:nvPr>
            <p:ph type="title"/>
          </p:nvPr>
        </p:nvSpPr>
        <p:spPr/>
        <p:txBody>
          <a:bodyPr/>
          <a:lstStyle/>
          <a:p>
            <a:pPr algn="ctr"/>
            <a:r>
              <a:rPr lang="it-IT" dirty="0"/>
              <a:t>CS, PS, and elasticity - conclusions</a:t>
            </a:r>
            <a:endParaRPr lang="en-US" dirty="0"/>
          </a:p>
        </p:txBody>
      </p:sp>
      <p:sp>
        <p:nvSpPr>
          <p:cNvPr id="3" name="Content Placeholder 2">
            <a:extLst>
              <a:ext uri="{FF2B5EF4-FFF2-40B4-BE49-F238E27FC236}">
                <a16:creationId xmlns:a16="http://schemas.microsoft.com/office/drawing/2014/main" id="{1081C918-C344-4040-AAA3-3B7E4F3AF6DB}"/>
              </a:ext>
            </a:extLst>
          </p:cNvPr>
          <p:cNvSpPr>
            <a:spLocks noGrp="1"/>
          </p:cNvSpPr>
          <p:nvPr>
            <p:ph idx="1"/>
          </p:nvPr>
        </p:nvSpPr>
        <p:spPr/>
        <p:txBody>
          <a:bodyPr/>
          <a:lstStyle/>
          <a:p>
            <a:r>
              <a:rPr lang="it-IT" dirty="0"/>
              <a:t>Consumers bear a smaller loss in the US market</a:t>
            </a:r>
          </a:p>
          <a:p>
            <a:r>
              <a:rPr lang="it-IT" dirty="0"/>
              <a:t>A smaller loss is bore by consumers than producers</a:t>
            </a:r>
            <a:endParaRPr lang="en-US" dirty="0"/>
          </a:p>
        </p:txBody>
      </p:sp>
    </p:spTree>
    <p:extLst>
      <p:ext uri="{BB962C8B-B14F-4D97-AF65-F5344CB8AC3E}">
        <p14:creationId xmlns:p14="http://schemas.microsoft.com/office/powerpoint/2010/main" val="33433975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2F2C4-E960-4629-A9CC-92118EDF0F5D}"/>
              </a:ext>
            </a:extLst>
          </p:cNvPr>
          <p:cNvSpPr>
            <a:spLocks noGrp="1"/>
          </p:cNvSpPr>
          <p:nvPr>
            <p:ph type="title"/>
          </p:nvPr>
        </p:nvSpPr>
        <p:spPr/>
        <p:txBody>
          <a:bodyPr/>
          <a:lstStyle/>
          <a:p>
            <a:pPr algn="ctr"/>
            <a:r>
              <a:rPr lang="it-IT" dirty="0"/>
              <a:t>Two main conclusions</a:t>
            </a:r>
            <a:endParaRPr lang="en-US" dirty="0"/>
          </a:p>
        </p:txBody>
      </p:sp>
      <p:sp>
        <p:nvSpPr>
          <p:cNvPr id="3" name="Content Placeholder 2">
            <a:extLst>
              <a:ext uri="{FF2B5EF4-FFF2-40B4-BE49-F238E27FC236}">
                <a16:creationId xmlns:a16="http://schemas.microsoft.com/office/drawing/2014/main" id="{0F8E2941-BDBA-419D-9E19-3BC6AB208B62}"/>
              </a:ext>
            </a:extLst>
          </p:cNvPr>
          <p:cNvSpPr>
            <a:spLocks noGrp="1"/>
          </p:cNvSpPr>
          <p:nvPr>
            <p:ph idx="1"/>
          </p:nvPr>
        </p:nvSpPr>
        <p:spPr/>
        <p:txBody>
          <a:bodyPr/>
          <a:lstStyle/>
          <a:p>
            <a:pPr marL="0" indent="0">
              <a:buNone/>
            </a:pPr>
            <a:r>
              <a:rPr lang="en-US" dirty="0"/>
              <a:t>1) For a more elastic market a price change causes a </a:t>
            </a:r>
            <a:r>
              <a:rPr lang="en-US" u="sng" dirty="0"/>
              <a:t>greater</a:t>
            </a:r>
            <a:r>
              <a:rPr lang="en-US" b="1" u="sng" dirty="0"/>
              <a:t> </a:t>
            </a:r>
            <a:r>
              <a:rPr lang="en-US" u="sng" dirty="0"/>
              <a:t>decrease in quantity </a:t>
            </a:r>
            <a:r>
              <a:rPr lang="en-US" dirty="0"/>
              <a:t>therefore a policy in a more elastic market will cause a </a:t>
            </a:r>
            <a:r>
              <a:rPr lang="en-US" u="sng" dirty="0"/>
              <a:t>greater deadweight loss</a:t>
            </a:r>
            <a:r>
              <a:rPr lang="en-US" dirty="0"/>
              <a:t>.</a:t>
            </a:r>
          </a:p>
          <a:p>
            <a:pPr marL="0" indent="0">
              <a:buNone/>
            </a:pPr>
            <a:r>
              <a:rPr lang="en-US" dirty="0"/>
              <a:t>2A)  As supply (demand) grows </a:t>
            </a:r>
            <a:r>
              <a:rPr lang="en-US" u="sng" dirty="0"/>
              <a:t>relatively more inelastic</a:t>
            </a:r>
            <a:r>
              <a:rPr lang="en-US" dirty="0"/>
              <a:t>, producers (consumers) bear </a:t>
            </a:r>
            <a:r>
              <a:rPr lang="en-US" u="sng" dirty="0"/>
              <a:t>a greater burden </a:t>
            </a:r>
            <a:r>
              <a:rPr lang="en-US" dirty="0"/>
              <a:t>of the tax.</a:t>
            </a:r>
          </a:p>
          <a:p>
            <a:pPr marL="0" indent="0">
              <a:buNone/>
            </a:pPr>
            <a:r>
              <a:rPr lang="en-US" dirty="0"/>
              <a:t>2B) As supply (demand) grows </a:t>
            </a:r>
            <a:r>
              <a:rPr lang="en-US" u="sng" dirty="0"/>
              <a:t>relatively more elastic</a:t>
            </a:r>
            <a:r>
              <a:rPr lang="en-US" dirty="0"/>
              <a:t>, producers (consumers) bear a </a:t>
            </a:r>
            <a:r>
              <a:rPr lang="en-US" u="sng" dirty="0"/>
              <a:t>smaller burden </a:t>
            </a:r>
            <a:r>
              <a:rPr lang="en-US" dirty="0"/>
              <a:t>of the tax.</a:t>
            </a:r>
          </a:p>
          <a:p>
            <a:pPr marL="0" indent="0">
              <a:buNone/>
            </a:pPr>
            <a:endParaRPr lang="en-US" dirty="0"/>
          </a:p>
          <a:p>
            <a:pPr marL="0" indent="0">
              <a:buNone/>
            </a:pPr>
            <a:r>
              <a:rPr lang="en-US" dirty="0"/>
              <a:t>In our example, producers bear over 50% of the tax in both markets, meaning </a:t>
            </a:r>
            <a:r>
              <a:rPr lang="en-US" u="sng" dirty="0"/>
              <a:t>supply is relatively less elastic than demand,</a:t>
            </a:r>
            <a:r>
              <a:rPr lang="en-US" dirty="0"/>
              <a:t> and since US demand is comparatively more elastic than Canada’s, producers bear an even larger share in the US (88.9%) than in Canada (66.7%).</a:t>
            </a:r>
          </a:p>
          <a:p>
            <a:pPr marL="342900" indent="-342900">
              <a:buFont typeface="+mj-lt"/>
              <a:buAutoNum type="arabicPeriod"/>
            </a:pPr>
            <a:endParaRPr lang="en-US" dirty="0"/>
          </a:p>
        </p:txBody>
      </p:sp>
    </p:spTree>
    <p:extLst>
      <p:ext uri="{BB962C8B-B14F-4D97-AF65-F5344CB8AC3E}">
        <p14:creationId xmlns:p14="http://schemas.microsoft.com/office/powerpoint/2010/main" val="24595440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FCE2-8C51-4173-AC8E-3802334F8230}"/>
              </a:ext>
            </a:extLst>
          </p:cNvPr>
          <p:cNvSpPr>
            <a:spLocks noGrp="1"/>
          </p:cNvSpPr>
          <p:nvPr>
            <p:ph type="title"/>
          </p:nvPr>
        </p:nvSpPr>
        <p:spPr/>
        <p:txBody>
          <a:bodyPr/>
          <a:lstStyle/>
          <a:p>
            <a:pPr algn="ctr"/>
            <a:r>
              <a:rPr lang="it-IT" dirty="0">
                <a:highlight>
                  <a:srgbClr val="FFFF00"/>
                </a:highlight>
                <a:hlinkClick r:id="rId2"/>
              </a:rPr>
              <a:t>Price Ceiling - Example</a:t>
            </a:r>
            <a:endParaRPr lang="en-US" dirty="0">
              <a:highlight>
                <a:srgbClr val="FFFF00"/>
              </a:highlight>
            </a:endParaRPr>
          </a:p>
        </p:txBody>
      </p:sp>
      <p:sp>
        <p:nvSpPr>
          <p:cNvPr id="3" name="Content Placeholder 2">
            <a:extLst>
              <a:ext uri="{FF2B5EF4-FFF2-40B4-BE49-F238E27FC236}">
                <a16:creationId xmlns:a16="http://schemas.microsoft.com/office/drawing/2014/main" id="{DD462B98-ABAA-4444-94B4-620D47C919F4}"/>
              </a:ext>
            </a:extLst>
          </p:cNvPr>
          <p:cNvSpPr>
            <a:spLocks noGrp="1"/>
          </p:cNvSpPr>
          <p:nvPr>
            <p:ph idx="1"/>
          </p:nvPr>
        </p:nvSpPr>
        <p:spPr/>
        <p:txBody>
          <a:bodyPr/>
          <a:lstStyle/>
          <a:p>
            <a:r>
              <a:rPr lang="it-IT" dirty="0"/>
              <a:t>Relationship between Us home ownership and rent control (price ceiling)</a:t>
            </a:r>
          </a:p>
          <a:p>
            <a:pPr lvl="1"/>
            <a:r>
              <a:rPr lang="it-IT" dirty="0"/>
              <a:t>OPA chose a date for each urban area depending on the impact </a:t>
            </a:r>
          </a:p>
          <a:p>
            <a:pPr lvl="1"/>
            <a:r>
              <a:rPr lang="it-IT" dirty="0"/>
              <a:t>We cannot control just for aggregate national trend since individuals within a nation are different – different salaries, savings, taxes etc.</a:t>
            </a:r>
          </a:p>
          <a:p>
            <a:pPr lvl="1"/>
            <a:r>
              <a:rPr lang="it-IT" dirty="0"/>
              <a:t>We have to be sure that the rent reduction is not related to any other trend that can drive home ownership (ex. </a:t>
            </a:r>
            <a:r>
              <a:rPr lang="it-IT"/>
              <a:t>House demand, authority’s choice, timing of rent increase)</a:t>
            </a:r>
            <a:endParaRPr lang="it-IT" dirty="0"/>
          </a:p>
          <a:p>
            <a:pPr lvl="1"/>
            <a:r>
              <a:rPr lang="it-IT" dirty="0"/>
              <a:t>Comparison across cities with similar rent conditions prior to control but different conditions after the control</a:t>
            </a:r>
          </a:p>
          <a:p>
            <a:pPr lvl="1"/>
            <a:r>
              <a:rPr lang="it-IT" dirty="0"/>
              <a:t>Landlords cannot rent at on thier terms, they then decide to sell their (house) properties</a:t>
            </a:r>
          </a:p>
          <a:p>
            <a:pPr lvl="2"/>
            <a:r>
              <a:rPr lang="it-IT" dirty="0"/>
              <a:t>This was the hypothesis that was verified</a:t>
            </a:r>
          </a:p>
          <a:p>
            <a:pPr lvl="1"/>
            <a:endParaRPr lang="en-US" dirty="0"/>
          </a:p>
        </p:txBody>
      </p:sp>
    </p:spTree>
    <p:extLst>
      <p:ext uri="{BB962C8B-B14F-4D97-AF65-F5344CB8AC3E}">
        <p14:creationId xmlns:p14="http://schemas.microsoft.com/office/powerpoint/2010/main" val="13409010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D8891-4B4B-4784-ABC7-550619B12ACC}"/>
              </a:ext>
            </a:extLst>
          </p:cNvPr>
          <p:cNvSpPr>
            <a:spLocks noGrp="1"/>
          </p:cNvSpPr>
          <p:nvPr>
            <p:ph type="title"/>
          </p:nvPr>
        </p:nvSpPr>
        <p:spPr/>
        <p:txBody>
          <a:bodyPr/>
          <a:lstStyle/>
          <a:p>
            <a:pPr algn="ctr"/>
            <a:r>
              <a:rPr lang="en-US" dirty="0"/>
              <a:t>Are salary caps a form of price ceiling?</a:t>
            </a:r>
          </a:p>
        </p:txBody>
      </p:sp>
      <p:pic>
        <p:nvPicPr>
          <p:cNvPr id="5" name="Content Placeholder 4">
            <a:extLst>
              <a:ext uri="{FF2B5EF4-FFF2-40B4-BE49-F238E27FC236}">
                <a16:creationId xmlns:a16="http://schemas.microsoft.com/office/drawing/2014/main" id="{4E449E6B-7BA1-4F6E-BDB6-6BDD49879DDB}"/>
              </a:ext>
            </a:extLst>
          </p:cNvPr>
          <p:cNvPicPr>
            <a:picLocks noGrp="1" noChangeAspect="1"/>
          </p:cNvPicPr>
          <p:nvPr>
            <p:ph idx="1"/>
          </p:nvPr>
        </p:nvPicPr>
        <p:blipFill>
          <a:blip r:embed="rId2"/>
          <a:stretch>
            <a:fillRect/>
          </a:stretch>
        </p:blipFill>
        <p:spPr>
          <a:xfrm>
            <a:off x="1527258" y="1425575"/>
            <a:ext cx="6089483" cy="3330575"/>
          </a:xfrm>
        </p:spPr>
      </p:pic>
    </p:spTree>
    <p:extLst>
      <p:ext uri="{BB962C8B-B14F-4D97-AF65-F5344CB8AC3E}">
        <p14:creationId xmlns:p14="http://schemas.microsoft.com/office/powerpoint/2010/main" val="4074524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3336E-9020-4A40-BB77-48A181413622}"/>
              </a:ext>
            </a:extLst>
          </p:cNvPr>
          <p:cNvSpPr>
            <a:spLocks noGrp="1"/>
          </p:cNvSpPr>
          <p:nvPr>
            <p:ph type="title"/>
          </p:nvPr>
        </p:nvSpPr>
        <p:spPr/>
        <p:txBody>
          <a:bodyPr/>
          <a:lstStyle/>
          <a:p>
            <a:pPr algn="ctr"/>
            <a:r>
              <a:rPr lang="en-US" dirty="0"/>
              <a:t>Government policy in Sport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1D2025-1D80-448D-8225-AF0DBDB620DF}"/>
                  </a:ext>
                </a:extLst>
              </p:cNvPr>
              <p:cNvSpPr>
                <a:spLocks noGrp="1"/>
              </p:cNvSpPr>
              <p:nvPr>
                <p:ph idx="1"/>
              </p:nvPr>
            </p:nvSpPr>
            <p:spPr/>
            <p:txBody>
              <a:bodyPr>
                <a:normAutofit fontScale="92500" lnSpcReduction="10000"/>
              </a:bodyPr>
              <a:lstStyle/>
              <a:p>
                <a:r>
                  <a:rPr lang="en-US" dirty="0">
                    <a:solidFill>
                      <a:srgbClr val="92D050"/>
                    </a:solidFill>
                    <a:hlinkClick r:id="rId2">
                      <a:extLst>
                        <a:ext uri="{A12FA001-AC4F-418D-AE19-62706E023703}">
                          <ahyp:hlinkClr xmlns:ahyp="http://schemas.microsoft.com/office/drawing/2018/hyperlinkcolor" val="tx"/>
                        </a:ext>
                      </a:extLst>
                    </a:hlinkClick>
                  </a:rPr>
                  <a:t>Are labor market regulations necessary to promote competitive balance in professional sports?</a:t>
                </a:r>
                <a:endParaRPr lang="en-US" dirty="0">
                  <a:solidFill>
                    <a:srgbClr val="92D050"/>
                  </a:solidFill>
                </a:endParaRPr>
              </a:p>
              <a:p>
                <a:pPr lvl="1"/>
                <a:r>
                  <a:rPr lang="en-US" dirty="0"/>
                  <a:t>The Australian Football League AFL and the National Rugby League NRL</a:t>
                </a:r>
              </a:p>
              <a:p>
                <a:pPr lvl="2"/>
                <a:r>
                  <a:rPr lang="en-US" dirty="0"/>
                  <a:t>Use of salary cap to promote competitive balance</a:t>
                </a:r>
              </a:p>
              <a:p>
                <a:pPr lvl="3"/>
                <a:r>
                  <a:rPr lang="en-US" dirty="0"/>
                  <a:t>Teams cannot take out the competition just buying the best players on the market</a:t>
                </a:r>
              </a:p>
              <a:p>
                <a:pPr lvl="1"/>
                <a:r>
                  <a:rPr lang="en-US" dirty="0"/>
                  <a:t>How to measure competitive balance?</a:t>
                </a:r>
              </a:p>
              <a:p>
                <a:pPr lvl="2"/>
                <a:r>
                  <a:rPr lang="en-US" dirty="0"/>
                  <a:t>Real vs Ideal mean of wins (could they have used points instead</a:t>
                </a:r>
                <a:r>
                  <a:rPr lang="nb-NO" dirty="0"/>
                  <a:t>?)</a:t>
                </a:r>
                <a:r>
                  <a:rPr lang="en-US" dirty="0"/>
                  <a:t> </a:t>
                </a:r>
                <a:r>
                  <a:rPr lang="en-US" dirty="0">
                    <a:sym typeface="Wingdings" panose="05000000000000000000" pitchFamily="2" charset="2"/>
                  </a:rPr>
                  <a:t> larger number bigger disparity</a:t>
                </a:r>
              </a:p>
              <a:p>
                <a:pPr lvl="2"/>
                <a:r>
                  <a:rPr lang="en-US" dirty="0">
                    <a:sym typeface="Wingdings" panose="05000000000000000000" pitchFamily="2" charset="2"/>
                  </a:rPr>
                  <a:t>Herfindahl-Hirschman Index: </a:t>
                </a:r>
                <a14:m>
                  <m:oMath xmlns:m="http://schemas.openxmlformats.org/officeDocument/2006/math">
                    <m:r>
                      <a:rPr lang="it-IT" b="0" i="1" smtClean="0">
                        <a:latin typeface="Cambria Math" panose="02040503050406030204" pitchFamily="18" charset="0"/>
                        <a:sym typeface="Wingdings" panose="05000000000000000000" pitchFamily="2" charset="2"/>
                      </a:rPr>
                      <m:t>𝐻𝐻𝐼</m:t>
                    </m:r>
                    <m:r>
                      <a:rPr lang="it-IT" b="0" i="1" smtClean="0">
                        <a:latin typeface="Cambria Math" panose="02040503050406030204" pitchFamily="18" charset="0"/>
                        <a:sym typeface="Wingdings" panose="05000000000000000000" pitchFamily="2" charset="2"/>
                      </a:rPr>
                      <m:t>=</m:t>
                    </m:r>
                    <m:f>
                      <m:fPr>
                        <m:ctrlPr>
                          <a:rPr lang="nb-NO" b="0" i="1" smtClean="0">
                            <a:latin typeface="Cambria Math" panose="02040503050406030204" pitchFamily="18" charset="0"/>
                            <a:sym typeface="Wingdings" panose="05000000000000000000" pitchFamily="2" charset="2"/>
                          </a:rPr>
                        </m:ctrlPr>
                      </m:fPr>
                      <m:num>
                        <m:r>
                          <a:rPr lang="nb-NO" b="0" i="1" smtClean="0">
                            <a:latin typeface="Cambria Math" panose="02040503050406030204" pitchFamily="18" charset="0"/>
                            <a:sym typeface="Wingdings" panose="05000000000000000000" pitchFamily="2" charset="2"/>
                          </a:rPr>
                          <m:t>∑</m:t>
                        </m:r>
                        <m:r>
                          <a:rPr lang="nb-NO" b="0" i="1" smtClean="0">
                            <a:latin typeface="Cambria Math" panose="02040503050406030204" pitchFamily="18" charset="0"/>
                            <a:sym typeface="Wingdings" panose="05000000000000000000" pitchFamily="2" charset="2"/>
                          </a:rPr>
                          <m:t>𝑡𝑜</m:t>
                        </m:r>
                        <m:sSup>
                          <m:sSupPr>
                            <m:ctrlPr>
                              <a:rPr lang="nb-NO" b="0" i="1" smtClean="0">
                                <a:latin typeface="Cambria Math" panose="02040503050406030204" pitchFamily="18" charset="0"/>
                                <a:sym typeface="Wingdings" panose="05000000000000000000" pitchFamily="2" charset="2"/>
                              </a:rPr>
                            </m:ctrlPr>
                          </m:sSupPr>
                          <m:e>
                            <m:r>
                              <a:rPr lang="nb-NO" b="0" i="1" smtClean="0">
                                <a:latin typeface="Cambria Math" panose="02040503050406030204" pitchFamily="18" charset="0"/>
                                <a:sym typeface="Wingdings" panose="05000000000000000000" pitchFamily="2" charset="2"/>
                              </a:rPr>
                              <m:t>𝑝</m:t>
                            </m:r>
                          </m:e>
                          <m:sup>
                            <m:r>
                              <a:rPr lang="nb-NO" b="0" i="1" smtClean="0">
                                <a:latin typeface="Cambria Math" panose="02040503050406030204" pitchFamily="18" charset="0"/>
                                <a:sym typeface="Wingdings" panose="05000000000000000000" pitchFamily="2" charset="2"/>
                              </a:rPr>
                              <m:t>2</m:t>
                            </m:r>
                          </m:sup>
                        </m:sSup>
                      </m:num>
                      <m:den>
                        <m:r>
                          <a:rPr lang="nb-NO" b="0" i="1" smtClean="0">
                            <a:latin typeface="Cambria Math" panose="02040503050406030204" pitchFamily="18" charset="0"/>
                            <a:sym typeface="Wingdings" panose="05000000000000000000" pitchFamily="2" charset="2"/>
                          </a:rPr>
                          <m:t>𝑁</m:t>
                        </m:r>
                      </m:den>
                    </m:f>
                  </m:oMath>
                </a14:m>
                <a:endParaRPr lang="en-US" dirty="0">
                  <a:sym typeface="Wingdings" panose="05000000000000000000" pitchFamily="2" charset="2"/>
                </a:endParaRPr>
              </a:p>
              <a:p>
                <a:pPr lvl="3"/>
                <a:r>
                  <a:rPr lang="en-US" dirty="0">
                    <a:sym typeface="Wingdings" panose="05000000000000000000" pitchFamily="2" charset="2"/>
                  </a:rPr>
                  <a:t>Measure of degree of concentration in a market ( sport competitions can be seen as markets)</a:t>
                </a:r>
              </a:p>
              <a:p>
                <a:pPr lvl="3"/>
                <a:r>
                  <a:rPr lang="en-US" dirty="0">
                    <a:sym typeface="Wingdings" panose="05000000000000000000" pitchFamily="2" charset="2"/>
                  </a:rPr>
                  <a:t>top = number of times each team was first in the league at the end of each season</a:t>
                </a:r>
              </a:p>
              <a:p>
                <a:pPr lvl="3"/>
                <a:r>
                  <a:rPr lang="en-US" dirty="0">
                    <a:sym typeface="Wingdings" panose="05000000000000000000" pitchFamily="2" charset="2"/>
                  </a:rPr>
                  <a:t>High HHI  few team are dominating the league or over a period</a:t>
                </a:r>
              </a:p>
              <a:p>
                <a:pPr lvl="1"/>
                <a:r>
                  <a:rPr lang="en-US" dirty="0">
                    <a:sym typeface="Wingdings" panose="05000000000000000000" pitchFamily="2" charset="2"/>
                  </a:rPr>
                  <a:t>Competition seems more balance under salary cap and draft rule</a:t>
                </a:r>
              </a:p>
              <a:p>
                <a:pPr lvl="2"/>
                <a:r>
                  <a:rPr lang="en-US" dirty="0"/>
                  <a:t>We cannot directly compare the two leagues since they have different characteristics</a:t>
                </a:r>
              </a:p>
              <a:p>
                <a:pPr lvl="3"/>
                <a:r>
                  <a:rPr lang="en-US" dirty="0"/>
                  <a:t>Sponsorship deals, contract terms, league and points system etc.</a:t>
                </a:r>
              </a:p>
              <a:p>
                <a:pPr lvl="2"/>
                <a:endParaRPr lang="en-US" dirty="0"/>
              </a:p>
            </p:txBody>
          </p:sp>
        </mc:Choice>
        <mc:Fallback xmlns="">
          <p:sp>
            <p:nvSpPr>
              <p:cNvPr id="3" name="Content Placeholder 2">
                <a:extLst>
                  <a:ext uri="{FF2B5EF4-FFF2-40B4-BE49-F238E27FC236}">
                    <a16:creationId xmlns:a16="http://schemas.microsoft.com/office/drawing/2014/main" id="{AE1D2025-1D80-448D-8225-AF0DBDB620DF}"/>
                  </a:ext>
                </a:extLst>
              </p:cNvPr>
              <p:cNvSpPr>
                <a:spLocks noGrp="1" noRot="1" noChangeAspect="1" noMove="1" noResize="1" noEditPoints="1" noAdjustHandles="1" noChangeArrowheads="1" noChangeShapeType="1" noTextEdit="1"/>
              </p:cNvSpPr>
              <p:nvPr>
                <p:ph idx="1"/>
              </p:nvPr>
            </p:nvSpPr>
            <p:spPr>
              <a:blipFill>
                <a:blip r:embed="rId3"/>
                <a:stretch>
                  <a:fillRect l="-386" t="-2015"/>
                </a:stretch>
              </a:blipFill>
            </p:spPr>
            <p:txBody>
              <a:bodyPr/>
              <a:lstStyle/>
              <a:p>
                <a:r>
                  <a:rPr lang="en-US">
                    <a:noFill/>
                  </a:rPr>
                  <a:t> </a:t>
                </a:r>
              </a:p>
            </p:txBody>
          </p:sp>
        </mc:Fallback>
      </mc:AlternateContent>
    </p:spTree>
    <p:extLst>
      <p:ext uri="{BB962C8B-B14F-4D97-AF65-F5344CB8AC3E}">
        <p14:creationId xmlns:p14="http://schemas.microsoft.com/office/powerpoint/2010/main" val="13649393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E04CF-4C85-485E-B7AC-598C8A242264}"/>
              </a:ext>
            </a:extLst>
          </p:cNvPr>
          <p:cNvSpPr>
            <a:spLocks noGrp="1"/>
          </p:cNvSpPr>
          <p:nvPr>
            <p:ph type="title"/>
          </p:nvPr>
        </p:nvSpPr>
        <p:spPr/>
        <p:txBody>
          <a:bodyPr/>
          <a:lstStyle/>
          <a:p>
            <a:pPr algn="ctr"/>
            <a:r>
              <a:rPr lang="it-IT" dirty="0"/>
              <a:t>Competitive Balance (CB)</a:t>
            </a:r>
            <a:endParaRPr lang="en-US" dirty="0"/>
          </a:p>
        </p:txBody>
      </p:sp>
      <p:pic>
        <p:nvPicPr>
          <p:cNvPr id="5" name="Content Placeholder 4">
            <a:extLst>
              <a:ext uri="{FF2B5EF4-FFF2-40B4-BE49-F238E27FC236}">
                <a16:creationId xmlns:a16="http://schemas.microsoft.com/office/drawing/2014/main" id="{BB15AC7C-8C75-478D-AD6D-D1906AC5408B}"/>
              </a:ext>
            </a:extLst>
          </p:cNvPr>
          <p:cNvPicPr>
            <a:picLocks noGrp="1" noChangeAspect="1"/>
          </p:cNvPicPr>
          <p:nvPr>
            <p:ph idx="1"/>
          </p:nvPr>
        </p:nvPicPr>
        <p:blipFill>
          <a:blip r:embed="rId2"/>
          <a:stretch>
            <a:fillRect/>
          </a:stretch>
        </p:blipFill>
        <p:spPr>
          <a:xfrm>
            <a:off x="726472" y="1419035"/>
            <a:ext cx="3204595" cy="3330575"/>
          </a:xfrm>
        </p:spPr>
      </p:pic>
      <p:pic>
        <p:nvPicPr>
          <p:cNvPr id="9" name="Picture 8">
            <a:extLst>
              <a:ext uri="{FF2B5EF4-FFF2-40B4-BE49-F238E27FC236}">
                <a16:creationId xmlns:a16="http://schemas.microsoft.com/office/drawing/2014/main" id="{06DC7A7C-4E39-428B-89EB-A98BA1D1A630}"/>
              </a:ext>
            </a:extLst>
          </p:cNvPr>
          <p:cNvPicPr>
            <a:picLocks noChangeAspect="1"/>
          </p:cNvPicPr>
          <p:nvPr/>
        </p:nvPicPr>
        <p:blipFill>
          <a:blip r:embed="rId3"/>
          <a:stretch>
            <a:fillRect/>
          </a:stretch>
        </p:blipFill>
        <p:spPr>
          <a:xfrm>
            <a:off x="5458262" y="1419035"/>
            <a:ext cx="3190635" cy="3330575"/>
          </a:xfrm>
          <a:prstGeom prst="rect">
            <a:avLst/>
          </a:prstGeom>
        </p:spPr>
      </p:pic>
    </p:spTree>
    <p:extLst>
      <p:ext uri="{BB962C8B-B14F-4D97-AF65-F5344CB8AC3E}">
        <p14:creationId xmlns:p14="http://schemas.microsoft.com/office/powerpoint/2010/main" val="17891704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0B9B723-1598-4255-B648-2346CBF0049D}"/>
              </a:ext>
            </a:extLst>
          </p:cNvPr>
          <p:cNvPicPr>
            <a:picLocks noGrp="1" noChangeAspect="1"/>
          </p:cNvPicPr>
          <p:nvPr>
            <p:ph idx="4294967295"/>
          </p:nvPr>
        </p:nvPicPr>
        <p:blipFill>
          <a:blip r:embed="rId2"/>
          <a:stretch>
            <a:fillRect/>
          </a:stretch>
        </p:blipFill>
        <p:spPr>
          <a:xfrm>
            <a:off x="1408906" y="574474"/>
            <a:ext cx="6326188" cy="2143125"/>
          </a:xfrm>
        </p:spPr>
      </p:pic>
      <p:pic>
        <p:nvPicPr>
          <p:cNvPr id="7" name="Picture 6">
            <a:extLst>
              <a:ext uri="{FF2B5EF4-FFF2-40B4-BE49-F238E27FC236}">
                <a16:creationId xmlns:a16="http://schemas.microsoft.com/office/drawing/2014/main" id="{6F0AE5C8-7595-4D14-A7E4-6E4122063892}"/>
              </a:ext>
            </a:extLst>
          </p:cNvPr>
          <p:cNvPicPr>
            <a:picLocks noChangeAspect="1"/>
          </p:cNvPicPr>
          <p:nvPr/>
        </p:nvPicPr>
        <p:blipFill>
          <a:blip r:embed="rId3"/>
          <a:stretch>
            <a:fillRect/>
          </a:stretch>
        </p:blipFill>
        <p:spPr>
          <a:xfrm>
            <a:off x="1408906" y="3348125"/>
            <a:ext cx="6296904" cy="1333686"/>
          </a:xfrm>
          <a:prstGeom prst="rect">
            <a:avLst/>
          </a:prstGeom>
        </p:spPr>
      </p:pic>
      <p:sp>
        <p:nvSpPr>
          <p:cNvPr id="8" name="TextBox 7">
            <a:extLst>
              <a:ext uri="{FF2B5EF4-FFF2-40B4-BE49-F238E27FC236}">
                <a16:creationId xmlns:a16="http://schemas.microsoft.com/office/drawing/2014/main" id="{4754C37A-16DC-4B6D-A296-82BF8AA6772C}"/>
              </a:ext>
            </a:extLst>
          </p:cNvPr>
          <p:cNvSpPr txBox="1"/>
          <p:nvPr/>
        </p:nvSpPr>
        <p:spPr>
          <a:xfrm>
            <a:off x="3102016" y="-28295"/>
            <a:ext cx="3206187" cy="523220"/>
          </a:xfrm>
          <a:prstGeom prst="rect">
            <a:avLst/>
          </a:prstGeom>
          <a:noFill/>
        </p:spPr>
        <p:txBody>
          <a:bodyPr wrap="square" rtlCol="0">
            <a:spAutoFit/>
          </a:bodyPr>
          <a:lstStyle/>
          <a:p>
            <a:pPr algn="ctr"/>
            <a:r>
              <a:rPr lang="it-IT" sz="2800" dirty="0">
                <a:solidFill>
                  <a:srgbClr val="EDF6FC"/>
                </a:solidFill>
              </a:rPr>
              <a:t>Rugby</a:t>
            </a:r>
            <a:endParaRPr lang="en-US" sz="2800" dirty="0">
              <a:solidFill>
                <a:srgbClr val="EDF6FC"/>
              </a:solidFill>
            </a:endParaRPr>
          </a:p>
        </p:txBody>
      </p:sp>
      <p:sp>
        <p:nvSpPr>
          <p:cNvPr id="10" name="TextBox 9">
            <a:extLst>
              <a:ext uri="{FF2B5EF4-FFF2-40B4-BE49-F238E27FC236}">
                <a16:creationId xmlns:a16="http://schemas.microsoft.com/office/drawing/2014/main" id="{4AF30876-C64B-44C1-9AF3-12168BFAB2D5}"/>
              </a:ext>
            </a:extLst>
          </p:cNvPr>
          <p:cNvSpPr txBox="1"/>
          <p:nvPr/>
        </p:nvSpPr>
        <p:spPr>
          <a:xfrm>
            <a:off x="2419109" y="2797149"/>
            <a:ext cx="4572000" cy="523220"/>
          </a:xfrm>
          <a:prstGeom prst="rect">
            <a:avLst/>
          </a:prstGeom>
          <a:noFill/>
        </p:spPr>
        <p:txBody>
          <a:bodyPr wrap="square">
            <a:spAutoFit/>
          </a:bodyPr>
          <a:lstStyle/>
          <a:p>
            <a:pPr algn="ctr"/>
            <a:r>
              <a:rPr lang="it-IT" sz="2800" dirty="0">
                <a:solidFill>
                  <a:srgbClr val="EDF6FC"/>
                </a:solidFill>
              </a:rPr>
              <a:t>Australian Football</a:t>
            </a:r>
            <a:endParaRPr lang="en-US" sz="2800" dirty="0"/>
          </a:p>
        </p:txBody>
      </p:sp>
    </p:spTree>
    <p:extLst>
      <p:ext uri="{BB962C8B-B14F-4D97-AF65-F5344CB8AC3E}">
        <p14:creationId xmlns:p14="http://schemas.microsoft.com/office/powerpoint/2010/main" val="29811935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593408-EA28-4B07-8AB3-0F37FA00B86A}"/>
              </a:ext>
            </a:extLst>
          </p:cNvPr>
          <p:cNvSpPr>
            <a:spLocks noGrp="1"/>
          </p:cNvSpPr>
          <p:nvPr>
            <p:ph type="title"/>
          </p:nvPr>
        </p:nvSpPr>
        <p:spPr/>
        <p:txBody>
          <a:bodyPr/>
          <a:lstStyle/>
          <a:p>
            <a:pPr algn="ctr"/>
            <a:r>
              <a:rPr lang="it-IT" dirty="0"/>
              <a:t>CB as standard deviation of wins</a:t>
            </a:r>
            <a:endParaRPr lang="en-US" dirty="0"/>
          </a:p>
        </p:txBody>
      </p:sp>
      <p:pic>
        <p:nvPicPr>
          <p:cNvPr id="7" name="Content Placeholder 6">
            <a:extLst>
              <a:ext uri="{FF2B5EF4-FFF2-40B4-BE49-F238E27FC236}">
                <a16:creationId xmlns:a16="http://schemas.microsoft.com/office/drawing/2014/main" id="{AA918226-1179-4AF5-8918-CCAFC0A1D161}"/>
              </a:ext>
            </a:extLst>
          </p:cNvPr>
          <p:cNvPicPr>
            <a:picLocks noGrp="1" noChangeAspect="1"/>
          </p:cNvPicPr>
          <p:nvPr>
            <p:ph idx="1"/>
          </p:nvPr>
        </p:nvPicPr>
        <p:blipFill>
          <a:blip r:embed="rId2"/>
          <a:stretch>
            <a:fillRect/>
          </a:stretch>
        </p:blipFill>
        <p:spPr>
          <a:xfrm>
            <a:off x="1595022" y="1514255"/>
            <a:ext cx="5953956" cy="3153215"/>
          </a:xfrm>
        </p:spPr>
      </p:pic>
    </p:spTree>
    <p:extLst>
      <p:ext uri="{BB962C8B-B14F-4D97-AF65-F5344CB8AC3E}">
        <p14:creationId xmlns:p14="http://schemas.microsoft.com/office/powerpoint/2010/main" val="6928534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B4FE-F447-4524-9112-35D59831CD1C}"/>
              </a:ext>
            </a:extLst>
          </p:cNvPr>
          <p:cNvSpPr>
            <a:spLocks noGrp="1"/>
          </p:cNvSpPr>
          <p:nvPr>
            <p:ph type="title"/>
          </p:nvPr>
        </p:nvSpPr>
        <p:spPr/>
        <p:txBody>
          <a:bodyPr/>
          <a:lstStyle/>
          <a:p>
            <a:pPr algn="ctr"/>
            <a:r>
              <a:rPr lang="it-IT" dirty="0"/>
              <a:t>CB as HHI</a:t>
            </a:r>
            <a:endParaRPr lang="en-US" dirty="0"/>
          </a:p>
        </p:txBody>
      </p:sp>
      <p:pic>
        <p:nvPicPr>
          <p:cNvPr id="5" name="Content Placeholder 4">
            <a:extLst>
              <a:ext uri="{FF2B5EF4-FFF2-40B4-BE49-F238E27FC236}">
                <a16:creationId xmlns:a16="http://schemas.microsoft.com/office/drawing/2014/main" id="{91F191AA-8E18-4326-8682-C12C68856D5C}"/>
              </a:ext>
            </a:extLst>
          </p:cNvPr>
          <p:cNvPicPr>
            <a:picLocks noGrp="1" noChangeAspect="1"/>
          </p:cNvPicPr>
          <p:nvPr>
            <p:ph idx="1"/>
          </p:nvPr>
        </p:nvPicPr>
        <p:blipFill>
          <a:blip r:embed="rId2"/>
          <a:stretch>
            <a:fillRect/>
          </a:stretch>
        </p:blipFill>
        <p:spPr>
          <a:xfrm>
            <a:off x="1709338" y="1557123"/>
            <a:ext cx="5725324" cy="3067478"/>
          </a:xfrm>
        </p:spPr>
      </p:pic>
    </p:spTree>
    <p:extLst>
      <p:ext uri="{BB962C8B-B14F-4D97-AF65-F5344CB8AC3E}">
        <p14:creationId xmlns:p14="http://schemas.microsoft.com/office/powerpoint/2010/main" val="13156681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11AF-6A01-405B-840E-DC1EBC7137EA}"/>
              </a:ext>
            </a:extLst>
          </p:cNvPr>
          <p:cNvSpPr>
            <a:spLocks noGrp="1"/>
          </p:cNvSpPr>
          <p:nvPr>
            <p:ph type="title"/>
          </p:nvPr>
        </p:nvSpPr>
        <p:spPr/>
        <p:txBody>
          <a:bodyPr/>
          <a:lstStyle/>
          <a:p>
            <a:pPr algn="ctr"/>
            <a:r>
              <a:rPr lang="en-US" dirty="0"/>
              <a:t>Government policy in Sport </a:t>
            </a:r>
          </a:p>
        </p:txBody>
      </p:sp>
      <p:sp>
        <p:nvSpPr>
          <p:cNvPr id="3" name="Content Placeholder 2">
            <a:extLst>
              <a:ext uri="{FF2B5EF4-FFF2-40B4-BE49-F238E27FC236}">
                <a16:creationId xmlns:a16="http://schemas.microsoft.com/office/drawing/2014/main" id="{A8EBF488-FBFB-48DD-8F08-E7A77BF13FF1}"/>
              </a:ext>
            </a:extLst>
          </p:cNvPr>
          <p:cNvSpPr>
            <a:spLocks noGrp="1"/>
          </p:cNvSpPr>
          <p:nvPr>
            <p:ph idx="1"/>
          </p:nvPr>
        </p:nvSpPr>
        <p:spPr/>
        <p:txBody>
          <a:bodyPr>
            <a:normAutofit/>
          </a:bodyPr>
          <a:lstStyle/>
          <a:p>
            <a:r>
              <a:rPr lang="it-IT" dirty="0"/>
              <a:t>Japanese Baseball</a:t>
            </a:r>
          </a:p>
          <a:p>
            <a:pPr lvl="1"/>
            <a:r>
              <a:rPr lang="it-IT" sz="1800" dirty="0"/>
              <a:t>In 1993, rookie draft system was revised, and free agency was introduced to reduce salary and contract money of rookie players</a:t>
            </a:r>
          </a:p>
          <a:p>
            <a:pPr lvl="2"/>
            <a:r>
              <a:rPr lang="it-IT" sz="1800" dirty="0"/>
              <a:t>Compensation payments disincentive the transfer of free-agent players</a:t>
            </a:r>
          </a:p>
          <a:p>
            <a:pPr lvl="2"/>
            <a:r>
              <a:rPr lang="it-IT" sz="1800" dirty="0"/>
              <a:t>Results</a:t>
            </a:r>
          </a:p>
          <a:p>
            <a:pPr lvl="3"/>
            <a:r>
              <a:rPr lang="it-IT" sz="1800" dirty="0"/>
              <a:t>Salaries competition for rookie players</a:t>
            </a:r>
          </a:p>
          <a:p>
            <a:pPr lvl="3"/>
            <a:r>
              <a:rPr lang="it-IT" sz="1800" dirty="0"/>
              <a:t>Deterioration of competitive balance: stronger teams will become stronger and weaker teams will become weaker if trasnfer are allowed</a:t>
            </a:r>
          </a:p>
          <a:p>
            <a:pPr lvl="4"/>
            <a:r>
              <a:rPr lang="it-IT" sz="1800" dirty="0"/>
              <a:t>Tradeoff money and player can offset this gap between teams</a:t>
            </a:r>
          </a:p>
        </p:txBody>
      </p:sp>
    </p:spTree>
    <p:extLst>
      <p:ext uri="{BB962C8B-B14F-4D97-AF65-F5344CB8AC3E}">
        <p14:creationId xmlns:p14="http://schemas.microsoft.com/office/powerpoint/2010/main" val="2935704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3390-B313-4FEB-BD3C-D71B80CCC565}"/>
              </a:ext>
            </a:extLst>
          </p:cNvPr>
          <p:cNvSpPr>
            <a:spLocks noGrp="1"/>
          </p:cNvSpPr>
          <p:nvPr>
            <p:ph type="title"/>
          </p:nvPr>
        </p:nvSpPr>
        <p:spPr/>
        <p:txBody>
          <a:bodyPr/>
          <a:lstStyle/>
          <a:p>
            <a:pPr algn="ctr"/>
            <a:r>
              <a:rPr lang="it-IT" dirty="0"/>
              <a:t>Salary</a:t>
            </a:r>
            <a:endParaRPr lang="en-US" dirty="0"/>
          </a:p>
        </p:txBody>
      </p:sp>
      <p:pic>
        <p:nvPicPr>
          <p:cNvPr id="5" name="Content Placeholder 4">
            <a:extLst>
              <a:ext uri="{FF2B5EF4-FFF2-40B4-BE49-F238E27FC236}">
                <a16:creationId xmlns:a16="http://schemas.microsoft.com/office/drawing/2014/main" id="{5DF78B36-4CAD-428F-9BD9-C9E8DD97E2C2}"/>
              </a:ext>
            </a:extLst>
          </p:cNvPr>
          <p:cNvPicPr>
            <a:picLocks noGrp="1" noChangeAspect="1"/>
          </p:cNvPicPr>
          <p:nvPr>
            <p:ph idx="1"/>
          </p:nvPr>
        </p:nvPicPr>
        <p:blipFill>
          <a:blip r:embed="rId2"/>
          <a:stretch>
            <a:fillRect/>
          </a:stretch>
        </p:blipFill>
        <p:spPr>
          <a:xfrm>
            <a:off x="3269325" y="1408907"/>
            <a:ext cx="5128630" cy="3330575"/>
          </a:xfrm>
        </p:spPr>
      </p:pic>
      <p:sp>
        <p:nvSpPr>
          <p:cNvPr id="6" name="TextBox 5">
            <a:extLst>
              <a:ext uri="{FF2B5EF4-FFF2-40B4-BE49-F238E27FC236}">
                <a16:creationId xmlns:a16="http://schemas.microsoft.com/office/drawing/2014/main" id="{89862403-CFCD-465B-9400-9F192BB7D365}"/>
              </a:ext>
            </a:extLst>
          </p:cNvPr>
          <p:cNvSpPr txBox="1"/>
          <p:nvPr/>
        </p:nvSpPr>
        <p:spPr>
          <a:xfrm>
            <a:off x="300942" y="1980337"/>
            <a:ext cx="2569580" cy="1754326"/>
          </a:xfrm>
          <a:prstGeom prst="rect">
            <a:avLst/>
          </a:prstGeom>
          <a:noFill/>
        </p:spPr>
        <p:txBody>
          <a:bodyPr wrap="square" rtlCol="0">
            <a:spAutoFit/>
          </a:bodyPr>
          <a:lstStyle/>
          <a:p>
            <a:pPr algn="ctr"/>
            <a:r>
              <a:rPr lang="it-IT" dirty="0">
                <a:solidFill>
                  <a:srgbClr val="EDF6FC"/>
                </a:solidFill>
              </a:rPr>
              <a:t>Baseball players’ salaries increased substantially after the deregulation in 1993, especially for teams in the Central League</a:t>
            </a:r>
            <a:endParaRPr lang="en-US" dirty="0">
              <a:solidFill>
                <a:srgbClr val="EDF6FC"/>
              </a:solidFill>
            </a:endParaRPr>
          </a:p>
        </p:txBody>
      </p:sp>
    </p:spTree>
    <p:extLst>
      <p:ext uri="{BB962C8B-B14F-4D97-AF65-F5344CB8AC3E}">
        <p14:creationId xmlns:p14="http://schemas.microsoft.com/office/powerpoint/2010/main" val="4871895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DE5CDE1-CD02-4AB8-A11D-F21084E1E62B}"/>
              </a:ext>
            </a:extLst>
          </p:cNvPr>
          <p:cNvPicPr>
            <a:picLocks noGrp="1" noChangeAspect="1"/>
          </p:cNvPicPr>
          <p:nvPr>
            <p:ph sz="half" idx="4294967295"/>
          </p:nvPr>
        </p:nvPicPr>
        <p:blipFill>
          <a:blip r:embed="rId2"/>
          <a:stretch>
            <a:fillRect/>
          </a:stretch>
        </p:blipFill>
        <p:spPr>
          <a:xfrm>
            <a:off x="300942" y="871477"/>
            <a:ext cx="3886200" cy="2609850"/>
          </a:xfrm>
        </p:spPr>
      </p:pic>
      <p:pic>
        <p:nvPicPr>
          <p:cNvPr id="9" name="Content Placeholder 8">
            <a:extLst>
              <a:ext uri="{FF2B5EF4-FFF2-40B4-BE49-F238E27FC236}">
                <a16:creationId xmlns:a16="http://schemas.microsoft.com/office/drawing/2014/main" id="{9B87229E-128A-4E81-A0B8-5C41CAE73DE6}"/>
              </a:ext>
            </a:extLst>
          </p:cNvPr>
          <p:cNvPicPr>
            <a:picLocks noGrp="1" noChangeAspect="1"/>
          </p:cNvPicPr>
          <p:nvPr>
            <p:ph sz="half" idx="4294967295"/>
          </p:nvPr>
        </p:nvPicPr>
        <p:blipFill>
          <a:blip r:embed="rId3"/>
          <a:stretch>
            <a:fillRect/>
          </a:stretch>
        </p:blipFill>
        <p:spPr>
          <a:xfrm>
            <a:off x="4816515" y="871477"/>
            <a:ext cx="3886200" cy="2447925"/>
          </a:xfrm>
        </p:spPr>
      </p:pic>
      <p:sp>
        <p:nvSpPr>
          <p:cNvPr id="10" name="TextBox 9">
            <a:extLst>
              <a:ext uri="{FF2B5EF4-FFF2-40B4-BE49-F238E27FC236}">
                <a16:creationId xmlns:a16="http://schemas.microsoft.com/office/drawing/2014/main" id="{8ECB5C4C-41DC-4EB9-8EC3-250A1EBF47B8}"/>
              </a:ext>
            </a:extLst>
          </p:cNvPr>
          <p:cNvSpPr txBox="1"/>
          <p:nvPr/>
        </p:nvSpPr>
        <p:spPr>
          <a:xfrm>
            <a:off x="150832" y="197192"/>
            <a:ext cx="3584535" cy="369332"/>
          </a:xfrm>
          <a:prstGeom prst="rect">
            <a:avLst/>
          </a:prstGeom>
          <a:noFill/>
        </p:spPr>
        <p:txBody>
          <a:bodyPr wrap="square" rtlCol="0">
            <a:spAutoFit/>
          </a:bodyPr>
          <a:lstStyle/>
          <a:p>
            <a:pPr algn="ctr"/>
            <a:r>
              <a:rPr lang="it-IT" dirty="0">
                <a:solidFill>
                  <a:srgbClr val="EDF6FC"/>
                </a:solidFill>
              </a:rPr>
              <a:t>Real/Ideal ratio mean</a:t>
            </a:r>
            <a:endParaRPr lang="en-US" dirty="0">
              <a:solidFill>
                <a:srgbClr val="EDF6FC"/>
              </a:solidFill>
            </a:endParaRPr>
          </a:p>
        </p:txBody>
      </p:sp>
      <p:sp>
        <p:nvSpPr>
          <p:cNvPr id="11" name="TextBox 10">
            <a:extLst>
              <a:ext uri="{FF2B5EF4-FFF2-40B4-BE49-F238E27FC236}">
                <a16:creationId xmlns:a16="http://schemas.microsoft.com/office/drawing/2014/main" id="{3A474793-A429-4669-9C81-DEA90CC87271}"/>
              </a:ext>
            </a:extLst>
          </p:cNvPr>
          <p:cNvSpPr txBox="1"/>
          <p:nvPr/>
        </p:nvSpPr>
        <p:spPr>
          <a:xfrm>
            <a:off x="4816515" y="197192"/>
            <a:ext cx="3584535" cy="369332"/>
          </a:xfrm>
          <a:prstGeom prst="rect">
            <a:avLst/>
          </a:prstGeom>
          <a:noFill/>
        </p:spPr>
        <p:txBody>
          <a:bodyPr wrap="square" rtlCol="0">
            <a:spAutoFit/>
          </a:bodyPr>
          <a:lstStyle/>
          <a:p>
            <a:pPr algn="ctr"/>
            <a:r>
              <a:rPr lang="it-IT" dirty="0">
                <a:solidFill>
                  <a:srgbClr val="EDF6FC"/>
                </a:solidFill>
              </a:rPr>
              <a:t>HHI</a:t>
            </a:r>
            <a:endParaRPr lang="en-US" dirty="0">
              <a:solidFill>
                <a:srgbClr val="EDF6FC"/>
              </a:solidFill>
            </a:endParaRPr>
          </a:p>
        </p:txBody>
      </p:sp>
      <p:sp>
        <p:nvSpPr>
          <p:cNvPr id="13" name="TextBox 12">
            <a:extLst>
              <a:ext uri="{FF2B5EF4-FFF2-40B4-BE49-F238E27FC236}">
                <a16:creationId xmlns:a16="http://schemas.microsoft.com/office/drawing/2014/main" id="{3590F49C-961F-4893-B118-3B349A6D9EE7}"/>
              </a:ext>
            </a:extLst>
          </p:cNvPr>
          <p:cNvSpPr txBox="1"/>
          <p:nvPr/>
        </p:nvSpPr>
        <p:spPr>
          <a:xfrm>
            <a:off x="461541" y="3877519"/>
            <a:ext cx="3565002" cy="923330"/>
          </a:xfrm>
          <a:prstGeom prst="rect">
            <a:avLst/>
          </a:prstGeom>
          <a:noFill/>
        </p:spPr>
        <p:txBody>
          <a:bodyPr wrap="square" rtlCol="0">
            <a:spAutoFit/>
          </a:bodyPr>
          <a:lstStyle/>
          <a:p>
            <a:pPr algn="ctr"/>
            <a:r>
              <a:rPr lang="it-IT" dirty="0">
                <a:solidFill>
                  <a:srgbClr val="EDF6FC"/>
                </a:solidFill>
              </a:rPr>
              <a:t>Ratio slightly declined after 1993 and the decline was not even statistically significant</a:t>
            </a:r>
            <a:endParaRPr lang="en-US" dirty="0">
              <a:solidFill>
                <a:srgbClr val="EDF6FC"/>
              </a:solidFill>
            </a:endParaRPr>
          </a:p>
        </p:txBody>
      </p:sp>
      <p:sp>
        <p:nvSpPr>
          <p:cNvPr id="16" name="TextBox 15">
            <a:extLst>
              <a:ext uri="{FF2B5EF4-FFF2-40B4-BE49-F238E27FC236}">
                <a16:creationId xmlns:a16="http://schemas.microsoft.com/office/drawing/2014/main" id="{A18B6820-3EA2-412D-AE7B-BECF8AEFB7D9}"/>
              </a:ext>
            </a:extLst>
          </p:cNvPr>
          <p:cNvSpPr txBox="1"/>
          <p:nvPr/>
        </p:nvSpPr>
        <p:spPr>
          <a:xfrm>
            <a:off x="4816515" y="3877519"/>
            <a:ext cx="3771900" cy="923330"/>
          </a:xfrm>
          <a:prstGeom prst="rect">
            <a:avLst/>
          </a:prstGeom>
          <a:noFill/>
        </p:spPr>
        <p:txBody>
          <a:bodyPr wrap="square" rtlCol="0">
            <a:spAutoFit/>
          </a:bodyPr>
          <a:lstStyle/>
          <a:p>
            <a:pPr algn="ctr"/>
            <a:r>
              <a:rPr lang="it-IT" dirty="0">
                <a:solidFill>
                  <a:srgbClr val="EDF6FC"/>
                </a:solidFill>
              </a:rPr>
              <a:t>Competitive balance not only did not decrease but also increased for teams playing in the Pacific League</a:t>
            </a:r>
            <a:endParaRPr lang="en-US" dirty="0">
              <a:solidFill>
                <a:srgbClr val="EDF6FC"/>
              </a:solidFill>
            </a:endParaRPr>
          </a:p>
        </p:txBody>
      </p:sp>
    </p:spTree>
    <p:extLst>
      <p:ext uri="{BB962C8B-B14F-4D97-AF65-F5344CB8AC3E}">
        <p14:creationId xmlns:p14="http://schemas.microsoft.com/office/powerpoint/2010/main" val="36695025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0A9C-336C-4852-A554-D1C1DDDA2838}"/>
              </a:ext>
            </a:extLst>
          </p:cNvPr>
          <p:cNvSpPr>
            <a:spLocks noGrp="1"/>
          </p:cNvSpPr>
          <p:nvPr>
            <p:ph type="title"/>
          </p:nvPr>
        </p:nvSpPr>
        <p:spPr/>
        <p:txBody>
          <a:bodyPr/>
          <a:lstStyle/>
          <a:p>
            <a:pPr algn="ctr"/>
            <a:r>
              <a:rPr lang="it-IT"/>
              <a:t>Conclusion</a:t>
            </a:r>
            <a:endParaRPr lang="en-US" dirty="0"/>
          </a:p>
        </p:txBody>
      </p:sp>
      <p:sp>
        <p:nvSpPr>
          <p:cNvPr id="3" name="Content Placeholder 2">
            <a:extLst>
              <a:ext uri="{FF2B5EF4-FFF2-40B4-BE49-F238E27FC236}">
                <a16:creationId xmlns:a16="http://schemas.microsoft.com/office/drawing/2014/main" id="{44475C74-E6DB-4222-863B-78F7D70C65AB}"/>
              </a:ext>
            </a:extLst>
          </p:cNvPr>
          <p:cNvSpPr>
            <a:spLocks noGrp="1"/>
          </p:cNvSpPr>
          <p:nvPr>
            <p:ph idx="1"/>
          </p:nvPr>
        </p:nvSpPr>
        <p:spPr/>
        <p:txBody>
          <a:bodyPr/>
          <a:lstStyle/>
          <a:p>
            <a:r>
              <a:rPr lang="it-IT" dirty="0"/>
              <a:t>The examples provided do not support the fact that a strict labour market regulations are necessary to sustain competitive balance in professional sport</a:t>
            </a:r>
            <a:endParaRPr lang="en-US" dirty="0"/>
          </a:p>
        </p:txBody>
      </p:sp>
    </p:spTree>
    <p:extLst>
      <p:ext uri="{BB962C8B-B14F-4D97-AF65-F5344CB8AC3E}">
        <p14:creationId xmlns:p14="http://schemas.microsoft.com/office/powerpoint/2010/main" val="31983099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992-84A9-4732-91A4-007D26BF4846}"/>
              </a:ext>
            </a:extLst>
          </p:cNvPr>
          <p:cNvSpPr>
            <a:spLocks noGrp="1"/>
          </p:cNvSpPr>
          <p:nvPr>
            <p:ph type="title"/>
          </p:nvPr>
        </p:nvSpPr>
        <p:spPr/>
        <p:txBody>
          <a:bodyPr/>
          <a:lstStyle/>
          <a:p>
            <a:pPr algn="ctr"/>
            <a:r>
              <a:rPr lang="en-US" dirty="0"/>
              <a:t>Interesting</a:t>
            </a:r>
            <a:r>
              <a:rPr lang="it-IT" dirty="0"/>
              <a:t> Links</a:t>
            </a:r>
            <a:endParaRPr lang="en-GB" dirty="0"/>
          </a:p>
        </p:txBody>
      </p:sp>
      <p:sp>
        <p:nvSpPr>
          <p:cNvPr id="3" name="Content Placeholder 2">
            <a:extLst>
              <a:ext uri="{FF2B5EF4-FFF2-40B4-BE49-F238E27FC236}">
                <a16:creationId xmlns:a16="http://schemas.microsoft.com/office/drawing/2014/main" id="{DBCD111C-FA32-40F2-A207-9F6122AC31BB}"/>
              </a:ext>
            </a:extLst>
          </p:cNvPr>
          <p:cNvSpPr>
            <a:spLocks noGrp="1"/>
          </p:cNvSpPr>
          <p:nvPr>
            <p:ph idx="1"/>
          </p:nvPr>
        </p:nvSpPr>
        <p:spPr/>
        <p:txBody>
          <a:bodyPr/>
          <a:lstStyle/>
          <a:p>
            <a:r>
              <a:rPr lang="en-GB" dirty="0">
                <a:solidFill>
                  <a:srgbClr val="FFFF00"/>
                </a:solidFill>
                <a:hlinkClick r:id="rId2">
                  <a:extLst>
                    <a:ext uri="{A12FA001-AC4F-418D-AE19-62706E023703}">
                      <ahyp:hlinkClr xmlns:ahyp="http://schemas.microsoft.com/office/drawing/2018/hyperlinkcolor" val="tx"/>
                    </a:ext>
                  </a:extLst>
                </a:hlinkClick>
              </a:rPr>
              <a:t>https://freakonomics.com/podcast/child-poverty/</a:t>
            </a:r>
            <a:endParaRPr lang="en-GB" dirty="0">
              <a:solidFill>
                <a:srgbClr val="FFFF00"/>
              </a:solidFill>
            </a:endParaRPr>
          </a:p>
          <a:p>
            <a:pPr marL="0" indent="0">
              <a:buNone/>
            </a:pPr>
            <a:endParaRPr lang="en-GB" dirty="0"/>
          </a:p>
        </p:txBody>
      </p:sp>
    </p:spTree>
    <p:extLst>
      <p:ext uri="{BB962C8B-B14F-4D97-AF65-F5344CB8AC3E}">
        <p14:creationId xmlns:p14="http://schemas.microsoft.com/office/powerpoint/2010/main" val="2151033556"/>
      </p:ext>
    </p:extLst>
  </p:cSld>
  <p:clrMapOvr>
    <a:masterClrMapping/>
  </p:clrMapOvr>
</p:sld>
</file>

<file path=ppt/theme/theme1.xml><?xml version="1.0" encoding="utf-8"?>
<a:theme xmlns:a="http://schemas.openxmlformats.org/drawingml/2006/main" name="1_Mørk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8848261F-96B4-4A1E-AFBA-10763A3AA5ED}"/>
    </a:ext>
  </a:extLst>
</a:theme>
</file>

<file path=ppt/theme/theme2.xml><?xml version="1.0" encoding="utf-8"?>
<a:theme xmlns:a="http://schemas.openxmlformats.org/drawingml/2006/main" name="2_Lys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CCABFE4B-7D70-46E5-9E7F-52BCF378F20D}"/>
    </a:ext>
  </a:extLst>
</a:theme>
</file>

<file path=ppt/theme/theme3.xml><?xml version="1.0" encoding="utf-8"?>
<a:theme xmlns:a="http://schemas.openxmlformats.org/drawingml/2006/main" name="3_Hvit-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gendefinert 2">
      <a:majorFont>
        <a:latin typeface="Calibri"/>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3C5EFE4C-45C1-4EF4-AC98-B948AE8648C2}"/>
    </a:ext>
  </a:extLst>
</a:theme>
</file>

<file path=ppt/theme/theme4.xml><?xml version="1.0" encoding="utf-8"?>
<a:theme xmlns:a="http://schemas.openxmlformats.org/drawingml/2006/main" name="4_Si ifra!">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15A5869B-4A0C-4888-B30C-D7769D56BDCD}"/>
    </a:ext>
  </a:extLst>
</a:theme>
</file>

<file path=ppt/theme/theme5.xml><?xml version="1.0" encoding="utf-8"?>
<a:theme xmlns:a="http://schemas.openxmlformats.org/drawingml/2006/main" name="4_Blank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56C785A7-A997-4AA5-9FD3-E663D0D495D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086B82B2E673BB48BBFD907EF88B1F72" ma:contentTypeVersion="0" ma:contentTypeDescription="Opprett et nytt dokument." ma:contentTypeScope="" ma:versionID="0653049da3c7d6103ba0b9e54f21c3f6">
  <xsd:schema xmlns:xsd="http://www.w3.org/2001/XMLSchema" xmlns:xs="http://www.w3.org/2001/XMLSchema" xmlns:p="http://schemas.microsoft.com/office/2006/metadata/properties" targetNamespace="http://schemas.microsoft.com/office/2006/metadata/properties" ma:root="true" ma:fieldsID="3e2500873ed525c1cf306a41cba81e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479CE2-CFF2-495B-B6E0-2F66375CDBBB}">
  <ds:schemaRefs>
    <ds:schemaRef ds:uri="http://schemas.microsoft.com/sharepoint/v3/contenttype/forms"/>
  </ds:schemaRefs>
</ds:datastoreItem>
</file>

<file path=customXml/itemProps2.xml><?xml version="1.0" encoding="utf-8"?>
<ds:datastoreItem xmlns:ds="http://schemas.openxmlformats.org/officeDocument/2006/customXml" ds:itemID="{3CAC7484-FE6E-40E6-83CA-83D55D847BA8}">
  <ds:schemaRef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dcmitype/"/>
    <ds:schemaRef ds:uri="http://purl.org/dc/terms/"/>
    <ds:schemaRef ds:uri="http://www.w3.org/XML/1998/namespace"/>
    <ds:schemaRef ds:uri="http://purl.org/dc/elements/1.1/"/>
  </ds:schemaRefs>
</ds:datastoreItem>
</file>

<file path=customXml/itemProps3.xml><?xml version="1.0" encoding="utf-8"?>
<ds:datastoreItem xmlns:ds="http://schemas.openxmlformats.org/officeDocument/2006/customXml" ds:itemID="{C299F0B8-F1FA-4547-8345-D1C345C8AD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HiMolde presentation template</Template>
  <TotalTime>5163</TotalTime>
  <Words>3713</Words>
  <Application>Microsoft Office PowerPoint</Application>
  <PresentationFormat>On-screen Show (16:10)</PresentationFormat>
  <Paragraphs>374</Paragraphs>
  <Slides>68</Slides>
  <Notes>5</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68</vt:i4>
      </vt:variant>
    </vt:vector>
  </HeadingPairs>
  <TitlesOfParts>
    <vt:vector size="79" baseType="lpstr">
      <vt:lpstr>Arial</vt:lpstr>
      <vt:lpstr>Calibri</vt:lpstr>
      <vt:lpstr>Calibri Light</vt:lpstr>
      <vt:lpstr>Cambria Math</vt:lpstr>
      <vt:lpstr>TT Commons</vt:lpstr>
      <vt:lpstr>Wingdings</vt:lpstr>
      <vt:lpstr>1_Mørkblå-bakgrunn</vt:lpstr>
      <vt:lpstr>2_Lysblå-bakgrunn</vt:lpstr>
      <vt:lpstr>3_Hvit-bakgrunn</vt:lpstr>
      <vt:lpstr>4_Si ifra!</vt:lpstr>
      <vt:lpstr>4_Blanko</vt:lpstr>
      <vt:lpstr>Lecture #7 Government Policy</vt:lpstr>
      <vt:lpstr>Producer Surplus</vt:lpstr>
      <vt:lpstr>PowerPoint Presentation</vt:lpstr>
      <vt:lpstr>Consumers and Producers Surplus</vt:lpstr>
      <vt:lpstr>Government Policies</vt:lpstr>
      <vt:lpstr>Competitive Markets</vt:lpstr>
      <vt:lpstr>Government Policies (cont’d)</vt:lpstr>
      <vt:lpstr>PowerPoint Presentation</vt:lpstr>
      <vt:lpstr>Governments Policies (cont’d)</vt:lpstr>
      <vt:lpstr>Price Controls</vt:lpstr>
      <vt:lpstr>Price ceiling – Market Surplus</vt:lpstr>
      <vt:lpstr>Price ceiling – Market Surplus</vt:lpstr>
      <vt:lpstr>Price ceiling – Redistribution</vt:lpstr>
      <vt:lpstr>Price ceiling – Redistribution (cont’d)</vt:lpstr>
      <vt:lpstr>Price ceiling – Redistribution (cont’d)</vt:lpstr>
      <vt:lpstr>Price ceiling – Transfer and DWL (death weight loss) </vt:lpstr>
      <vt:lpstr>Price floor – Market Surplus</vt:lpstr>
      <vt:lpstr>Price Floor – Minimum wage policy</vt:lpstr>
      <vt:lpstr>Price Floor – Minimum wage policy</vt:lpstr>
      <vt:lpstr>Price floor – Market Surplus</vt:lpstr>
      <vt:lpstr>Price floor – Market Surplus</vt:lpstr>
      <vt:lpstr>Price controls - Summary</vt:lpstr>
      <vt:lpstr>Quantity Controls </vt:lpstr>
      <vt:lpstr>Quantity Controls - Example</vt:lpstr>
      <vt:lpstr>PowerPoint Presentation</vt:lpstr>
      <vt:lpstr>PowerPoint Presentation</vt:lpstr>
      <vt:lpstr>Effect of a quota</vt:lpstr>
      <vt:lpstr>Quota– Market Surplus</vt:lpstr>
      <vt:lpstr>Quantity controls – Summary </vt:lpstr>
      <vt:lpstr>Taxes and Subsidies</vt:lpstr>
      <vt:lpstr>Taxes, Supply and Demand curves</vt:lpstr>
      <vt:lpstr>Equilibrium before tax</vt:lpstr>
      <vt:lpstr>Effect of a tax - example</vt:lpstr>
      <vt:lpstr>PowerPoint Presentation</vt:lpstr>
      <vt:lpstr>Tax– Market Surplus</vt:lpstr>
      <vt:lpstr>Tax – Transfer and Deadweight Loss</vt:lpstr>
      <vt:lpstr>Tax – Transfer</vt:lpstr>
      <vt:lpstr>Tax – Transfer (cont’d)</vt:lpstr>
      <vt:lpstr>Tax – Deadweight Loss</vt:lpstr>
      <vt:lpstr>Subsidy</vt:lpstr>
      <vt:lpstr>Subsidy - Example</vt:lpstr>
      <vt:lpstr>Subsidy – Example (cont’d)</vt:lpstr>
      <vt:lpstr>PowerPoint Presentation</vt:lpstr>
      <vt:lpstr>Subsidy – Market Surplus</vt:lpstr>
      <vt:lpstr>Subsidy – Market Surplus (cont’d)</vt:lpstr>
      <vt:lpstr>Elasticity&amp;Policy</vt:lpstr>
      <vt:lpstr>US vs Canada</vt:lpstr>
      <vt:lpstr>Assumptions</vt:lpstr>
      <vt:lpstr>First Glance Observations</vt:lpstr>
      <vt:lpstr>Deadweight loss US – More elastic demand</vt:lpstr>
      <vt:lpstr>Deadweight loss Canada – Less elastic demand</vt:lpstr>
      <vt:lpstr>Conclusions</vt:lpstr>
      <vt:lpstr>CS, PS, and elasticity</vt:lpstr>
      <vt:lpstr>CS, PS, and elasticity - math</vt:lpstr>
      <vt:lpstr>CS, PS, and elasticity - conclusions</vt:lpstr>
      <vt:lpstr>Two main conclusions</vt:lpstr>
      <vt:lpstr>Price Ceiling - Example</vt:lpstr>
      <vt:lpstr>Are salary caps a form of price ceiling?</vt:lpstr>
      <vt:lpstr>Government policy in Sport  </vt:lpstr>
      <vt:lpstr>Competitive Balance (CB)</vt:lpstr>
      <vt:lpstr>PowerPoint Presentation</vt:lpstr>
      <vt:lpstr>CB as standard deviation of wins</vt:lpstr>
      <vt:lpstr>CB as HHI</vt:lpstr>
      <vt:lpstr>Government policy in Sport </vt:lpstr>
      <vt:lpstr>Salary</vt:lpstr>
      <vt:lpstr>PowerPoint Presentation</vt:lpstr>
      <vt:lpstr>Conclusion</vt:lpstr>
      <vt:lpstr>Interesting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for Sport Management   </dc:title>
  <dc:creator>Alessandro Di Mattia</dc:creator>
  <cp:lastModifiedBy>Alessandro Edoardo Giorgio David Di Mattia</cp:lastModifiedBy>
  <cp:revision>70</cp:revision>
  <dcterms:created xsi:type="dcterms:W3CDTF">2021-07-15T16:00:15Z</dcterms:created>
  <dcterms:modified xsi:type="dcterms:W3CDTF">2026-09-20T09:30:09Z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0x010100086B82B2E673BB48BBFD907EF88B1F72</vt:lpwstr>
  </property>
  <property fmtid="{D5CDD505-2E9C-101B-9397-08002B2CF9AE}" pid="3" name="MSIP_Label_ee59125d-3421-490c-8c49-713131ff88a1_Enabled">
    <vt:lpwstr>true</vt:lpwstr>
  </property>
  <property fmtid="{D5CDD505-2E9C-101B-9397-08002B2CF9AE}" pid="4" name="MSIP_Label_ee59125d-3421-490c-8c49-713131ff88a1_SetDate">
    <vt:lpwstr>2026-09-13T15:12:49Z</vt:lpwstr>
  </property>
  <property fmtid="{D5CDD505-2E9C-101B-9397-08002B2CF9AE}" pid="5" name="MSIP_Label_ee59125d-3421-490c-8c49-713131ff88a1_Method">
    <vt:lpwstr>Standard</vt:lpwstr>
  </property>
  <property fmtid="{D5CDD505-2E9C-101B-9397-08002B2CF9AE}" pid="6" name="MSIP_Label_ee59125d-3421-490c-8c49-713131ff88a1_Name">
    <vt:lpwstr>Yellow</vt:lpwstr>
  </property>
  <property fmtid="{D5CDD505-2E9C-101B-9397-08002B2CF9AE}" pid="7" name="MSIP_Label_ee59125d-3421-490c-8c49-713131ff88a1_SiteId">
    <vt:lpwstr>938c1eb0-9d08-484b-92b9-53f583bd08fb</vt:lpwstr>
  </property>
  <property fmtid="{D5CDD505-2E9C-101B-9397-08002B2CF9AE}" pid="8" name="MSIP_Label_ee59125d-3421-490c-8c49-713131ff88a1_ActionId">
    <vt:lpwstr>c1545199-be0f-4e32-b1db-dbe319b24d86</vt:lpwstr>
  </property>
  <property fmtid="{D5CDD505-2E9C-101B-9397-08002B2CF9AE}" pid="9" name="MSIP_Label_ee59125d-3421-490c-8c49-713131ff88a1_ContentBits">
    <vt:lpwstr>0</vt:lpwstr>
  </property>
  <property fmtid="{D5CDD505-2E9C-101B-9397-08002B2CF9AE}" pid="10" name="MSIP_Label_ee59125d-3421-490c-8c49-713131ff88a1_Tag">
    <vt:lpwstr>10, 3, 0, 1</vt:lpwstr>
  </property>
</Properties>
</file>