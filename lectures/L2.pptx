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heme/themeOverride1.xml" ContentType="application/vnd.openxmlformats-officedocument.themeOverr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heme/themeOverride2.xml" ContentType="application/vnd.openxmlformats-officedocument.themeOverr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4"/>
    <p:sldMasterId id="2147483694" r:id="rId5"/>
    <p:sldMasterId id="2147483703" r:id="rId6"/>
    <p:sldMasterId id="2147483718" r:id="rId7"/>
    <p:sldMasterId id="2147483712" r:id="rId8"/>
  </p:sldMasterIdLst>
  <p:notesMasterIdLst>
    <p:notesMasterId r:id="rId68"/>
  </p:notesMasterIdLst>
  <p:handoutMasterIdLst>
    <p:handoutMasterId r:id="rId69"/>
  </p:handoutMasterIdLst>
  <p:sldIdLst>
    <p:sldId id="280" r:id="rId9"/>
    <p:sldId id="281" r:id="rId10"/>
    <p:sldId id="282" r:id="rId11"/>
    <p:sldId id="283" r:id="rId12"/>
    <p:sldId id="296" r:id="rId13"/>
    <p:sldId id="284" r:id="rId14"/>
    <p:sldId id="287" r:id="rId15"/>
    <p:sldId id="286" r:id="rId16"/>
    <p:sldId id="288" r:id="rId17"/>
    <p:sldId id="289" r:id="rId18"/>
    <p:sldId id="291" r:id="rId19"/>
    <p:sldId id="290" r:id="rId20"/>
    <p:sldId id="292" r:id="rId21"/>
    <p:sldId id="293" r:id="rId22"/>
    <p:sldId id="285" r:id="rId23"/>
    <p:sldId id="294" r:id="rId24"/>
    <p:sldId id="295" r:id="rId25"/>
    <p:sldId id="299" r:id="rId26"/>
    <p:sldId id="300" r:id="rId27"/>
    <p:sldId id="301" r:id="rId28"/>
    <p:sldId id="302" r:id="rId29"/>
    <p:sldId id="303" r:id="rId30"/>
    <p:sldId id="304" r:id="rId31"/>
    <p:sldId id="305" r:id="rId32"/>
    <p:sldId id="306" r:id="rId33"/>
    <p:sldId id="307" r:id="rId34"/>
    <p:sldId id="308" r:id="rId35"/>
    <p:sldId id="309" r:id="rId36"/>
    <p:sldId id="297" r:id="rId37"/>
    <p:sldId id="310" r:id="rId38"/>
    <p:sldId id="311" r:id="rId39"/>
    <p:sldId id="298" r:id="rId40"/>
    <p:sldId id="312" r:id="rId41"/>
    <p:sldId id="313" r:id="rId42"/>
    <p:sldId id="314" r:id="rId43"/>
    <p:sldId id="315" r:id="rId44"/>
    <p:sldId id="316" r:id="rId45"/>
    <p:sldId id="317" r:id="rId46"/>
    <p:sldId id="318" r:id="rId47"/>
    <p:sldId id="319" r:id="rId48"/>
    <p:sldId id="320" r:id="rId49"/>
    <p:sldId id="321" r:id="rId50"/>
    <p:sldId id="322" r:id="rId51"/>
    <p:sldId id="323" r:id="rId52"/>
    <p:sldId id="324" r:id="rId53"/>
    <p:sldId id="325" r:id="rId54"/>
    <p:sldId id="326" r:id="rId55"/>
    <p:sldId id="327" r:id="rId56"/>
    <p:sldId id="328" r:id="rId57"/>
    <p:sldId id="329" r:id="rId58"/>
    <p:sldId id="330" r:id="rId59"/>
    <p:sldId id="333" r:id="rId60"/>
    <p:sldId id="332" r:id="rId61"/>
    <p:sldId id="334" r:id="rId62"/>
    <p:sldId id="335" r:id="rId63"/>
    <p:sldId id="336" r:id="rId64"/>
    <p:sldId id="337" r:id="rId65"/>
    <p:sldId id="339" r:id="rId66"/>
    <p:sldId id="340" r:id="rId67"/>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97C67"/>
    <a:srgbClr val="E9A592"/>
    <a:srgbClr val="005CA3"/>
    <a:srgbClr val="2E538D"/>
    <a:srgbClr val="ED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79452" autoAdjust="0"/>
  </p:normalViewPr>
  <p:slideViewPr>
    <p:cSldViewPr snapToGrid="0" snapToObjects="1">
      <p:cViewPr varScale="1">
        <p:scale>
          <a:sx n="105" d="100"/>
          <a:sy n="105" d="100"/>
        </p:scale>
        <p:origin x="2004" y="96"/>
      </p:cViewPr>
      <p:guideLst/>
    </p:cSldViewPr>
  </p:slideViewPr>
  <p:notesTextViewPr>
    <p:cViewPr>
      <p:scale>
        <a:sx n="1" d="1"/>
        <a:sy n="1" d="1"/>
      </p:scale>
      <p:origin x="0" y="0"/>
    </p:cViewPr>
  </p:notesTextViewPr>
  <p:notesViewPr>
    <p:cSldViewPr snapToGrid="0" snapToObjects="1">
      <p:cViewPr varScale="1">
        <p:scale>
          <a:sx n="96" d="100"/>
          <a:sy n="96" d="100"/>
        </p:scale>
        <p:origin x="2784"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74"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handoutMaster" Target="handoutMasters/handoutMaster1.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 Type="http://schemas.openxmlformats.org/officeDocument/2006/relationships/slideMaster" Target="slideMasters/slideMaster4.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 Mattia Alessandro Edoardo Giorgio David" userId="f8954a66-e5ad-4a1c-9536-1d2117047f5f" providerId="ADAL" clId="{184EC896-9F22-4A0F-91B2-22C65AB756FE}"/>
    <pc:docChg chg="custSel delSld modSld modMainMaster">
      <pc:chgData name="Di Mattia Alessandro Edoardo Giorgio David" userId="f8954a66-e5ad-4a1c-9536-1d2117047f5f" providerId="ADAL" clId="{184EC896-9F22-4A0F-91B2-22C65AB756FE}" dt="2021-09-09T13:55:01.924" v="146" actId="1076"/>
      <pc:docMkLst>
        <pc:docMk/>
      </pc:docMkLst>
      <pc:sldChg chg="modSp mod">
        <pc:chgData name="Di Mattia Alessandro Edoardo Giorgio David" userId="f8954a66-e5ad-4a1c-9536-1d2117047f5f" providerId="ADAL" clId="{184EC896-9F22-4A0F-91B2-22C65AB756FE}" dt="2021-09-02T13:04:27.544" v="15" actId="20577"/>
        <pc:sldMkLst>
          <pc:docMk/>
          <pc:sldMk cId="2456525904" sldId="286"/>
        </pc:sldMkLst>
        <pc:spChg chg="mod">
          <ac:chgData name="Di Mattia Alessandro Edoardo Giorgio David" userId="f8954a66-e5ad-4a1c-9536-1d2117047f5f" providerId="ADAL" clId="{184EC896-9F22-4A0F-91B2-22C65AB756FE}" dt="2021-09-02T13:04:27.544" v="15" actId="20577"/>
          <ac:spMkLst>
            <pc:docMk/>
            <pc:sldMk cId="2456525904" sldId="286"/>
            <ac:spMk id="3" creationId="{33A4D5E2-8843-432F-88C9-53CFAF1F6DDE}"/>
          </ac:spMkLst>
        </pc:spChg>
      </pc:sldChg>
      <pc:sldChg chg="modSp">
        <pc:chgData name="Di Mattia Alessandro Edoardo Giorgio David" userId="f8954a66-e5ad-4a1c-9536-1d2117047f5f" providerId="ADAL" clId="{184EC896-9F22-4A0F-91B2-22C65AB756FE}" dt="2021-09-06T08:16:44.913" v="118" actId="20577"/>
        <pc:sldMkLst>
          <pc:docMk/>
          <pc:sldMk cId="1026349041" sldId="329"/>
        </pc:sldMkLst>
        <pc:spChg chg="mod">
          <ac:chgData name="Di Mattia Alessandro Edoardo Giorgio David" userId="f8954a66-e5ad-4a1c-9536-1d2117047f5f" providerId="ADAL" clId="{184EC896-9F22-4A0F-91B2-22C65AB756FE}" dt="2021-09-06T08:16:44.913" v="118" actId="20577"/>
          <ac:spMkLst>
            <pc:docMk/>
            <pc:sldMk cId="1026349041" sldId="329"/>
            <ac:spMk id="6" creationId="{7633950F-2995-4718-9772-8F6F21C33A2B}"/>
          </ac:spMkLst>
        </pc:spChg>
      </pc:sldChg>
      <pc:sldChg chg="modSp mod">
        <pc:chgData name="Di Mattia Alessandro Edoardo Giorgio David" userId="f8954a66-e5ad-4a1c-9536-1d2117047f5f" providerId="ADAL" clId="{184EC896-9F22-4A0F-91B2-22C65AB756FE}" dt="2021-09-06T07:57:30.514" v="94" actId="20577"/>
        <pc:sldMkLst>
          <pc:docMk/>
          <pc:sldMk cId="2892898324" sldId="330"/>
        </pc:sldMkLst>
        <pc:spChg chg="mod">
          <ac:chgData name="Di Mattia Alessandro Edoardo Giorgio David" userId="f8954a66-e5ad-4a1c-9536-1d2117047f5f" providerId="ADAL" clId="{184EC896-9F22-4A0F-91B2-22C65AB756FE}" dt="2021-09-02T14:39:20.174" v="45" actId="20577"/>
          <ac:spMkLst>
            <pc:docMk/>
            <pc:sldMk cId="2892898324" sldId="330"/>
            <ac:spMk id="2" creationId="{376A20E8-0080-4E6F-885C-CB0C938C88E4}"/>
          </ac:spMkLst>
        </pc:spChg>
        <pc:spChg chg="mod">
          <ac:chgData name="Di Mattia Alessandro Edoardo Giorgio David" userId="f8954a66-e5ad-4a1c-9536-1d2117047f5f" providerId="ADAL" clId="{184EC896-9F22-4A0F-91B2-22C65AB756FE}" dt="2021-09-06T07:57:30.514" v="94" actId="20577"/>
          <ac:spMkLst>
            <pc:docMk/>
            <pc:sldMk cId="2892898324" sldId="330"/>
            <ac:spMk id="29" creationId="{F03B629E-348D-4450-8ED8-F595BA048C88}"/>
          </ac:spMkLst>
        </pc:spChg>
      </pc:sldChg>
      <pc:sldChg chg="modSp del mod">
        <pc:chgData name="Di Mattia Alessandro Edoardo Giorgio David" userId="f8954a66-e5ad-4a1c-9536-1d2117047f5f" providerId="ADAL" clId="{184EC896-9F22-4A0F-91B2-22C65AB756FE}" dt="2021-09-02T14:39:27.078" v="46" actId="2696"/>
        <pc:sldMkLst>
          <pc:docMk/>
          <pc:sldMk cId="3188304425" sldId="331"/>
        </pc:sldMkLst>
        <pc:picChg chg="mod">
          <ac:chgData name="Di Mattia Alessandro Edoardo Giorgio David" userId="f8954a66-e5ad-4a1c-9536-1d2117047f5f" providerId="ADAL" clId="{184EC896-9F22-4A0F-91B2-22C65AB756FE}" dt="2021-09-02T14:38:43.468" v="43" actId="14100"/>
          <ac:picMkLst>
            <pc:docMk/>
            <pc:sldMk cId="3188304425" sldId="331"/>
            <ac:picMk id="6" creationId="{B8065D7D-9B8F-4D8E-ACE2-63DB2C740530}"/>
          </ac:picMkLst>
        </pc:picChg>
      </pc:sldChg>
      <pc:sldChg chg="addSp delSp modSp mod">
        <pc:chgData name="Di Mattia Alessandro Edoardo Giorgio David" userId="f8954a66-e5ad-4a1c-9536-1d2117047f5f" providerId="ADAL" clId="{184EC896-9F22-4A0F-91B2-22C65AB756FE}" dt="2021-09-06T08:06:40.178" v="103" actId="1076"/>
        <pc:sldMkLst>
          <pc:docMk/>
          <pc:sldMk cId="3922909339" sldId="332"/>
        </pc:sldMkLst>
        <pc:picChg chg="add del mod">
          <ac:chgData name="Di Mattia Alessandro Edoardo Giorgio David" userId="f8954a66-e5ad-4a1c-9536-1d2117047f5f" providerId="ADAL" clId="{184EC896-9F22-4A0F-91B2-22C65AB756FE}" dt="2021-09-06T08:04:34.670" v="95" actId="478"/>
          <ac:picMkLst>
            <pc:docMk/>
            <pc:sldMk cId="3922909339" sldId="332"/>
            <ac:picMk id="3" creationId="{C07A8661-B944-49EE-9F92-F8F37A94F260}"/>
          </ac:picMkLst>
        </pc:picChg>
        <pc:picChg chg="add del mod">
          <ac:chgData name="Di Mattia Alessandro Edoardo Giorgio David" userId="f8954a66-e5ad-4a1c-9536-1d2117047f5f" providerId="ADAL" clId="{184EC896-9F22-4A0F-91B2-22C65AB756FE}" dt="2021-09-06T08:05:53.716" v="98" actId="478"/>
          <ac:picMkLst>
            <pc:docMk/>
            <pc:sldMk cId="3922909339" sldId="332"/>
            <ac:picMk id="5" creationId="{41E22B38-ACBF-44B0-B510-7A8DDE7B7CF3}"/>
          </ac:picMkLst>
        </pc:picChg>
        <pc:picChg chg="add mod">
          <ac:chgData name="Di Mattia Alessandro Edoardo Giorgio David" userId="f8954a66-e5ad-4a1c-9536-1d2117047f5f" providerId="ADAL" clId="{184EC896-9F22-4A0F-91B2-22C65AB756FE}" dt="2021-09-06T08:06:40.178" v="103" actId="1076"/>
          <ac:picMkLst>
            <pc:docMk/>
            <pc:sldMk cId="3922909339" sldId="332"/>
            <ac:picMk id="6" creationId="{9B661BCC-668F-4587-8794-DFD2176DC7D4}"/>
          </ac:picMkLst>
        </pc:picChg>
        <pc:picChg chg="del">
          <ac:chgData name="Di Mattia Alessandro Edoardo Giorgio David" userId="f8954a66-e5ad-4a1c-9536-1d2117047f5f" providerId="ADAL" clId="{184EC896-9F22-4A0F-91B2-22C65AB756FE}" dt="2021-09-02T14:48:10.507" v="47" actId="478"/>
          <ac:picMkLst>
            <pc:docMk/>
            <pc:sldMk cId="3922909339" sldId="332"/>
            <ac:picMk id="6" creationId="{DBA80245-BC9D-4BD0-B7C2-DBC234FA13C4}"/>
          </ac:picMkLst>
        </pc:picChg>
      </pc:sldChg>
      <pc:sldChg chg="addSp delSp modSp mod">
        <pc:chgData name="Di Mattia Alessandro Edoardo Giorgio David" userId="f8954a66-e5ad-4a1c-9536-1d2117047f5f" providerId="ADAL" clId="{184EC896-9F22-4A0F-91B2-22C65AB756FE}" dt="2021-09-02T14:54:13.791" v="57" actId="1076"/>
        <pc:sldMkLst>
          <pc:docMk/>
          <pc:sldMk cId="2200792181" sldId="335"/>
        </pc:sldMkLst>
        <pc:picChg chg="add del mod">
          <ac:chgData name="Di Mattia Alessandro Edoardo Giorgio David" userId="f8954a66-e5ad-4a1c-9536-1d2117047f5f" providerId="ADAL" clId="{184EC896-9F22-4A0F-91B2-22C65AB756FE}" dt="2021-09-02T14:54:07.552" v="55" actId="478"/>
          <ac:picMkLst>
            <pc:docMk/>
            <pc:sldMk cId="2200792181" sldId="335"/>
            <ac:picMk id="4" creationId="{3C7496C5-1B6D-40B2-908D-03DD0CA9B7B3}"/>
          </ac:picMkLst>
        </pc:picChg>
        <pc:picChg chg="add mod">
          <ac:chgData name="Di Mattia Alessandro Edoardo Giorgio David" userId="f8954a66-e5ad-4a1c-9536-1d2117047f5f" providerId="ADAL" clId="{184EC896-9F22-4A0F-91B2-22C65AB756FE}" dt="2021-09-02T14:54:13.791" v="57" actId="1076"/>
          <ac:picMkLst>
            <pc:docMk/>
            <pc:sldMk cId="2200792181" sldId="335"/>
            <ac:picMk id="5" creationId="{0B9A1B55-5199-44E2-9300-1CEFC3278A7A}"/>
          </ac:picMkLst>
        </pc:picChg>
        <pc:picChg chg="del">
          <ac:chgData name="Di Mattia Alessandro Edoardo Giorgio David" userId="f8954a66-e5ad-4a1c-9536-1d2117047f5f" providerId="ADAL" clId="{184EC896-9F22-4A0F-91B2-22C65AB756FE}" dt="2021-09-02T14:50:41.304" v="50" actId="478"/>
          <ac:picMkLst>
            <pc:docMk/>
            <pc:sldMk cId="2200792181" sldId="335"/>
            <ac:picMk id="7" creationId="{3189569D-242A-473A-9A94-6E5144F443C6}"/>
          </ac:picMkLst>
        </pc:picChg>
      </pc:sldChg>
      <pc:sldChg chg="modSp">
        <pc:chgData name="Di Mattia Alessandro Edoardo Giorgio David" userId="f8954a66-e5ad-4a1c-9536-1d2117047f5f" providerId="ADAL" clId="{184EC896-9F22-4A0F-91B2-22C65AB756FE}" dt="2021-09-06T08:21:57.407" v="133" actId="20577"/>
        <pc:sldMkLst>
          <pc:docMk/>
          <pc:sldMk cId="2223886345" sldId="336"/>
        </pc:sldMkLst>
        <pc:spChg chg="mod">
          <ac:chgData name="Di Mattia Alessandro Edoardo Giorgio David" userId="f8954a66-e5ad-4a1c-9536-1d2117047f5f" providerId="ADAL" clId="{184EC896-9F22-4A0F-91B2-22C65AB756FE}" dt="2021-09-06T08:21:57.407" v="133" actId="20577"/>
          <ac:spMkLst>
            <pc:docMk/>
            <pc:sldMk cId="2223886345" sldId="336"/>
            <ac:spMk id="61" creationId="{58A6B7EB-1412-40A2-821F-8F47923E2B39}"/>
          </ac:spMkLst>
        </pc:spChg>
      </pc:sldChg>
      <pc:sldChg chg="addSp modSp mod">
        <pc:chgData name="Di Mattia Alessandro Edoardo Giorgio David" userId="f8954a66-e5ad-4a1c-9536-1d2117047f5f" providerId="ADAL" clId="{184EC896-9F22-4A0F-91B2-22C65AB756FE}" dt="2021-09-02T14:51:18.591" v="54" actId="1076"/>
        <pc:sldMkLst>
          <pc:docMk/>
          <pc:sldMk cId="2386622032" sldId="337"/>
        </pc:sldMkLst>
        <pc:picChg chg="add mod">
          <ac:chgData name="Di Mattia Alessandro Edoardo Giorgio David" userId="f8954a66-e5ad-4a1c-9536-1d2117047f5f" providerId="ADAL" clId="{184EC896-9F22-4A0F-91B2-22C65AB756FE}" dt="2021-09-02T14:51:18.591" v="54" actId="1076"/>
          <ac:picMkLst>
            <pc:docMk/>
            <pc:sldMk cId="2386622032" sldId="337"/>
            <ac:picMk id="3" creationId="{CF584939-8A81-4C76-9BBD-EA0F5D441CDC}"/>
          </ac:picMkLst>
        </pc:picChg>
      </pc:sldChg>
      <pc:sldChg chg="del">
        <pc:chgData name="Di Mattia Alessandro Edoardo Giorgio David" userId="f8954a66-e5ad-4a1c-9536-1d2117047f5f" providerId="ADAL" clId="{184EC896-9F22-4A0F-91B2-22C65AB756FE}" dt="2021-09-06T08:24:21.182" v="134" actId="2696"/>
        <pc:sldMkLst>
          <pc:docMk/>
          <pc:sldMk cId="863600783" sldId="338"/>
        </pc:sldMkLst>
      </pc:sldChg>
      <pc:sldChg chg="modSp mod">
        <pc:chgData name="Di Mattia Alessandro Edoardo Giorgio David" userId="f8954a66-e5ad-4a1c-9536-1d2117047f5f" providerId="ADAL" clId="{184EC896-9F22-4A0F-91B2-22C65AB756FE}" dt="2021-09-06T07:39:07.922" v="93" actId="20577"/>
        <pc:sldMkLst>
          <pc:docMk/>
          <pc:sldMk cId="3760396929" sldId="339"/>
        </pc:sldMkLst>
        <pc:spChg chg="mod">
          <ac:chgData name="Di Mattia Alessandro Edoardo Giorgio David" userId="f8954a66-e5ad-4a1c-9536-1d2117047f5f" providerId="ADAL" clId="{184EC896-9F22-4A0F-91B2-22C65AB756FE}" dt="2021-09-06T07:39:07.922" v="93" actId="20577"/>
          <ac:spMkLst>
            <pc:docMk/>
            <pc:sldMk cId="3760396929" sldId="339"/>
            <ac:spMk id="3" creationId="{1D30359C-CBBF-48E2-90A8-845B2C301D3C}"/>
          </ac:spMkLst>
        </pc:spChg>
      </pc:sldChg>
      <pc:sldMasterChg chg="addSp modSp mod modSldLayout">
        <pc:chgData name="Di Mattia Alessandro Edoardo Giorgio David" userId="f8954a66-e5ad-4a1c-9536-1d2117047f5f" providerId="ADAL" clId="{184EC896-9F22-4A0F-91B2-22C65AB756FE}" dt="2021-09-09T13:55:01.924" v="146" actId="1076"/>
        <pc:sldMasterMkLst>
          <pc:docMk/>
          <pc:sldMasterMk cId="626235760" sldId="2147483684"/>
        </pc:sldMasterMkLst>
        <pc:spChg chg="add mod">
          <ac:chgData name="Di Mattia Alessandro Edoardo Giorgio David" userId="f8954a66-e5ad-4a1c-9536-1d2117047f5f" providerId="ADAL" clId="{184EC896-9F22-4A0F-91B2-22C65AB756FE}" dt="2021-09-09T13:55:01.924" v="146" actId="1076"/>
          <ac:spMkLst>
            <pc:docMk/>
            <pc:sldMasterMk cId="626235760" sldId="2147483684"/>
            <ac:spMk id="2" creationId="{BC4650AD-3F48-4013-9E40-11D62134C54B}"/>
          </ac:spMkLst>
        </pc:spChg>
        <pc:sldLayoutChg chg="addSp delSp modSp mod">
          <pc:chgData name="Di Mattia Alessandro Edoardo Giorgio David" userId="f8954a66-e5ad-4a1c-9536-1d2117047f5f" providerId="ADAL" clId="{184EC896-9F22-4A0F-91B2-22C65AB756FE}" dt="2021-09-09T13:54:35.589" v="142"/>
          <pc:sldLayoutMkLst>
            <pc:docMk/>
            <pc:sldMasterMk cId="626235760" sldId="2147483684"/>
            <pc:sldLayoutMk cId="2014852939" sldId="2147483685"/>
          </pc:sldLayoutMkLst>
          <pc:spChg chg="add del mod">
            <ac:chgData name="Di Mattia Alessandro Edoardo Giorgio David" userId="f8954a66-e5ad-4a1c-9536-1d2117047f5f" providerId="ADAL" clId="{184EC896-9F22-4A0F-91B2-22C65AB756FE}" dt="2021-09-09T13:54:35.589" v="142"/>
            <ac:spMkLst>
              <pc:docMk/>
              <pc:sldMasterMk cId="626235760" sldId="2147483684"/>
              <pc:sldLayoutMk cId="2014852939" sldId="2147483685"/>
              <ac:spMk id="4" creationId="{68D02B30-7E2A-48D3-8006-69180298E341}"/>
            </ac:spMkLst>
          </pc:spChg>
        </pc:sldLayoutChg>
      </pc:sldMasterChg>
    </pc:docChg>
  </pc:docChgLst>
  <pc:docChgLst>
    <pc:chgData name="Alessandro Edoardo Giorgio David" userId="f8954a66-e5ad-4a1c-9536-1d2117047f5f" providerId="ADAL" clId="{939C7DD2-3D6F-440B-AD70-E01977818E14}"/>
    <pc:docChg chg="modSld">
      <pc:chgData name="Alessandro Edoardo Giorgio David" userId="f8954a66-e5ad-4a1c-9536-1d2117047f5f" providerId="ADAL" clId="{939C7DD2-3D6F-440B-AD70-E01977818E14}" dt="2021-11-30T07:54:08.623" v="0" actId="20577"/>
      <pc:docMkLst>
        <pc:docMk/>
      </pc:docMkLst>
      <pc:sldChg chg="modSp mod">
        <pc:chgData name="Alessandro Edoardo Giorgio David" userId="f8954a66-e5ad-4a1c-9536-1d2117047f5f" providerId="ADAL" clId="{939C7DD2-3D6F-440B-AD70-E01977818E14}" dt="2021-11-30T07:54:08.623" v="0" actId="20577"/>
        <pc:sldMkLst>
          <pc:docMk/>
          <pc:sldMk cId="2892898324" sldId="330"/>
        </pc:sldMkLst>
        <pc:spChg chg="mod">
          <ac:chgData name="Alessandro Edoardo Giorgio David" userId="f8954a66-e5ad-4a1c-9536-1d2117047f5f" providerId="ADAL" clId="{939C7DD2-3D6F-440B-AD70-E01977818E14}" dt="2021-11-30T07:54:08.623" v="0" actId="20577"/>
          <ac:spMkLst>
            <pc:docMk/>
            <pc:sldMk cId="2892898324" sldId="330"/>
            <ac:spMk id="2" creationId="{376A20E8-0080-4E6F-885C-CB0C938C88E4}"/>
          </ac:spMkLst>
        </pc:spChg>
      </pc:sldChg>
    </pc:docChg>
  </pc:docChgLst>
  <pc:docChgLst>
    <pc:chgData name="Di Mattia Alessandro Edoardo Giorgio David" userId="f8954a66-e5ad-4a1c-9536-1d2117047f5f" providerId="ADAL" clId="{CFBF690A-D719-48D2-92B8-B5819DB24AC8}"/>
    <pc:docChg chg="undo custSel addSld modSld">
      <pc:chgData name="Di Mattia Alessandro Edoardo Giorgio David" userId="f8954a66-e5ad-4a1c-9536-1d2117047f5f" providerId="ADAL" clId="{CFBF690A-D719-48D2-92B8-B5819DB24AC8}" dt="2021-08-09T15:53:44.291" v="1952" actId="20577"/>
      <pc:docMkLst>
        <pc:docMk/>
      </pc:docMkLst>
      <pc:sldChg chg="modSp mod">
        <pc:chgData name="Di Mattia Alessandro Edoardo Giorgio David" userId="f8954a66-e5ad-4a1c-9536-1d2117047f5f" providerId="ADAL" clId="{CFBF690A-D719-48D2-92B8-B5819DB24AC8}" dt="2021-08-09T14:22:54.910" v="1329" actId="207"/>
        <pc:sldMkLst>
          <pc:docMk/>
          <pc:sldMk cId="1478560338" sldId="318"/>
        </pc:sldMkLst>
        <pc:spChg chg="mod">
          <ac:chgData name="Di Mattia Alessandro Edoardo Giorgio David" userId="f8954a66-e5ad-4a1c-9536-1d2117047f5f" providerId="ADAL" clId="{CFBF690A-D719-48D2-92B8-B5819DB24AC8}" dt="2021-08-09T14:22:54.910" v="1329" actId="207"/>
          <ac:spMkLst>
            <pc:docMk/>
            <pc:sldMk cId="1478560338" sldId="318"/>
            <ac:spMk id="3" creationId="{EE5866AE-9B94-40DE-9A9A-06E3998624FB}"/>
          </ac:spMkLst>
        </pc:spChg>
      </pc:sldChg>
      <pc:sldChg chg="modSp mod">
        <pc:chgData name="Di Mattia Alessandro Edoardo Giorgio David" userId="f8954a66-e5ad-4a1c-9536-1d2117047f5f" providerId="ADAL" clId="{CFBF690A-D719-48D2-92B8-B5819DB24AC8}" dt="2021-08-08T17:39:08.540" v="749" actId="108"/>
        <pc:sldMkLst>
          <pc:docMk/>
          <pc:sldMk cId="618932863" sldId="319"/>
        </pc:sldMkLst>
        <pc:spChg chg="mod">
          <ac:chgData name="Di Mattia Alessandro Edoardo Giorgio David" userId="f8954a66-e5ad-4a1c-9536-1d2117047f5f" providerId="ADAL" clId="{CFBF690A-D719-48D2-92B8-B5819DB24AC8}" dt="2021-08-08T17:38:48.221" v="748" actId="108"/>
          <ac:spMkLst>
            <pc:docMk/>
            <pc:sldMk cId="618932863" sldId="319"/>
            <ac:spMk id="12" creationId="{3487BAA1-91F3-4148-939C-9082D3EFBEC0}"/>
          </ac:spMkLst>
        </pc:spChg>
        <pc:spChg chg="mod">
          <ac:chgData name="Di Mattia Alessandro Edoardo Giorgio David" userId="f8954a66-e5ad-4a1c-9536-1d2117047f5f" providerId="ADAL" clId="{CFBF690A-D719-48D2-92B8-B5819DB24AC8}" dt="2021-08-08T17:39:08.540" v="749" actId="108"/>
          <ac:spMkLst>
            <pc:docMk/>
            <pc:sldMk cId="618932863" sldId="319"/>
            <ac:spMk id="14" creationId="{D215CADD-3AA8-4C46-9B2F-7B1B1290C11F}"/>
          </ac:spMkLst>
        </pc:spChg>
      </pc:sldChg>
      <pc:sldChg chg="modSp mod">
        <pc:chgData name="Di Mattia Alessandro Edoardo Giorgio David" userId="f8954a66-e5ad-4a1c-9536-1d2117047f5f" providerId="ADAL" clId="{CFBF690A-D719-48D2-92B8-B5819DB24AC8}" dt="2021-08-08T17:39:51.365" v="751" actId="108"/>
        <pc:sldMkLst>
          <pc:docMk/>
          <pc:sldMk cId="3339501348" sldId="320"/>
        </pc:sldMkLst>
        <pc:spChg chg="mod">
          <ac:chgData name="Di Mattia Alessandro Edoardo Giorgio David" userId="f8954a66-e5ad-4a1c-9536-1d2117047f5f" providerId="ADAL" clId="{CFBF690A-D719-48D2-92B8-B5819DB24AC8}" dt="2021-08-08T17:39:51.365" v="751" actId="108"/>
          <ac:spMkLst>
            <pc:docMk/>
            <pc:sldMk cId="3339501348" sldId="320"/>
            <ac:spMk id="4" creationId="{CFED2F6F-3626-4CAA-B18C-531766945314}"/>
          </ac:spMkLst>
        </pc:spChg>
        <pc:spChg chg="mod">
          <ac:chgData name="Di Mattia Alessandro Edoardo Giorgio David" userId="f8954a66-e5ad-4a1c-9536-1d2117047f5f" providerId="ADAL" clId="{CFBF690A-D719-48D2-92B8-B5819DB24AC8}" dt="2021-08-08T17:39:47.031" v="750" actId="108"/>
          <ac:spMkLst>
            <pc:docMk/>
            <pc:sldMk cId="3339501348" sldId="320"/>
            <ac:spMk id="14" creationId="{8616B098-DE37-4A20-94C2-E4684B16E6F0}"/>
          </ac:spMkLst>
        </pc:spChg>
      </pc:sldChg>
      <pc:sldChg chg="modSp mod">
        <pc:chgData name="Di Mattia Alessandro Edoardo Giorgio David" userId="f8954a66-e5ad-4a1c-9536-1d2117047f5f" providerId="ADAL" clId="{CFBF690A-D719-48D2-92B8-B5819DB24AC8}" dt="2021-08-08T17:40:03.415" v="753" actId="108"/>
        <pc:sldMkLst>
          <pc:docMk/>
          <pc:sldMk cId="1078668927" sldId="321"/>
        </pc:sldMkLst>
        <pc:spChg chg="mod">
          <ac:chgData name="Di Mattia Alessandro Edoardo Giorgio David" userId="f8954a66-e5ad-4a1c-9536-1d2117047f5f" providerId="ADAL" clId="{CFBF690A-D719-48D2-92B8-B5819DB24AC8}" dt="2021-08-08T17:40:03.415" v="753" actId="108"/>
          <ac:spMkLst>
            <pc:docMk/>
            <pc:sldMk cId="1078668927" sldId="321"/>
            <ac:spMk id="7" creationId="{0FC3C149-325B-4578-9826-6EF66F667717}"/>
          </ac:spMkLst>
        </pc:spChg>
        <pc:spChg chg="mod">
          <ac:chgData name="Di Mattia Alessandro Edoardo Giorgio David" userId="f8954a66-e5ad-4a1c-9536-1d2117047f5f" providerId="ADAL" clId="{CFBF690A-D719-48D2-92B8-B5819DB24AC8}" dt="2021-08-08T17:39:59.952" v="752" actId="108"/>
          <ac:spMkLst>
            <pc:docMk/>
            <pc:sldMk cId="1078668927" sldId="321"/>
            <ac:spMk id="12" creationId="{5B0F863B-F364-4F8B-9D2A-934B17016FD5}"/>
          </ac:spMkLst>
        </pc:spChg>
      </pc:sldChg>
      <pc:sldChg chg="addSp modSp new mod setBg">
        <pc:chgData name="Di Mattia Alessandro Edoardo Giorgio David" userId="f8954a66-e5ad-4a1c-9536-1d2117047f5f" providerId="ADAL" clId="{CFBF690A-D719-48D2-92B8-B5819DB24AC8}" dt="2021-08-08T17:40:18.417" v="756"/>
        <pc:sldMkLst>
          <pc:docMk/>
          <pc:sldMk cId="3535521216" sldId="322"/>
        </pc:sldMkLst>
        <pc:spChg chg="add mod">
          <ac:chgData name="Di Mattia Alessandro Edoardo Giorgio David" userId="f8954a66-e5ad-4a1c-9536-1d2117047f5f" providerId="ADAL" clId="{CFBF690A-D719-48D2-92B8-B5819DB24AC8}" dt="2021-08-08T16:39:49.210" v="71" actId="20577"/>
          <ac:spMkLst>
            <pc:docMk/>
            <pc:sldMk cId="3535521216" sldId="322"/>
            <ac:spMk id="2" creationId="{EC727576-E01C-49B2-B415-6050BEB09417}"/>
          </ac:spMkLst>
        </pc:spChg>
        <pc:spChg chg="add mod">
          <ac:chgData name="Di Mattia Alessandro Edoardo Giorgio David" userId="f8954a66-e5ad-4a1c-9536-1d2117047f5f" providerId="ADAL" clId="{CFBF690A-D719-48D2-92B8-B5819DB24AC8}" dt="2021-08-08T16:40:59.662" v="157" actId="20577"/>
          <ac:spMkLst>
            <pc:docMk/>
            <pc:sldMk cId="3535521216" sldId="322"/>
            <ac:spMk id="3" creationId="{679C230D-DEB8-4664-B6E1-70585F169F99}"/>
          </ac:spMkLst>
        </pc:spChg>
        <pc:spChg chg="add mod">
          <ac:chgData name="Di Mattia Alessandro Edoardo Giorgio David" userId="f8954a66-e5ad-4a1c-9536-1d2117047f5f" providerId="ADAL" clId="{CFBF690A-D719-48D2-92B8-B5819DB24AC8}" dt="2021-08-08T17:40:09.364" v="754" actId="108"/>
          <ac:spMkLst>
            <pc:docMk/>
            <pc:sldMk cId="3535521216" sldId="322"/>
            <ac:spMk id="4" creationId="{84BA9142-2F18-4393-9507-27745B77C153}"/>
          </ac:spMkLst>
        </pc:spChg>
        <pc:spChg chg="add mod">
          <ac:chgData name="Di Mattia Alessandro Edoardo Giorgio David" userId="f8954a66-e5ad-4a1c-9536-1d2117047f5f" providerId="ADAL" clId="{CFBF690A-D719-48D2-92B8-B5819DB24AC8}" dt="2021-08-08T17:40:12.691" v="755" actId="108"/>
          <ac:spMkLst>
            <pc:docMk/>
            <pc:sldMk cId="3535521216" sldId="322"/>
            <ac:spMk id="5" creationId="{2E2022A0-A408-46E5-A774-DEC076549ADC}"/>
          </ac:spMkLst>
        </pc:spChg>
      </pc:sldChg>
      <pc:sldChg chg="addSp delSp modSp new mod">
        <pc:chgData name="Di Mattia Alessandro Edoardo Giorgio David" userId="f8954a66-e5ad-4a1c-9536-1d2117047f5f" providerId="ADAL" clId="{CFBF690A-D719-48D2-92B8-B5819DB24AC8}" dt="2021-08-09T10:29:26.169" v="1114" actId="20577"/>
        <pc:sldMkLst>
          <pc:docMk/>
          <pc:sldMk cId="879024289" sldId="323"/>
        </pc:sldMkLst>
        <pc:spChg chg="add del mod">
          <ac:chgData name="Di Mattia Alessandro Edoardo Giorgio David" userId="f8954a66-e5ad-4a1c-9536-1d2117047f5f" providerId="ADAL" clId="{CFBF690A-D719-48D2-92B8-B5819DB24AC8}" dt="2021-08-08T16:53:55.966" v="191"/>
          <ac:spMkLst>
            <pc:docMk/>
            <pc:sldMk cId="879024289" sldId="323"/>
            <ac:spMk id="3" creationId="{CFE02BB8-A9F5-4503-B2C7-E81886585D65}"/>
          </ac:spMkLst>
        </pc:spChg>
        <pc:spChg chg="add del mod">
          <ac:chgData name="Di Mattia Alessandro Edoardo Giorgio David" userId="f8954a66-e5ad-4a1c-9536-1d2117047f5f" providerId="ADAL" clId="{CFBF690A-D719-48D2-92B8-B5819DB24AC8}" dt="2021-08-08T17:18:05.013" v="214"/>
          <ac:spMkLst>
            <pc:docMk/>
            <pc:sldMk cId="879024289" sldId="323"/>
            <ac:spMk id="4" creationId="{6FBAF4B8-08A7-44E4-A1D1-0D38537B45E9}"/>
          </ac:spMkLst>
        </pc:spChg>
        <pc:spChg chg="add mod">
          <ac:chgData name="Di Mattia Alessandro Edoardo Giorgio David" userId="f8954a66-e5ad-4a1c-9536-1d2117047f5f" providerId="ADAL" clId="{CFBF690A-D719-48D2-92B8-B5819DB24AC8}" dt="2021-08-09T10:29:26.169" v="1114" actId="20577"/>
          <ac:spMkLst>
            <pc:docMk/>
            <pc:sldMk cId="879024289" sldId="323"/>
            <ac:spMk id="5" creationId="{9B3D4137-6E15-473C-A64B-27FDB1D899A6}"/>
          </ac:spMkLst>
        </pc:spChg>
        <pc:spChg chg="add del mod">
          <ac:chgData name="Di Mattia Alessandro Edoardo Giorgio David" userId="f8954a66-e5ad-4a1c-9536-1d2117047f5f" providerId="ADAL" clId="{CFBF690A-D719-48D2-92B8-B5819DB24AC8}" dt="2021-08-08T17:23:17.474" v="312" actId="11529"/>
          <ac:spMkLst>
            <pc:docMk/>
            <pc:sldMk cId="879024289" sldId="323"/>
            <ac:spMk id="6" creationId="{BE394CD1-FBD5-4225-8C16-03EF7BFFE769}"/>
          </ac:spMkLst>
        </pc:spChg>
        <pc:spChg chg="add mod">
          <ac:chgData name="Di Mattia Alessandro Edoardo Giorgio David" userId="f8954a66-e5ad-4a1c-9536-1d2117047f5f" providerId="ADAL" clId="{CFBF690A-D719-48D2-92B8-B5819DB24AC8}" dt="2021-08-08T17:28:17.626" v="365" actId="1076"/>
          <ac:spMkLst>
            <pc:docMk/>
            <pc:sldMk cId="879024289" sldId="323"/>
            <ac:spMk id="7" creationId="{1D0C6519-F93A-4E09-9423-7B2AF81BE097}"/>
          </ac:spMkLst>
        </pc:spChg>
        <pc:spChg chg="add mod">
          <ac:chgData name="Di Mattia Alessandro Edoardo Giorgio David" userId="f8954a66-e5ad-4a1c-9536-1d2117047f5f" providerId="ADAL" clId="{CFBF690A-D719-48D2-92B8-B5819DB24AC8}" dt="2021-08-08T17:24:44.386" v="320" actId="17032"/>
          <ac:spMkLst>
            <pc:docMk/>
            <pc:sldMk cId="879024289" sldId="323"/>
            <ac:spMk id="8" creationId="{D772A39C-F542-4550-A73B-9B799493DF91}"/>
          </ac:spMkLst>
        </pc:spChg>
        <pc:spChg chg="add mod">
          <ac:chgData name="Di Mattia Alessandro Edoardo Giorgio David" userId="f8954a66-e5ad-4a1c-9536-1d2117047f5f" providerId="ADAL" clId="{CFBF690A-D719-48D2-92B8-B5819DB24AC8}" dt="2021-08-08T17:40:33.964" v="759" actId="108"/>
          <ac:spMkLst>
            <pc:docMk/>
            <pc:sldMk cId="879024289" sldId="323"/>
            <ac:spMk id="10" creationId="{5D8FFE11-A3B1-42AB-AA3E-5E40F7E2496E}"/>
          </ac:spMkLst>
        </pc:spChg>
        <pc:spChg chg="add mod">
          <ac:chgData name="Di Mattia Alessandro Edoardo Giorgio David" userId="f8954a66-e5ad-4a1c-9536-1d2117047f5f" providerId="ADAL" clId="{CFBF690A-D719-48D2-92B8-B5819DB24AC8}" dt="2021-08-08T17:40:37.387" v="760" actId="108"/>
          <ac:spMkLst>
            <pc:docMk/>
            <pc:sldMk cId="879024289" sldId="323"/>
            <ac:spMk id="12" creationId="{817DCC48-4C4D-4A07-B87F-570545352CEB}"/>
          </ac:spMkLst>
        </pc:spChg>
        <pc:picChg chg="add mod">
          <ac:chgData name="Di Mattia Alessandro Edoardo Giorgio David" userId="f8954a66-e5ad-4a1c-9536-1d2117047f5f" providerId="ADAL" clId="{CFBF690A-D719-48D2-92B8-B5819DB24AC8}" dt="2021-08-08T17:28:09.934" v="364" actId="1076"/>
          <ac:picMkLst>
            <pc:docMk/>
            <pc:sldMk cId="879024289" sldId="323"/>
            <ac:picMk id="2" creationId="{A0A31DEA-54EF-463F-98B0-86CBB8B1CBED}"/>
          </ac:picMkLst>
        </pc:picChg>
      </pc:sldChg>
      <pc:sldChg chg="modSp add mod setBg">
        <pc:chgData name="Di Mattia Alessandro Edoardo Giorgio David" userId="f8954a66-e5ad-4a1c-9536-1d2117047f5f" providerId="ADAL" clId="{CFBF690A-D719-48D2-92B8-B5819DB24AC8}" dt="2021-08-08T17:41:53.973" v="775" actId="1076"/>
        <pc:sldMkLst>
          <pc:docMk/>
          <pc:sldMk cId="2507292240" sldId="324"/>
        </pc:sldMkLst>
        <pc:spChg chg="mod">
          <ac:chgData name="Di Mattia Alessandro Edoardo Giorgio David" userId="f8954a66-e5ad-4a1c-9536-1d2117047f5f" providerId="ADAL" clId="{CFBF690A-D719-48D2-92B8-B5819DB24AC8}" dt="2021-08-08T17:41:53.973" v="775" actId="1076"/>
          <ac:spMkLst>
            <pc:docMk/>
            <pc:sldMk cId="2507292240" sldId="324"/>
            <ac:spMk id="5" creationId="{9B3D4137-6E15-473C-A64B-27FDB1D899A6}"/>
          </ac:spMkLst>
        </pc:spChg>
        <pc:spChg chg="mod">
          <ac:chgData name="Di Mattia Alessandro Edoardo Giorgio David" userId="f8954a66-e5ad-4a1c-9536-1d2117047f5f" providerId="ADAL" clId="{CFBF690A-D719-48D2-92B8-B5819DB24AC8}" dt="2021-08-08T17:28:32.286" v="366" actId="14100"/>
          <ac:spMkLst>
            <pc:docMk/>
            <pc:sldMk cId="2507292240" sldId="324"/>
            <ac:spMk id="7" creationId="{1D0C6519-F93A-4E09-9423-7B2AF81BE097}"/>
          </ac:spMkLst>
        </pc:spChg>
        <pc:spChg chg="mod">
          <ac:chgData name="Di Mattia Alessandro Edoardo Giorgio David" userId="f8954a66-e5ad-4a1c-9536-1d2117047f5f" providerId="ADAL" clId="{CFBF690A-D719-48D2-92B8-B5819DB24AC8}" dt="2021-08-08T17:26:55.175" v="333" actId="1076"/>
          <ac:spMkLst>
            <pc:docMk/>
            <pc:sldMk cId="2507292240" sldId="324"/>
            <ac:spMk id="8" creationId="{D772A39C-F542-4550-A73B-9B799493DF91}"/>
          </ac:spMkLst>
        </pc:spChg>
        <pc:spChg chg="mod">
          <ac:chgData name="Di Mattia Alessandro Edoardo Giorgio David" userId="f8954a66-e5ad-4a1c-9536-1d2117047f5f" providerId="ADAL" clId="{CFBF690A-D719-48D2-92B8-B5819DB24AC8}" dt="2021-08-08T17:40:58.531" v="764" actId="108"/>
          <ac:spMkLst>
            <pc:docMk/>
            <pc:sldMk cId="2507292240" sldId="324"/>
            <ac:spMk id="10" creationId="{5D8FFE11-A3B1-42AB-AA3E-5E40F7E2496E}"/>
          </ac:spMkLst>
        </pc:spChg>
        <pc:spChg chg="mod">
          <ac:chgData name="Di Mattia Alessandro Edoardo Giorgio David" userId="f8954a66-e5ad-4a1c-9536-1d2117047f5f" providerId="ADAL" clId="{CFBF690A-D719-48D2-92B8-B5819DB24AC8}" dt="2021-08-08T17:41:02.102" v="765" actId="108"/>
          <ac:spMkLst>
            <pc:docMk/>
            <pc:sldMk cId="2507292240" sldId="324"/>
            <ac:spMk id="12" creationId="{817DCC48-4C4D-4A07-B87F-570545352CEB}"/>
          </ac:spMkLst>
        </pc:spChg>
        <pc:picChg chg="mod">
          <ac:chgData name="Di Mattia Alessandro Edoardo Giorgio David" userId="f8954a66-e5ad-4a1c-9536-1d2117047f5f" providerId="ADAL" clId="{CFBF690A-D719-48D2-92B8-B5819DB24AC8}" dt="2021-08-08T17:27:34.254" v="359" actId="1076"/>
          <ac:picMkLst>
            <pc:docMk/>
            <pc:sldMk cId="2507292240" sldId="324"/>
            <ac:picMk id="2" creationId="{A0A31DEA-54EF-463F-98B0-86CBB8B1CBED}"/>
          </ac:picMkLst>
        </pc:picChg>
      </pc:sldChg>
      <pc:sldChg chg="addSp delSp modSp new mod">
        <pc:chgData name="Di Mattia Alessandro Edoardo Giorgio David" userId="f8954a66-e5ad-4a1c-9536-1d2117047f5f" providerId="ADAL" clId="{CFBF690A-D719-48D2-92B8-B5819DB24AC8}" dt="2021-08-09T10:38:12.375" v="1134" actId="20577"/>
        <pc:sldMkLst>
          <pc:docMk/>
          <pc:sldMk cId="2212003161" sldId="325"/>
        </pc:sldMkLst>
        <pc:spChg chg="add del mod">
          <ac:chgData name="Di Mattia Alessandro Edoardo Giorgio David" userId="f8954a66-e5ad-4a1c-9536-1d2117047f5f" providerId="ADAL" clId="{CFBF690A-D719-48D2-92B8-B5819DB24AC8}" dt="2021-08-08T17:32:17.251" v="515"/>
          <ac:spMkLst>
            <pc:docMk/>
            <pc:sldMk cId="2212003161" sldId="325"/>
            <ac:spMk id="2" creationId="{053F468A-6B00-4E50-B268-FA6901E2578D}"/>
          </ac:spMkLst>
        </pc:spChg>
        <pc:spChg chg="add mod">
          <ac:chgData name="Di Mattia Alessandro Edoardo Giorgio David" userId="f8954a66-e5ad-4a1c-9536-1d2117047f5f" providerId="ADAL" clId="{CFBF690A-D719-48D2-92B8-B5819DB24AC8}" dt="2021-08-09T10:29:43.988" v="1122" actId="20577"/>
          <ac:spMkLst>
            <pc:docMk/>
            <pc:sldMk cId="2212003161" sldId="325"/>
            <ac:spMk id="4" creationId="{4E105DD7-ED18-4D77-BE30-789352B7F98F}"/>
          </ac:spMkLst>
        </pc:spChg>
        <pc:spChg chg="add mod">
          <ac:chgData name="Di Mattia Alessandro Edoardo Giorgio David" userId="f8954a66-e5ad-4a1c-9536-1d2117047f5f" providerId="ADAL" clId="{CFBF690A-D719-48D2-92B8-B5819DB24AC8}" dt="2021-08-08T17:42:35.960" v="784" actId="108"/>
          <ac:spMkLst>
            <pc:docMk/>
            <pc:sldMk cId="2212003161" sldId="325"/>
            <ac:spMk id="5" creationId="{6A4E8D29-91B3-43E5-BA8D-84E17885461E}"/>
          </ac:spMkLst>
        </pc:spChg>
        <pc:spChg chg="add mod">
          <ac:chgData name="Di Mattia Alessandro Edoardo Giorgio David" userId="f8954a66-e5ad-4a1c-9536-1d2117047f5f" providerId="ADAL" clId="{CFBF690A-D719-48D2-92B8-B5819DB24AC8}" dt="2021-08-09T10:38:12.375" v="1134" actId="20577"/>
          <ac:spMkLst>
            <pc:docMk/>
            <pc:sldMk cId="2212003161" sldId="325"/>
            <ac:spMk id="6" creationId="{F804A9CF-DC2A-444F-A1A9-0BEEB91832B5}"/>
          </ac:spMkLst>
        </pc:spChg>
      </pc:sldChg>
      <pc:sldChg chg="addSp modSp new mod modAnim">
        <pc:chgData name="Di Mattia Alessandro Edoardo Giorgio David" userId="f8954a66-e5ad-4a1c-9536-1d2117047f5f" providerId="ADAL" clId="{CFBF690A-D719-48D2-92B8-B5819DB24AC8}" dt="2021-08-08T17:46:20.840" v="903" actId="1076"/>
        <pc:sldMkLst>
          <pc:docMk/>
          <pc:sldMk cId="1071665624" sldId="326"/>
        </pc:sldMkLst>
        <pc:spChg chg="add mod">
          <ac:chgData name="Di Mattia Alessandro Edoardo Giorgio David" userId="f8954a66-e5ad-4a1c-9536-1d2117047f5f" providerId="ADAL" clId="{CFBF690A-D719-48D2-92B8-B5819DB24AC8}" dt="2021-08-08T17:46:20.840" v="903" actId="1076"/>
          <ac:spMkLst>
            <pc:docMk/>
            <pc:sldMk cId="1071665624" sldId="326"/>
            <ac:spMk id="4" creationId="{0F4B1099-4E99-4BF5-AD16-C39C5D90A943}"/>
          </ac:spMkLst>
        </pc:spChg>
        <pc:graphicFrameChg chg="add mod modGraphic">
          <ac:chgData name="Di Mattia Alessandro Edoardo Giorgio David" userId="f8954a66-e5ad-4a1c-9536-1d2117047f5f" providerId="ADAL" clId="{CFBF690A-D719-48D2-92B8-B5819DB24AC8}" dt="2021-08-08T17:44:20.679" v="791" actId="14100"/>
          <ac:graphicFrameMkLst>
            <pc:docMk/>
            <pc:sldMk cId="1071665624" sldId="326"/>
            <ac:graphicFrameMk id="2" creationId="{6EEB5749-7593-43BA-B938-76D1F2534684}"/>
          </ac:graphicFrameMkLst>
        </pc:graphicFrameChg>
      </pc:sldChg>
      <pc:sldChg chg="addSp delSp modSp new mod delAnim modAnim">
        <pc:chgData name="Di Mattia Alessandro Edoardo Giorgio David" userId="f8954a66-e5ad-4a1c-9536-1d2117047f5f" providerId="ADAL" clId="{CFBF690A-D719-48D2-92B8-B5819DB24AC8}" dt="2021-08-08T17:53:56.667" v="1052" actId="21"/>
        <pc:sldMkLst>
          <pc:docMk/>
          <pc:sldMk cId="2140800234" sldId="327"/>
        </pc:sldMkLst>
        <pc:spChg chg="add mod">
          <ac:chgData name="Di Mattia Alessandro Edoardo Giorgio David" userId="f8954a66-e5ad-4a1c-9536-1d2117047f5f" providerId="ADAL" clId="{CFBF690A-D719-48D2-92B8-B5819DB24AC8}" dt="2021-08-08T17:50:29.420" v="1006" actId="122"/>
          <ac:spMkLst>
            <pc:docMk/>
            <pc:sldMk cId="2140800234" sldId="327"/>
            <ac:spMk id="3" creationId="{C22EA0BD-83CD-47CE-879C-B8E676000576}"/>
          </ac:spMkLst>
        </pc:spChg>
        <pc:spChg chg="add del mod">
          <ac:chgData name="Di Mattia Alessandro Edoardo Giorgio David" userId="f8954a66-e5ad-4a1c-9536-1d2117047f5f" providerId="ADAL" clId="{CFBF690A-D719-48D2-92B8-B5819DB24AC8}" dt="2021-08-08T17:53:53.511" v="1051" actId="478"/>
          <ac:spMkLst>
            <pc:docMk/>
            <pc:sldMk cId="2140800234" sldId="327"/>
            <ac:spMk id="5" creationId="{C88AE3D3-E6E7-41FE-B1A4-5DEF776F9451}"/>
          </ac:spMkLst>
        </pc:spChg>
        <pc:spChg chg="add del mod">
          <ac:chgData name="Di Mattia Alessandro Edoardo Giorgio David" userId="f8954a66-e5ad-4a1c-9536-1d2117047f5f" providerId="ADAL" clId="{CFBF690A-D719-48D2-92B8-B5819DB24AC8}" dt="2021-08-08T17:53:56.667" v="1052" actId="21"/>
          <ac:spMkLst>
            <pc:docMk/>
            <pc:sldMk cId="2140800234" sldId="327"/>
            <ac:spMk id="7" creationId="{9AE07881-68E1-48B5-A96C-E07F0AA11531}"/>
          </ac:spMkLst>
        </pc:spChg>
        <pc:graphicFrameChg chg="add mod">
          <ac:chgData name="Di Mattia Alessandro Edoardo Giorgio David" userId="f8954a66-e5ad-4a1c-9536-1d2117047f5f" providerId="ADAL" clId="{CFBF690A-D719-48D2-92B8-B5819DB24AC8}" dt="2021-08-08T17:47:05.493" v="905"/>
          <ac:graphicFrameMkLst>
            <pc:docMk/>
            <pc:sldMk cId="2140800234" sldId="327"/>
            <ac:graphicFrameMk id="2" creationId="{876DC8AA-98E3-43C1-ACE4-6D79802114D8}"/>
          </ac:graphicFrameMkLst>
        </pc:graphicFrameChg>
        <pc:picChg chg="add mod">
          <ac:chgData name="Di Mattia Alessandro Edoardo Giorgio David" userId="f8954a66-e5ad-4a1c-9536-1d2117047f5f" providerId="ADAL" clId="{CFBF690A-D719-48D2-92B8-B5819DB24AC8}" dt="2021-08-08T17:51:25.496" v="1008" actId="1076"/>
          <ac:picMkLst>
            <pc:docMk/>
            <pc:sldMk cId="2140800234" sldId="327"/>
            <ac:picMk id="4" creationId="{11755E01-2AF0-4A03-8D26-D68F2F0651E1}"/>
          </ac:picMkLst>
        </pc:picChg>
        <pc:picChg chg="add del">
          <ac:chgData name="Di Mattia Alessandro Edoardo Giorgio David" userId="f8954a66-e5ad-4a1c-9536-1d2117047f5f" providerId="ADAL" clId="{CFBF690A-D719-48D2-92B8-B5819DB24AC8}" dt="2021-08-08T17:52:57.698" v="1044"/>
          <ac:picMkLst>
            <pc:docMk/>
            <pc:sldMk cId="2140800234" sldId="327"/>
            <ac:picMk id="6" creationId="{35FF09AC-8AE0-4139-BFE7-03A3FF6204A2}"/>
          </ac:picMkLst>
        </pc:picChg>
      </pc:sldChg>
      <pc:sldChg chg="addSp delSp modSp new mod delAnim modAnim">
        <pc:chgData name="Di Mattia Alessandro Edoardo Giorgio David" userId="f8954a66-e5ad-4a1c-9536-1d2117047f5f" providerId="ADAL" clId="{CFBF690A-D719-48D2-92B8-B5819DB24AC8}" dt="2021-08-09T10:35:30.787" v="1123" actId="20577"/>
        <pc:sldMkLst>
          <pc:docMk/>
          <pc:sldMk cId="2741554749" sldId="328"/>
        </pc:sldMkLst>
        <pc:spChg chg="add mod">
          <ac:chgData name="Di Mattia Alessandro Edoardo Giorgio David" userId="f8954a66-e5ad-4a1c-9536-1d2117047f5f" providerId="ADAL" clId="{CFBF690A-D719-48D2-92B8-B5819DB24AC8}" dt="2021-08-09T10:35:30.787" v="1123" actId="20577"/>
          <ac:spMkLst>
            <pc:docMk/>
            <pc:sldMk cId="2741554749" sldId="328"/>
            <ac:spMk id="2" creationId="{56E0AF04-5706-48DE-B45A-8BDA35675443}"/>
          </ac:spMkLst>
        </pc:spChg>
        <pc:spChg chg="add mod">
          <ac:chgData name="Di Mattia Alessandro Edoardo Giorgio David" userId="f8954a66-e5ad-4a1c-9536-1d2117047f5f" providerId="ADAL" clId="{CFBF690A-D719-48D2-92B8-B5819DB24AC8}" dt="2021-08-08T17:56:47.837" v="1065"/>
          <ac:spMkLst>
            <pc:docMk/>
            <pc:sldMk cId="2741554749" sldId="328"/>
            <ac:spMk id="3" creationId="{A3C36983-ECB3-4E34-B9A7-5FA335222AAD}"/>
          </ac:spMkLst>
        </pc:spChg>
        <pc:graphicFrameChg chg="add del mod modGraphic">
          <ac:chgData name="Di Mattia Alessandro Edoardo Giorgio David" userId="f8954a66-e5ad-4a1c-9536-1d2117047f5f" providerId="ADAL" clId="{CFBF690A-D719-48D2-92B8-B5819DB24AC8}" dt="2021-08-09T10:28:18.733" v="1086" actId="478"/>
          <ac:graphicFrameMkLst>
            <pc:docMk/>
            <pc:sldMk cId="2741554749" sldId="328"/>
            <ac:graphicFrameMk id="4" creationId="{79FDAE47-7486-4180-94CF-31DE77B6955E}"/>
          </ac:graphicFrameMkLst>
        </pc:graphicFrameChg>
        <pc:graphicFrameChg chg="add del mod modGraphic">
          <ac:chgData name="Di Mattia Alessandro Edoardo Giorgio David" userId="f8954a66-e5ad-4a1c-9536-1d2117047f5f" providerId="ADAL" clId="{CFBF690A-D719-48D2-92B8-B5819DB24AC8}" dt="2021-08-09T10:28:24.956" v="1090" actId="478"/>
          <ac:graphicFrameMkLst>
            <pc:docMk/>
            <pc:sldMk cId="2741554749" sldId="328"/>
            <ac:graphicFrameMk id="6" creationId="{70435F5D-8374-40BE-BB6F-AA2FEE96AD3B}"/>
          </ac:graphicFrameMkLst>
        </pc:graphicFrameChg>
        <pc:graphicFrameChg chg="add mod modGraphic">
          <ac:chgData name="Di Mattia Alessandro Edoardo Giorgio David" userId="f8954a66-e5ad-4a1c-9536-1d2117047f5f" providerId="ADAL" clId="{CFBF690A-D719-48D2-92B8-B5819DB24AC8}" dt="2021-08-09T10:28:51.990" v="1095" actId="1076"/>
          <ac:graphicFrameMkLst>
            <pc:docMk/>
            <pc:sldMk cId="2741554749" sldId="328"/>
            <ac:graphicFrameMk id="7" creationId="{3960835B-A40E-4F95-A75D-58967E7A1CC5}"/>
          </ac:graphicFrameMkLst>
        </pc:graphicFrameChg>
        <pc:picChg chg="add del mod">
          <ac:chgData name="Di Mattia Alessandro Edoardo Giorgio David" userId="f8954a66-e5ad-4a1c-9536-1d2117047f5f" providerId="ADAL" clId="{CFBF690A-D719-48D2-92B8-B5819DB24AC8}" dt="2021-08-09T10:28:20.010" v="1087" actId="478"/>
          <ac:picMkLst>
            <pc:docMk/>
            <pc:sldMk cId="2741554749" sldId="328"/>
            <ac:picMk id="5" creationId="{B3E64F8E-DA85-430C-B345-FA8C8ED7D2E6}"/>
          </ac:picMkLst>
        </pc:picChg>
      </pc:sldChg>
      <pc:sldChg chg="addSp delSp modSp new mod modAnim">
        <pc:chgData name="Di Mattia Alessandro Edoardo Giorgio David" userId="f8954a66-e5ad-4a1c-9536-1d2117047f5f" providerId="ADAL" clId="{CFBF690A-D719-48D2-92B8-B5819DB24AC8}" dt="2021-08-09T15:12:35.814" v="1839" actId="20577"/>
        <pc:sldMkLst>
          <pc:docMk/>
          <pc:sldMk cId="1026349041" sldId="329"/>
        </pc:sldMkLst>
        <pc:spChg chg="add mod">
          <ac:chgData name="Di Mattia Alessandro Edoardo Giorgio David" userId="f8954a66-e5ad-4a1c-9536-1d2117047f5f" providerId="ADAL" clId="{CFBF690A-D719-48D2-92B8-B5819DB24AC8}" dt="2021-08-09T15:12:35.814" v="1839" actId="20577"/>
          <ac:spMkLst>
            <pc:docMk/>
            <pc:sldMk cId="1026349041" sldId="329"/>
            <ac:spMk id="4" creationId="{987EDC07-C130-431E-8952-20B6CF56FEC3}"/>
          </ac:spMkLst>
        </pc:spChg>
        <pc:spChg chg="add mod">
          <ac:chgData name="Di Mattia Alessandro Edoardo Giorgio David" userId="f8954a66-e5ad-4a1c-9536-1d2117047f5f" providerId="ADAL" clId="{CFBF690A-D719-48D2-92B8-B5819DB24AC8}" dt="2021-08-09T14:15:52.987" v="1303" actId="113"/>
          <ac:spMkLst>
            <pc:docMk/>
            <pc:sldMk cId="1026349041" sldId="329"/>
            <ac:spMk id="5" creationId="{4BA48415-D8CB-43C1-B67C-49183FBD0368}"/>
          </ac:spMkLst>
        </pc:spChg>
        <pc:spChg chg="add mod">
          <ac:chgData name="Di Mattia Alessandro Edoardo Giorgio David" userId="f8954a66-e5ad-4a1c-9536-1d2117047f5f" providerId="ADAL" clId="{CFBF690A-D719-48D2-92B8-B5819DB24AC8}" dt="2021-08-09T14:16:07.942" v="1316" actId="20577"/>
          <ac:spMkLst>
            <pc:docMk/>
            <pc:sldMk cId="1026349041" sldId="329"/>
            <ac:spMk id="6" creationId="{7633950F-2995-4718-9772-8F6F21C33A2B}"/>
          </ac:spMkLst>
        </pc:spChg>
        <pc:spChg chg="add mod">
          <ac:chgData name="Di Mattia Alessandro Edoardo Giorgio David" userId="f8954a66-e5ad-4a1c-9536-1d2117047f5f" providerId="ADAL" clId="{CFBF690A-D719-48D2-92B8-B5819DB24AC8}" dt="2021-08-09T10:51:06.588" v="1183" actId="1076"/>
          <ac:spMkLst>
            <pc:docMk/>
            <pc:sldMk cId="1026349041" sldId="329"/>
            <ac:spMk id="7" creationId="{651C318D-C586-4D9D-9D0E-5C0AC43A050B}"/>
          </ac:spMkLst>
        </pc:spChg>
        <pc:picChg chg="add del mod">
          <ac:chgData name="Di Mattia Alessandro Edoardo Giorgio David" userId="f8954a66-e5ad-4a1c-9536-1d2117047f5f" providerId="ADAL" clId="{CFBF690A-D719-48D2-92B8-B5819DB24AC8}" dt="2021-08-09T10:44:42.610" v="1137" actId="478"/>
          <ac:picMkLst>
            <pc:docMk/>
            <pc:sldMk cId="1026349041" sldId="329"/>
            <ac:picMk id="2" creationId="{D0354408-0743-4BA8-B210-509B7E792CAA}"/>
          </ac:picMkLst>
        </pc:picChg>
        <pc:picChg chg="add mod">
          <ac:chgData name="Di Mattia Alessandro Edoardo Giorgio David" userId="f8954a66-e5ad-4a1c-9536-1d2117047f5f" providerId="ADAL" clId="{CFBF690A-D719-48D2-92B8-B5819DB24AC8}" dt="2021-08-09T10:44:49.207" v="1139" actId="1076"/>
          <ac:picMkLst>
            <pc:docMk/>
            <pc:sldMk cId="1026349041" sldId="329"/>
            <ac:picMk id="3" creationId="{4A0BF7A2-344A-4B0D-BEB9-49E1BBA1FD3F}"/>
          </ac:picMkLst>
        </pc:picChg>
      </pc:sldChg>
      <pc:sldChg chg="addSp delSp modSp new mod modClrScheme modAnim chgLayout">
        <pc:chgData name="Di Mattia Alessandro Edoardo Giorgio David" userId="f8954a66-e5ad-4a1c-9536-1d2117047f5f" providerId="ADAL" clId="{CFBF690A-D719-48D2-92B8-B5819DB24AC8}" dt="2021-08-09T14:26:57.215" v="1340" actId="20577"/>
        <pc:sldMkLst>
          <pc:docMk/>
          <pc:sldMk cId="2892898324" sldId="330"/>
        </pc:sldMkLst>
        <pc:spChg chg="add mod">
          <ac:chgData name="Di Mattia Alessandro Edoardo Giorgio David" userId="f8954a66-e5ad-4a1c-9536-1d2117047f5f" providerId="ADAL" clId="{CFBF690A-D719-48D2-92B8-B5819DB24AC8}" dt="2021-08-09T14:26:57.215" v="1340" actId="20577"/>
          <ac:spMkLst>
            <pc:docMk/>
            <pc:sldMk cId="2892898324" sldId="330"/>
            <ac:spMk id="2" creationId="{376A20E8-0080-4E6F-885C-CB0C938C88E4}"/>
          </ac:spMkLst>
        </pc:spChg>
        <pc:spChg chg="add del mod">
          <ac:chgData name="Di Mattia Alessandro Edoardo Giorgio David" userId="f8954a66-e5ad-4a1c-9536-1d2117047f5f" providerId="ADAL" clId="{CFBF690A-D719-48D2-92B8-B5819DB24AC8}" dt="2021-08-09T11:04:20.188" v="1192"/>
          <ac:spMkLst>
            <pc:docMk/>
            <pc:sldMk cId="2892898324" sldId="330"/>
            <ac:spMk id="8" creationId="{A5416496-9236-4DBD-82D1-6A95A319B1CA}"/>
          </ac:spMkLst>
        </pc:spChg>
        <pc:spChg chg="add del mod">
          <ac:chgData name="Di Mattia Alessandro Edoardo Giorgio David" userId="f8954a66-e5ad-4a1c-9536-1d2117047f5f" providerId="ADAL" clId="{CFBF690A-D719-48D2-92B8-B5819DB24AC8}" dt="2021-08-09T11:04:20.188" v="1192"/>
          <ac:spMkLst>
            <pc:docMk/>
            <pc:sldMk cId="2892898324" sldId="330"/>
            <ac:spMk id="9" creationId="{A3AA9FF8-637A-444F-BC41-94A30890340B}"/>
          </ac:spMkLst>
        </pc:spChg>
        <pc:spChg chg="add del mod">
          <ac:chgData name="Di Mattia Alessandro Edoardo Giorgio David" userId="f8954a66-e5ad-4a1c-9536-1d2117047f5f" providerId="ADAL" clId="{CFBF690A-D719-48D2-92B8-B5819DB24AC8}" dt="2021-08-09T11:04:20.188" v="1192"/>
          <ac:spMkLst>
            <pc:docMk/>
            <pc:sldMk cId="2892898324" sldId="330"/>
            <ac:spMk id="10" creationId="{59886D3F-95C7-4956-AD17-B6F928922752}"/>
          </ac:spMkLst>
        </pc:spChg>
        <pc:spChg chg="add del mod">
          <ac:chgData name="Di Mattia Alessandro Edoardo Giorgio David" userId="f8954a66-e5ad-4a1c-9536-1d2117047f5f" providerId="ADAL" clId="{CFBF690A-D719-48D2-92B8-B5819DB24AC8}" dt="2021-08-09T11:04:20.188" v="1192"/>
          <ac:spMkLst>
            <pc:docMk/>
            <pc:sldMk cId="2892898324" sldId="330"/>
            <ac:spMk id="11" creationId="{7534BEBF-DD5F-4FFD-A264-16D5029F761B}"/>
          </ac:spMkLst>
        </pc:spChg>
        <pc:spChg chg="add del mod">
          <ac:chgData name="Di Mattia Alessandro Edoardo Giorgio David" userId="f8954a66-e5ad-4a1c-9536-1d2117047f5f" providerId="ADAL" clId="{CFBF690A-D719-48D2-92B8-B5819DB24AC8}" dt="2021-08-09T11:04:20.188" v="1192"/>
          <ac:spMkLst>
            <pc:docMk/>
            <pc:sldMk cId="2892898324" sldId="330"/>
            <ac:spMk id="12" creationId="{7D2F5234-C9C6-4013-98C5-159E60B99B34}"/>
          </ac:spMkLst>
        </pc:spChg>
        <pc:spChg chg="add del mod">
          <ac:chgData name="Di Mattia Alessandro Edoardo Giorgio David" userId="f8954a66-e5ad-4a1c-9536-1d2117047f5f" providerId="ADAL" clId="{CFBF690A-D719-48D2-92B8-B5819DB24AC8}" dt="2021-08-09T11:04:20.188" v="1192"/>
          <ac:spMkLst>
            <pc:docMk/>
            <pc:sldMk cId="2892898324" sldId="330"/>
            <ac:spMk id="13" creationId="{8A22D28E-AC6C-41B1-857D-B61324DAB068}"/>
          </ac:spMkLst>
        </pc:spChg>
        <pc:spChg chg="add del mod">
          <ac:chgData name="Di Mattia Alessandro Edoardo Giorgio David" userId="f8954a66-e5ad-4a1c-9536-1d2117047f5f" providerId="ADAL" clId="{CFBF690A-D719-48D2-92B8-B5819DB24AC8}" dt="2021-08-09T11:04:20.188" v="1192"/>
          <ac:spMkLst>
            <pc:docMk/>
            <pc:sldMk cId="2892898324" sldId="330"/>
            <ac:spMk id="14" creationId="{E93EB8F5-768E-46A0-AAC4-9B9F3C1EFC04}"/>
          </ac:spMkLst>
        </pc:spChg>
        <pc:spChg chg="add del mod">
          <ac:chgData name="Di Mattia Alessandro Edoardo Giorgio David" userId="f8954a66-e5ad-4a1c-9536-1d2117047f5f" providerId="ADAL" clId="{CFBF690A-D719-48D2-92B8-B5819DB24AC8}" dt="2021-08-09T11:04:20.188" v="1192"/>
          <ac:spMkLst>
            <pc:docMk/>
            <pc:sldMk cId="2892898324" sldId="330"/>
            <ac:spMk id="15" creationId="{6473ABBE-5B9B-420D-A6A8-78F735B028FF}"/>
          </ac:spMkLst>
        </pc:spChg>
        <pc:spChg chg="add del mod">
          <ac:chgData name="Di Mattia Alessandro Edoardo Giorgio David" userId="f8954a66-e5ad-4a1c-9536-1d2117047f5f" providerId="ADAL" clId="{CFBF690A-D719-48D2-92B8-B5819DB24AC8}" dt="2021-08-09T11:04:20.188" v="1192"/>
          <ac:spMkLst>
            <pc:docMk/>
            <pc:sldMk cId="2892898324" sldId="330"/>
            <ac:spMk id="18" creationId="{DE035E5B-E49A-4E7D-8B8A-21909F524B70}"/>
          </ac:spMkLst>
        </pc:spChg>
        <pc:spChg chg="add del mod">
          <ac:chgData name="Di Mattia Alessandro Edoardo Giorgio David" userId="f8954a66-e5ad-4a1c-9536-1d2117047f5f" providerId="ADAL" clId="{CFBF690A-D719-48D2-92B8-B5819DB24AC8}" dt="2021-08-09T11:04:20.188" v="1192"/>
          <ac:spMkLst>
            <pc:docMk/>
            <pc:sldMk cId="2892898324" sldId="330"/>
            <ac:spMk id="19" creationId="{6B394C40-0C91-4B6C-AB58-7E09A78A3A31}"/>
          </ac:spMkLst>
        </pc:spChg>
        <pc:spChg chg="add del mod">
          <ac:chgData name="Di Mattia Alessandro Edoardo Giorgio David" userId="f8954a66-e5ad-4a1c-9536-1d2117047f5f" providerId="ADAL" clId="{CFBF690A-D719-48D2-92B8-B5819DB24AC8}" dt="2021-08-09T11:04:20.188" v="1192"/>
          <ac:spMkLst>
            <pc:docMk/>
            <pc:sldMk cId="2892898324" sldId="330"/>
            <ac:spMk id="20" creationId="{3B580C25-4815-413D-968D-71996D758362}"/>
          </ac:spMkLst>
        </pc:spChg>
        <pc:spChg chg="add del mod">
          <ac:chgData name="Di Mattia Alessandro Edoardo Giorgio David" userId="f8954a66-e5ad-4a1c-9536-1d2117047f5f" providerId="ADAL" clId="{CFBF690A-D719-48D2-92B8-B5819DB24AC8}" dt="2021-08-09T11:04:20.188" v="1192"/>
          <ac:spMkLst>
            <pc:docMk/>
            <pc:sldMk cId="2892898324" sldId="330"/>
            <ac:spMk id="21" creationId="{9F18590E-ED48-4206-B829-46FB6CB98B8E}"/>
          </ac:spMkLst>
        </pc:spChg>
        <pc:spChg chg="add del mod">
          <ac:chgData name="Di Mattia Alessandro Edoardo Giorgio David" userId="f8954a66-e5ad-4a1c-9536-1d2117047f5f" providerId="ADAL" clId="{CFBF690A-D719-48D2-92B8-B5819DB24AC8}" dt="2021-08-09T11:04:20.188" v="1192"/>
          <ac:spMkLst>
            <pc:docMk/>
            <pc:sldMk cId="2892898324" sldId="330"/>
            <ac:spMk id="24" creationId="{0DB23D63-DD70-44FF-A790-2BE198204E3F}"/>
          </ac:spMkLst>
        </pc:spChg>
        <pc:spChg chg="add del mod">
          <ac:chgData name="Di Mattia Alessandro Edoardo Giorgio David" userId="f8954a66-e5ad-4a1c-9536-1d2117047f5f" providerId="ADAL" clId="{CFBF690A-D719-48D2-92B8-B5819DB24AC8}" dt="2021-08-09T11:04:20.188" v="1192"/>
          <ac:spMkLst>
            <pc:docMk/>
            <pc:sldMk cId="2892898324" sldId="330"/>
            <ac:spMk id="25" creationId="{5F015413-6766-4E57-9ADB-27DFAC10D061}"/>
          </ac:spMkLst>
        </pc:spChg>
        <pc:spChg chg="add del mod">
          <ac:chgData name="Di Mattia Alessandro Edoardo Giorgio David" userId="f8954a66-e5ad-4a1c-9536-1d2117047f5f" providerId="ADAL" clId="{CFBF690A-D719-48D2-92B8-B5819DB24AC8}" dt="2021-08-09T11:04:20.188" v="1192"/>
          <ac:spMkLst>
            <pc:docMk/>
            <pc:sldMk cId="2892898324" sldId="330"/>
            <ac:spMk id="27" creationId="{19CC77A6-6E1C-4F8B-89F6-C2F548D3396F}"/>
          </ac:spMkLst>
        </pc:spChg>
        <pc:spChg chg="add mod">
          <ac:chgData name="Di Mattia Alessandro Edoardo Giorgio David" userId="f8954a66-e5ad-4a1c-9536-1d2117047f5f" providerId="ADAL" clId="{CFBF690A-D719-48D2-92B8-B5819DB24AC8}" dt="2021-08-09T11:14:29.066" v="1302" actId="20577"/>
          <ac:spMkLst>
            <pc:docMk/>
            <pc:sldMk cId="2892898324" sldId="330"/>
            <ac:spMk id="29" creationId="{F03B629E-348D-4450-8ED8-F595BA048C88}"/>
          </ac:spMkLst>
        </pc:spChg>
        <pc:spChg chg="add del mod ord">
          <ac:chgData name="Di Mattia Alessandro Edoardo Giorgio David" userId="f8954a66-e5ad-4a1c-9536-1d2117047f5f" providerId="ADAL" clId="{CFBF690A-D719-48D2-92B8-B5819DB24AC8}" dt="2021-08-09T14:26:22.912" v="1331" actId="700"/>
          <ac:spMkLst>
            <pc:docMk/>
            <pc:sldMk cId="2892898324" sldId="330"/>
            <ac:spMk id="30" creationId="{C05059BB-A12A-483C-B528-649D3F49A36C}"/>
          </ac:spMkLst>
        </pc:spChg>
        <pc:spChg chg="add del mod ord">
          <ac:chgData name="Di Mattia Alessandro Edoardo Giorgio David" userId="f8954a66-e5ad-4a1c-9536-1d2117047f5f" providerId="ADAL" clId="{CFBF690A-D719-48D2-92B8-B5819DB24AC8}" dt="2021-08-09T14:26:22.912" v="1331" actId="700"/>
          <ac:spMkLst>
            <pc:docMk/>
            <pc:sldMk cId="2892898324" sldId="330"/>
            <ac:spMk id="31" creationId="{4DEF32E2-291C-4D35-97F0-AF3334E27C08}"/>
          </ac:spMkLst>
        </pc:spChg>
        <pc:picChg chg="add del">
          <ac:chgData name="Di Mattia Alessandro Edoardo Giorgio David" userId="f8954a66-e5ad-4a1c-9536-1d2117047f5f" providerId="ADAL" clId="{CFBF690A-D719-48D2-92B8-B5819DB24AC8}" dt="2021-08-09T11:04:02.376" v="1188"/>
          <ac:picMkLst>
            <pc:docMk/>
            <pc:sldMk cId="2892898324" sldId="330"/>
            <ac:picMk id="3" creationId="{31BDA1D8-0112-41CA-B0A3-E60A72E41ED3}"/>
          </ac:picMkLst>
        </pc:picChg>
        <pc:picChg chg="add mod">
          <ac:chgData name="Di Mattia Alessandro Edoardo Giorgio David" userId="f8954a66-e5ad-4a1c-9536-1d2117047f5f" providerId="ADAL" clId="{CFBF690A-D719-48D2-92B8-B5819DB24AC8}" dt="2021-08-09T11:04:30.310" v="1194" actId="1076"/>
          <ac:picMkLst>
            <pc:docMk/>
            <pc:sldMk cId="2892898324" sldId="330"/>
            <ac:picMk id="28" creationId="{72E4D6E6-D737-4175-BAEA-F6B55F2062DE}"/>
          </ac:picMkLst>
        </pc:picChg>
        <pc:cxnChg chg="add del mod">
          <ac:chgData name="Di Mattia Alessandro Edoardo Giorgio David" userId="f8954a66-e5ad-4a1c-9536-1d2117047f5f" providerId="ADAL" clId="{CFBF690A-D719-48D2-92B8-B5819DB24AC8}" dt="2021-08-09T11:04:20.188" v="1192"/>
          <ac:cxnSpMkLst>
            <pc:docMk/>
            <pc:sldMk cId="2892898324" sldId="330"/>
            <ac:cxnSpMk id="4" creationId="{03A9EC22-0B42-4BBA-AE61-2871EFD887DE}"/>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5" creationId="{9B49AB2B-1C8D-4B58-9499-C51E454B10C4}"/>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6" creationId="{EB1973C9-5192-4E82-8DD9-3C75FB77D5D5}"/>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7" creationId="{74987818-4BCD-4BF9-9E63-89AC25200BC9}"/>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16" creationId="{D653E655-D1FE-4DA9-A1D1-0D3935939F4E}"/>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17" creationId="{DF630E6E-1E01-49D6-820D-9AD55D37F952}"/>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2" creationId="{DAA2EDCB-CAEB-4470-92E9-44CF17DB2AB1}"/>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3" creationId="{26248D7F-5C05-4014-B09B-60D7F69EA140}"/>
          </ac:cxnSpMkLst>
        </pc:cxnChg>
        <pc:cxnChg chg="add del mod">
          <ac:chgData name="Di Mattia Alessandro Edoardo Giorgio David" userId="f8954a66-e5ad-4a1c-9536-1d2117047f5f" providerId="ADAL" clId="{CFBF690A-D719-48D2-92B8-B5819DB24AC8}" dt="2021-08-09T11:04:20.188" v="1192"/>
          <ac:cxnSpMkLst>
            <pc:docMk/>
            <pc:sldMk cId="2892898324" sldId="330"/>
            <ac:cxnSpMk id="26" creationId="{3746B332-18D5-4F4E-A0A8-5FD1058D89C2}"/>
          </ac:cxnSpMkLst>
        </pc:cxnChg>
      </pc:sldChg>
      <pc:sldChg chg="addSp delSp modSp new mod modClrScheme modAnim chgLayout">
        <pc:chgData name="Di Mattia Alessandro Edoardo Giorgio David" userId="f8954a66-e5ad-4a1c-9536-1d2117047f5f" providerId="ADAL" clId="{CFBF690A-D719-48D2-92B8-B5819DB24AC8}" dt="2021-08-09T15:08:40.114" v="1827" actId="20577"/>
        <pc:sldMkLst>
          <pc:docMk/>
          <pc:sldMk cId="3188304425" sldId="331"/>
        </pc:sldMkLst>
        <pc:spChg chg="add del mod">
          <ac:chgData name="Di Mattia Alessandro Edoardo Giorgio David" userId="f8954a66-e5ad-4a1c-9536-1d2117047f5f" providerId="ADAL" clId="{CFBF690A-D719-48D2-92B8-B5819DB24AC8}" dt="2021-08-09T14:30:43.977" v="1397" actId="478"/>
          <ac:spMkLst>
            <pc:docMk/>
            <pc:sldMk cId="3188304425" sldId="331"/>
            <ac:spMk id="2" creationId="{CDEFFC8B-D382-4556-8CC2-B7D53C9AA4E1}"/>
          </ac:spMkLst>
        </pc:spChg>
        <pc:spChg chg="add del mod">
          <ac:chgData name="Di Mattia Alessandro Edoardo Giorgio David" userId="f8954a66-e5ad-4a1c-9536-1d2117047f5f" providerId="ADAL" clId="{CFBF690A-D719-48D2-92B8-B5819DB24AC8}" dt="2021-08-09T14:27:39.535" v="1343"/>
          <ac:spMkLst>
            <pc:docMk/>
            <pc:sldMk cId="3188304425" sldId="331"/>
            <ac:spMk id="3" creationId="{92112D97-C846-4A99-8D71-F81FAE59572B}"/>
          </ac:spMkLst>
        </pc:spChg>
        <pc:spChg chg="add mod ord">
          <ac:chgData name="Di Mattia Alessandro Edoardo Giorgio David" userId="f8954a66-e5ad-4a1c-9536-1d2117047f5f" providerId="ADAL" clId="{CFBF690A-D719-48D2-92B8-B5819DB24AC8}" dt="2021-08-09T14:31:01.756" v="1399" actId="1076"/>
          <ac:spMkLst>
            <pc:docMk/>
            <pc:sldMk cId="3188304425" sldId="331"/>
            <ac:spMk id="4" creationId="{F2303436-C45C-4B2E-B14E-30FF81694386}"/>
          </ac:spMkLst>
        </pc:spChg>
        <pc:spChg chg="add mod">
          <ac:chgData name="Di Mattia Alessandro Edoardo Giorgio David" userId="f8954a66-e5ad-4a1c-9536-1d2117047f5f" providerId="ADAL" clId="{CFBF690A-D719-48D2-92B8-B5819DB24AC8}" dt="2021-08-09T15:08:40.114" v="1827" actId="20577"/>
          <ac:spMkLst>
            <pc:docMk/>
            <pc:sldMk cId="3188304425" sldId="331"/>
            <ac:spMk id="5" creationId="{03C674BE-6751-4189-8E9B-74929348ABB7}"/>
          </ac:spMkLst>
        </pc:spChg>
        <pc:spChg chg="add del mod">
          <ac:chgData name="Di Mattia Alessandro Edoardo Giorgio David" userId="f8954a66-e5ad-4a1c-9536-1d2117047f5f" providerId="ADAL" clId="{CFBF690A-D719-48D2-92B8-B5819DB24AC8}" dt="2021-08-09T14:30:57.701" v="1398" actId="700"/>
          <ac:spMkLst>
            <pc:docMk/>
            <pc:sldMk cId="3188304425" sldId="331"/>
            <ac:spMk id="8" creationId="{18D2EAB0-1281-4C92-8167-0873964CB047}"/>
          </ac:spMkLst>
        </pc:spChg>
        <pc:picChg chg="add mod">
          <ac:chgData name="Di Mattia Alessandro Edoardo Giorgio David" userId="f8954a66-e5ad-4a1c-9536-1d2117047f5f" providerId="ADAL" clId="{CFBF690A-D719-48D2-92B8-B5819DB24AC8}" dt="2021-08-09T14:31:05.582" v="1401" actId="14100"/>
          <ac:picMkLst>
            <pc:docMk/>
            <pc:sldMk cId="3188304425" sldId="331"/>
            <ac:picMk id="6" creationId="{B8065D7D-9B8F-4D8E-ACE2-63DB2C740530}"/>
          </ac:picMkLst>
        </pc:picChg>
      </pc:sldChg>
      <pc:sldChg chg="addSp delSp modSp new mod">
        <pc:chgData name="Di Mattia Alessandro Edoardo Giorgio David" userId="f8954a66-e5ad-4a1c-9536-1d2117047f5f" providerId="ADAL" clId="{CFBF690A-D719-48D2-92B8-B5819DB24AC8}" dt="2021-08-09T14:42:50.648" v="1490" actId="1076"/>
        <pc:sldMkLst>
          <pc:docMk/>
          <pc:sldMk cId="3922909339" sldId="332"/>
        </pc:sldMkLst>
        <pc:spChg chg="mod">
          <ac:chgData name="Di Mattia Alessandro Edoardo Giorgio David" userId="f8954a66-e5ad-4a1c-9536-1d2117047f5f" providerId="ADAL" clId="{CFBF690A-D719-48D2-92B8-B5819DB24AC8}" dt="2021-08-09T14:31:17.227" v="1404" actId="20577"/>
          <ac:spMkLst>
            <pc:docMk/>
            <pc:sldMk cId="3922909339" sldId="332"/>
            <ac:spMk id="2" creationId="{C88B502F-7BAF-4520-B5DE-BA944E962A37}"/>
          </ac:spMkLst>
        </pc:spChg>
        <pc:spChg chg="del">
          <ac:chgData name="Di Mattia Alessandro Edoardo Giorgio David" userId="f8954a66-e5ad-4a1c-9536-1d2117047f5f" providerId="ADAL" clId="{CFBF690A-D719-48D2-92B8-B5819DB24AC8}" dt="2021-08-09T14:38:02.899" v="1431"/>
          <ac:spMkLst>
            <pc:docMk/>
            <pc:sldMk cId="3922909339" sldId="332"/>
            <ac:spMk id="3" creationId="{AF2E8C1F-EE6E-4D85-9549-AD3488D74A8E}"/>
          </ac:spMkLst>
        </pc:spChg>
        <pc:spChg chg="add mod">
          <ac:chgData name="Di Mattia Alessandro Edoardo Giorgio David" userId="f8954a66-e5ad-4a1c-9536-1d2117047f5f" providerId="ADAL" clId="{CFBF690A-D719-48D2-92B8-B5819DB24AC8}" dt="2021-08-09T14:39:19.405" v="1476" actId="20577"/>
          <ac:spMkLst>
            <pc:docMk/>
            <pc:sldMk cId="3922909339" sldId="332"/>
            <ac:spMk id="4" creationId="{06517CCA-98F8-454B-B0DE-A108925C30A1}"/>
          </ac:spMkLst>
        </pc:spChg>
        <pc:picChg chg="add del mod">
          <ac:chgData name="Di Mattia Alessandro Edoardo Giorgio David" userId="f8954a66-e5ad-4a1c-9536-1d2117047f5f" providerId="ADAL" clId="{CFBF690A-D719-48D2-92B8-B5819DB24AC8}" dt="2021-08-09T14:41:36.558" v="1482" actId="21"/>
          <ac:picMkLst>
            <pc:docMk/>
            <pc:sldMk cId="3922909339" sldId="332"/>
            <ac:picMk id="5" creationId="{72C56154-7785-4249-A305-FB450B6A6A22}"/>
          </ac:picMkLst>
        </pc:picChg>
        <pc:picChg chg="add mod">
          <ac:chgData name="Di Mattia Alessandro Edoardo Giorgio David" userId="f8954a66-e5ad-4a1c-9536-1d2117047f5f" providerId="ADAL" clId="{CFBF690A-D719-48D2-92B8-B5819DB24AC8}" dt="2021-08-09T14:42:50.648" v="1490" actId="1076"/>
          <ac:picMkLst>
            <pc:docMk/>
            <pc:sldMk cId="3922909339" sldId="332"/>
            <ac:picMk id="6" creationId="{DBA80245-BC9D-4BD0-B7C2-DBC234FA13C4}"/>
          </ac:picMkLst>
        </pc:picChg>
      </pc:sldChg>
      <pc:sldChg chg="addSp modSp new mod modClrScheme chgLayout">
        <pc:chgData name="Di Mattia Alessandro Edoardo Giorgio David" userId="f8954a66-e5ad-4a1c-9536-1d2117047f5f" providerId="ADAL" clId="{CFBF690A-D719-48D2-92B8-B5819DB24AC8}" dt="2021-08-09T15:06:58.774" v="1826" actId="20577"/>
        <pc:sldMkLst>
          <pc:docMk/>
          <pc:sldMk cId="1049072842" sldId="333"/>
        </pc:sldMkLst>
        <pc:spChg chg="add mod">
          <ac:chgData name="Di Mattia Alessandro Edoardo Giorgio David" userId="f8954a66-e5ad-4a1c-9536-1d2117047f5f" providerId="ADAL" clId="{CFBF690A-D719-48D2-92B8-B5819DB24AC8}" dt="2021-08-09T14:32:36.658" v="1428" actId="122"/>
          <ac:spMkLst>
            <pc:docMk/>
            <pc:sldMk cId="1049072842" sldId="333"/>
            <ac:spMk id="2" creationId="{61FC6002-6461-40FF-B287-11F3E4FEAADD}"/>
          </ac:spMkLst>
        </pc:spChg>
        <pc:spChg chg="add mod">
          <ac:chgData name="Di Mattia Alessandro Edoardo Giorgio David" userId="f8954a66-e5ad-4a1c-9536-1d2117047f5f" providerId="ADAL" clId="{CFBF690A-D719-48D2-92B8-B5819DB24AC8}" dt="2021-08-09T15:06:58.774" v="1826" actId="20577"/>
          <ac:spMkLst>
            <pc:docMk/>
            <pc:sldMk cId="1049072842" sldId="333"/>
            <ac:spMk id="3" creationId="{D17F2EA0-EA8D-4305-8C87-36045BBC7A40}"/>
          </ac:spMkLst>
        </pc:spChg>
      </pc:sldChg>
      <pc:sldChg chg="addSp delSp modSp new mod modClrScheme modAnim chgLayout">
        <pc:chgData name="Di Mattia Alessandro Edoardo Giorgio David" userId="f8954a66-e5ad-4a1c-9536-1d2117047f5f" providerId="ADAL" clId="{CFBF690A-D719-48D2-92B8-B5819DB24AC8}" dt="2021-08-09T15:21:10.123" v="1841" actId="20577"/>
        <pc:sldMkLst>
          <pc:docMk/>
          <pc:sldMk cId="2210811804" sldId="334"/>
        </pc:sldMkLst>
        <pc:spChg chg="del">
          <ac:chgData name="Di Mattia Alessandro Edoardo Giorgio David" userId="f8954a66-e5ad-4a1c-9536-1d2117047f5f" providerId="ADAL" clId="{CFBF690A-D719-48D2-92B8-B5819DB24AC8}" dt="2021-08-09T14:41:42.530" v="1483" actId="700"/>
          <ac:spMkLst>
            <pc:docMk/>
            <pc:sldMk cId="2210811804" sldId="334"/>
            <ac:spMk id="2" creationId="{6FEE1349-2CA4-4854-82C1-44EF09D1E21D}"/>
          </ac:spMkLst>
        </pc:spChg>
        <pc:spChg chg="del">
          <ac:chgData name="Di Mattia Alessandro Edoardo Giorgio David" userId="f8954a66-e5ad-4a1c-9536-1d2117047f5f" providerId="ADAL" clId="{CFBF690A-D719-48D2-92B8-B5819DB24AC8}" dt="2021-08-09T14:41:42.530" v="1483" actId="700"/>
          <ac:spMkLst>
            <pc:docMk/>
            <pc:sldMk cId="2210811804" sldId="334"/>
            <ac:spMk id="3" creationId="{B7DADE0C-CD18-409F-9D36-5DF9FE8C3AFE}"/>
          </ac:spMkLst>
        </pc:spChg>
        <pc:spChg chg="add mod">
          <ac:chgData name="Di Mattia Alessandro Edoardo Giorgio David" userId="f8954a66-e5ad-4a1c-9536-1d2117047f5f" providerId="ADAL" clId="{CFBF690A-D719-48D2-92B8-B5819DB24AC8}" dt="2021-08-09T15:21:10.123" v="1841" actId="20577"/>
          <ac:spMkLst>
            <pc:docMk/>
            <pc:sldMk cId="2210811804" sldId="334"/>
            <ac:spMk id="6" creationId="{41EA1939-30E4-4F33-BE35-58FD4DBC9375}"/>
          </ac:spMkLst>
        </pc:spChg>
        <pc:picChg chg="add del mod">
          <ac:chgData name="Di Mattia Alessandro Edoardo Giorgio David" userId="f8954a66-e5ad-4a1c-9536-1d2117047f5f" providerId="ADAL" clId="{CFBF690A-D719-48D2-92B8-B5819DB24AC8}" dt="2021-08-09T14:42:23.100" v="1486" actId="478"/>
          <ac:picMkLst>
            <pc:docMk/>
            <pc:sldMk cId="2210811804" sldId="334"/>
            <ac:picMk id="4" creationId="{24605447-37D4-404E-99ED-902EE2D8B922}"/>
          </ac:picMkLst>
        </pc:picChg>
        <pc:picChg chg="add mod">
          <ac:chgData name="Di Mattia Alessandro Edoardo Giorgio David" userId="f8954a66-e5ad-4a1c-9536-1d2117047f5f" providerId="ADAL" clId="{CFBF690A-D719-48D2-92B8-B5819DB24AC8}" dt="2021-08-09T14:42:37.777" v="1488" actId="14100"/>
          <ac:picMkLst>
            <pc:docMk/>
            <pc:sldMk cId="2210811804" sldId="334"/>
            <ac:picMk id="5" creationId="{C8173CEE-5733-4F06-8846-1F044EF62DF3}"/>
          </ac:picMkLst>
        </pc:picChg>
      </pc:sldChg>
      <pc:sldChg chg="addSp delSp modSp new mod modClrScheme chgLayout">
        <pc:chgData name="Di Mattia Alessandro Edoardo Giorgio David" userId="f8954a66-e5ad-4a1c-9536-1d2117047f5f" providerId="ADAL" clId="{CFBF690A-D719-48D2-92B8-B5819DB24AC8}" dt="2021-08-09T14:50:54.091" v="1624" actId="1076"/>
        <pc:sldMkLst>
          <pc:docMk/>
          <pc:sldMk cId="2200792181" sldId="335"/>
        </pc:sldMkLst>
        <pc:spChg chg="add mod">
          <ac:chgData name="Di Mattia Alessandro Edoardo Giorgio David" userId="f8954a66-e5ad-4a1c-9536-1d2117047f5f" providerId="ADAL" clId="{CFBF690A-D719-48D2-92B8-B5819DB24AC8}" dt="2021-08-09T14:45:44.476" v="1512" actId="122"/>
          <ac:spMkLst>
            <pc:docMk/>
            <pc:sldMk cId="2200792181" sldId="335"/>
            <ac:spMk id="2" creationId="{FCF4069D-6886-4790-A116-B041AE894394}"/>
          </ac:spMkLst>
        </pc:spChg>
        <pc:spChg chg="add mod">
          <ac:chgData name="Di Mattia Alessandro Edoardo Giorgio David" userId="f8954a66-e5ad-4a1c-9536-1d2117047f5f" providerId="ADAL" clId="{CFBF690A-D719-48D2-92B8-B5819DB24AC8}" dt="2021-08-09T14:46:39.728" v="1591" actId="122"/>
          <ac:spMkLst>
            <pc:docMk/>
            <pc:sldMk cId="2200792181" sldId="335"/>
            <ac:spMk id="3" creationId="{8E0B66F6-F8B9-4217-BA84-5C4E0E4FE3BC}"/>
          </ac:spMkLst>
        </pc:spChg>
        <pc:graphicFrameChg chg="add del mod">
          <ac:chgData name="Di Mattia Alessandro Edoardo Giorgio David" userId="f8954a66-e5ad-4a1c-9536-1d2117047f5f" providerId="ADAL" clId="{CFBF690A-D719-48D2-92B8-B5819DB24AC8}" dt="2021-08-09T14:50:48.455" v="1622" actId="478"/>
          <ac:graphicFrameMkLst>
            <pc:docMk/>
            <pc:sldMk cId="2200792181" sldId="335"/>
            <ac:graphicFrameMk id="6" creationId="{0AE95D00-6FA0-4537-B372-65E8ED0A9AC1}"/>
          </ac:graphicFrameMkLst>
        </pc:graphicFrameChg>
        <pc:picChg chg="add del mod">
          <ac:chgData name="Di Mattia Alessandro Edoardo Giorgio David" userId="f8954a66-e5ad-4a1c-9536-1d2117047f5f" providerId="ADAL" clId="{CFBF690A-D719-48D2-92B8-B5819DB24AC8}" dt="2021-08-09T14:47:32.848" v="1594" actId="478"/>
          <ac:picMkLst>
            <pc:docMk/>
            <pc:sldMk cId="2200792181" sldId="335"/>
            <ac:picMk id="4" creationId="{53E05C4C-75C2-4F37-AE43-AB70D00D60B9}"/>
          </ac:picMkLst>
        </pc:picChg>
        <pc:picChg chg="add del mod">
          <ac:chgData name="Di Mattia Alessandro Edoardo Giorgio David" userId="f8954a66-e5ad-4a1c-9536-1d2117047f5f" providerId="ADAL" clId="{CFBF690A-D719-48D2-92B8-B5819DB24AC8}" dt="2021-08-09T14:48:12.834" v="1605" actId="478"/>
          <ac:picMkLst>
            <pc:docMk/>
            <pc:sldMk cId="2200792181" sldId="335"/>
            <ac:picMk id="5" creationId="{AAD7F8D2-7C98-4B9F-82C9-F335F2AD6D53}"/>
          </ac:picMkLst>
        </pc:picChg>
        <pc:picChg chg="add mod">
          <ac:chgData name="Di Mattia Alessandro Edoardo Giorgio David" userId="f8954a66-e5ad-4a1c-9536-1d2117047f5f" providerId="ADAL" clId="{CFBF690A-D719-48D2-92B8-B5819DB24AC8}" dt="2021-08-09T14:50:54.091" v="1624" actId="1076"/>
          <ac:picMkLst>
            <pc:docMk/>
            <pc:sldMk cId="2200792181" sldId="335"/>
            <ac:picMk id="7" creationId="{3189569D-242A-473A-9A94-6E5144F443C6}"/>
          </ac:picMkLst>
        </pc:picChg>
      </pc:sldChg>
      <pc:sldChg chg="addSp delSp modSp new mod modClrScheme modAnim chgLayout">
        <pc:chgData name="Di Mattia Alessandro Edoardo Giorgio David" userId="f8954a66-e5ad-4a1c-9536-1d2117047f5f" providerId="ADAL" clId="{CFBF690A-D719-48D2-92B8-B5819DB24AC8}" dt="2021-08-09T15:14:08.515" v="1840" actId="20577"/>
        <pc:sldMkLst>
          <pc:docMk/>
          <pc:sldMk cId="2223886345" sldId="336"/>
        </pc:sldMkLst>
        <pc:spChg chg="del">
          <ac:chgData name="Di Mattia Alessandro Edoardo Giorgio David" userId="f8954a66-e5ad-4a1c-9536-1d2117047f5f" providerId="ADAL" clId="{CFBF690A-D719-48D2-92B8-B5819DB24AC8}" dt="2021-08-09T14:48:03.037" v="1600" actId="700"/>
          <ac:spMkLst>
            <pc:docMk/>
            <pc:sldMk cId="2223886345" sldId="336"/>
            <ac:spMk id="2" creationId="{8CDA5BD7-348D-4E9A-A336-7B5060530500}"/>
          </ac:spMkLst>
        </pc:spChg>
        <pc:spChg chg="del">
          <ac:chgData name="Di Mattia Alessandro Edoardo Giorgio David" userId="f8954a66-e5ad-4a1c-9536-1d2117047f5f" providerId="ADAL" clId="{CFBF690A-D719-48D2-92B8-B5819DB24AC8}" dt="2021-08-09T14:48:03.037" v="1600" actId="700"/>
          <ac:spMkLst>
            <pc:docMk/>
            <pc:sldMk cId="2223886345" sldId="336"/>
            <ac:spMk id="3" creationId="{94508F87-AA89-40C9-8509-F268A3C82A2C}"/>
          </ac:spMkLst>
        </pc:spChg>
        <pc:spChg chg="add del mod">
          <ac:chgData name="Di Mattia Alessandro Edoardo Giorgio David" userId="f8954a66-e5ad-4a1c-9536-1d2117047f5f" providerId="ADAL" clId="{CFBF690A-D719-48D2-92B8-B5819DB24AC8}" dt="2021-08-09T14:48:00.719" v="1599"/>
          <ac:spMkLst>
            <pc:docMk/>
            <pc:sldMk cId="2223886345" sldId="336"/>
            <ac:spMk id="8" creationId="{5FF703F0-EB1C-4FFD-8951-0113FC7F1B06}"/>
          </ac:spMkLst>
        </pc:spChg>
        <pc:spChg chg="add del mod">
          <ac:chgData name="Di Mattia Alessandro Edoardo Giorgio David" userId="f8954a66-e5ad-4a1c-9536-1d2117047f5f" providerId="ADAL" clId="{CFBF690A-D719-48D2-92B8-B5819DB24AC8}" dt="2021-08-09T14:48:00.719" v="1599"/>
          <ac:spMkLst>
            <pc:docMk/>
            <pc:sldMk cId="2223886345" sldId="336"/>
            <ac:spMk id="9" creationId="{225F9005-786E-4857-9FE1-1FEC06D2D6A2}"/>
          </ac:spMkLst>
        </pc:spChg>
        <pc:spChg chg="add del mod">
          <ac:chgData name="Di Mattia Alessandro Edoardo Giorgio David" userId="f8954a66-e5ad-4a1c-9536-1d2117047f5f" providerId="ADAL" clId="{CFBF690A-D719-48D2-92B8-B5819DB24AC8}" dt="2021-08-09T14:48:00.719" v="1599"/>
          <ac:spMkLst>
            <pc:docMk/>
            <pc:sldMk cId="2223886345" sldId="336"/>
            <ac:spMk id="10" creationId="{4B61D133-C592-4931-AC7C-9F2AA3382881}"/>
          </ac:spMkLst>
        </pc:spChg>
        <pc:spChg chg="add del mod">
          <ac:chgData name="Di Mattia Alessandro Edoardo Giorgio David" userId="f8954a66-e5ad-4a1c-9536-1d2117047f5f" providerId="ADAL" clId="{CFBF690A-D719-48D2-92B8-B5819DB24AC8}" dt="2021-08-09T14:48:00.719" v="1599"/>
          <ac:spMkLst>
            <pc:docMk/>
            <pc:sldMk cId="2223886345" sldId="336"/>
            <ac:spMk id="11" creationId="{03F80E16-953A-4201-ACAD-C8C26051041F}"/>
          </ac:spMkLst>
        </pc:spChg>
        <pc:spChg chg="add del mod">
          <ac:chgData name="Di Mattia Alessandro Edoardo Giorgio David" userId="f8954a66-e5ad-4a1c-9536-1d2117047f5f" providerId="ADAL" clId="{CFBF690A-D719-48D2-92B8-B5819DB24AC8}" dt="2021-08-09T14:48:00.719" v="1599"/>
          <ac:spMkLst>
            <pc:docMk/>
            <pc:sldMk cId="2223886345" sldId="336"/>
            <ac:spMk id="12" creationId="{FE947521-229B-40D8-9B89-45E443265317}"/>
          </ac:spMkLst>
        </pc:spChg>
        <pc:spChg chg="add del mod">
          <ac:chgData name="Di Mattia Alessandro Edoardo Giorgio David" userId="f8954a66-e5ad-4a1c-9536-1d2117047f5f" providerId="ADAL" clId="{CFBF690A-D719-48D2-92B8-B5819DB24AC8}" dt="2021-08-09T14:48:00.719" v="1599"/>
          <ac:spMkLst>
            <pc:docMk/>
            <pc:sldMk cId="2223886345" sldId="336"/>
            <ac:spMk id="13" creationId="{076256BD-0358-43A2-901D-B155235DCAEB}"/>
          </ac:spMkLst>
        </pc:spChg>
        <pc:spChg chg="add del mod">
          <ac:chgData name="Di Mattia Alessandro Edoardo Giorgio David" userId="f8954a66-e5ad-4a1c-9536-1d2117047f5f" providerId="ADAL" clId="{CFBF690A-D719-48D2-92B8-B5819DB24AC8}" dt="2021-08-09T14:48:00.719" v="1599"/>
          <ac:spMkLst>
            <pc:docMk/>
            <pc:sldMk cId="2223886345" sldId="336"/>
            <ac:spMk id="14" creationId="{ACB2BECF-A34B-4987-B049-C2C37FE64F5E}"/>
          </ac:spMkLst>
        </pc:spChg>
        <pc:spChg chg="add del mod">
          <ac:chgData name="Di Mattia Alessandro Edoardo Giorgio David" userId="f8954a66-e5ad-4a1c-9536-1d2117047f5f" providerId="ADAL" clId="{CFBF690A-D719-48D2-92B8-B5819DB24AC8}" dt="2021-08-09T14:48:00.719" v="1599"/>
          <ac:spMkLst>
            <pc:docMk/>
            <pc:sldMk cId="2223886345" sldId="336"/>
            <ac:spMk id="15" creationId="{2A1DC70E-79A8-45E9-B2BA-149F605A6007}"/>
          </ac:spMkLst>
        </pc:spChg>
        <pc:spChg chg="add del mod">
          <ac:chgData name="Di Mattia Alessandro Edoardo Giorgio David" userId="f8954a66-e5ad-4a1c-9536-1d2117047f5f" providerId="ADAL" clId="{CFBF690A-D719-48D2-92B8-B5819DB24AC8}" dt="2021-08-09T14:48:00.719" v="1599"/>
          <ac:spMkLst>
            <pc:docMk/>
            <pc:sldMk cId="2223886345" sldId="336"/>
            <ac:spMk id="18" creationId="{15FC0AD6-12AC-4970-9712-4EB6ACFDBFBA}"/>
          </ac:spMkLst>
        </pc:spChg>
        <pc:spChg chg="add del mod">
          <ac:chgData name="Di Mattia Alessandro Edoardo Giorgio David" userId="f8954a66-e5ad-4a1c-9536-1d2117047f5f" providerId="ADAL" clId="{CFBF690A-D719-48D2-92B8-B5819DB24AC8}" dt="2021-08-09T14:48:00.719" v="1599"/>
          <ac:spMkLst>
            <pc:docMk/>
            <pc:sldMk cId="2223886345" sldId="336"/>
            <ac:spMk id="19" creationId="{CDC0AC11-B839-410A-8D79-9F035CA1D234}"/>
          </ac:spMkLst>
        </pc:spChg>
        <pc:spChg chg="add del mod">
          <ac:chgData name="Di Mattia Alessandro Edoardo Giorgio David" userId="f8954a66-e5ad-4a1c-9536-1d2117047f5f" providerId="ADAL" clId="{CFBF690A-D719-48D2-92B8-B5819DB24AC8}" dt="2021-08-09T14:48:00.719" v="1599"/>
          <ac:spMkLst>
            <pc:docMk/>
            <pc:sldMk cId="2223886345" sldId="336"/>
            <ac:spMk id="20" creationId="{196B9437-658A-4659-BBB6-B4A497AA06D5}"/>
          </ac:spMkLst>
        </pc:spChg>
        <pc:spChg chg="add del mod">
          <ac:chgData name="Di Mattia Alessandro Edoardo Giorgio David" userId="f8954a66-e5ad-4a1c-9536-1d2117047f5f" providerId="ADAL" clId="{CFBF690A-D719-48D2-92B8-B5819DB24AC8}" dt="2021-08-09T14:48:00.719" v="1599"/>
          <ac:spMkLst>
            <pc:docMk/>
            <pc:sldMk cId="2223886345" sldId="336"/>
            <ac:spMk id="23" creationId="{A2644825-FA9E-453B-BF19-4B8D07E45341}"/>
          </ac:spMkLst>
        </pc:spChg>
        <pc:spChg chg="add del mod">
          <ac:chgData name="Di Mattia Alessandro Edoardo Giorgio David" userId="f8954a66-e5ad-4a1c-9536-1d2117047f5f" providerId="ADAL" clId="{CFBF690A-D719-48D2-92B8-B5819DB24AC8}" dt="2021-08-09T14:48:00.719" v="1599"/>
          <ac:spMkLst>
            <pc:docMk/>
            <pc:sldMk cId="2223886345" sldId="336"/>
            <ac:spMk id="24" creationId="{6E1FFEE6-0187-41FF-AE34-CEAE210D7F8E}"/>
          </ac:spMkLst>
        </pc:spChg>
        <pc:spChg chg="add del mod">
          <ac:chgData name="Di Mattia Alessandro Edoardo Giorgio David" userId="f8954a66-e5ad-4a1c-9536-1d2117047f5f" providerId="ADAL" clId="{CFBF690A-D719-48D2-92B8-B5819DB24AC8}" dt="2021-08-09T14:48:00.719" v="1599"/>
          <ac:spMkLst>
            <pc:docMk/>
            <pc:sldMk cId="2223886345" sldId="336"/>
            <ac:spMk id="25" creationId="{920D2067-A783-4E4E-9FF7-FB271043AC85}"/>
          </ac:spMkLst>
        </pc:spChg>
        <pc:spChg chg="add del mod">
          <ac:chgData name="Di Mattia Alessandro Edoardo Giorgio David" userId="f8954a66-e5ad-4a1c-9536-1d2117047f5f" providerId="ADAL" clId="{CFBF690A-D719-48D2-92B8-B5819DB24AC8}" dt="2021-08-09T14:48:00.719" v="1599"/>
          <ac:spMkLst>
            <pc:docMk/>
            <pc:sldMk cId="2223886345" sldId="336"/>
            <ac:spMk id="27" creationId="{777EF625-B53E-429A-BDA0-7F41661D232F}"/>
          </ac:spMkLst>
        </pc:spChg>
        <pc:spChg chg="add del mod">
          <ac:chgData name="Di Mattia Alessandro Edoardo Giorgio David" userId="f8954a66-e5ad-4a1c-9536-1d2117047f5f" providerId="ADAL" clId="{CFBF690A-D719-48D2-92B8-B5819DB24AC8}" dt="2021-08-09T14:48:00.719" v="1599"/>
          <ac:spMkLst>
            <pc:docMk/>
            <pc:sldMk cId="2223886345" sldId="336"/>
            <ac:spMk id="29" creationId="{6D906C3B-A46F-4500-910A-CD28C96FDC72}"/>
          </ac:spMkLst>
        </pc:spChg>
        <pc:spChg chg="add del mod">
          <ac:chgData name="Di Mattia Alessandro Edoardo Giorgio David" userId="f8954a66-e5ad-4a1c-9536-1d2117047f5f" providerId="ADAL" clId="{CFBF690A-D719-48D2-92B8-B5819DB24AC8}" dt="2021-08-09T14:48:00.719" v="1599"/>
          <ac:spMkLst>
            <pc:docMk/>
            <pc:sldMk cId="2223886345" sldId="336"/>
            <ac:spMk id="31" creationId="{B7CA1F7E-FC41-44A5-90E9-F09EAA9E5A1B}"/>
          </ac:spMkLst>
        </pc:spChg>
        <pc:spChg chg="add del mod">
          <ac:chgData name="Di Mattia Alessandro Edoardo Giorgio David" userId="f8954a66-e5ad-4a1c-9536-1d2117047f5f" providerId="ADAL" clId="{CFBF690A-D719-48D2-92B8-B5819DB24AC8}" dt="2021-08-09T14:48:06.334" v="1602"/>
          <ac:spMkLst>
            <pc:docMk/>
            <pc:sldMk cId="2223886345" sldId="336"/>
            <ac:spMk id="36" creationId="{604EFD12-9F33-4BC0-9572-4D50FE266E88}"/>
          </ac:spMkLst>
        </pc:spChg>
        <pc:spChg chg="add del mod">
          <ac:chgData name="Di Mattia Alessandro Edoardo Giorgio David" userId="f8954a66-e5ad-4a1c-9536-1d2117047f5f" providerId="ADAL" clId="{CFBF690A-D719-48D2-92B8-B5819DB24AC8}" dt="2021-08-09T14:48:06.334" v="1602"/>
          <ac:spMkLst>
            <pc:docMk/>
            <pc:sldMk cId="2223886345" sldId="336"/>
            <ac:spMk id="37" creationId="{43CEEA71-91D6-4A9F-96B8-C53D69404D02}"/>
          </ac:spMkLst>
        </pc:spChg>
        <pc:spChg chg="add del mod">
          <ac:chgData name="Di Mattia Alessandro Edoardo Giorgio David" userId="f8954a66-e5ad-4a1c-9536-1d2117047f5f" providerId="ADAL" clId="{CFBF690A-D719-48D2-92B8-B5819DB24AC8}" dt="2021-08-09T14:48:06.334" v="1602"/>
          <ac:spMkLst>
            <pc:docMk/>
            <pc:sldMk cId="2223886345" sldId="336"/>
            <ac:spMk id="38" creationId="{E5B9B17A-167C-4C0B-B85D-4C2BC6408AC8}"/>
          </ac:spMkLst>
        </pc:spChg>
        <pc:spChg chg="add del mod">
          <ac:chgData name="Di Mattia Alessandro Edoardo Giorgio David" userId="f8954a66-e5ad-4a1c-9536-1d2117047f5f" providerId="ADAL" clId="{CFBF690A-D719-48D2-92B8-B5819DB24AC8}" dt="2021-08-09T14:48:06.334" v="1602"/>
          <ac:spMkLst>
            <pc:docMk/>
            <pc:sldMk cId="2223886345" sldId="336"/>
            <ac:spMk id="39" creationId="{49C71CEF-75F6-402F-9D15-671908371808}"/>
          </ac:spMkLst>
        </pc:spChg>
        <pc:spChg chg="add del mod">
          <ac:chgData name="Di Mattia Alessandro Edoardo Giorgio David" userId="f8954a66-e5ad-4a1c-9536-1d2117047f5f" providerId="ADAL" clId="{CFBF690A-D719-48D2-92B8-B5819DB24AC8}" dt="2021-08-09T14:48:06.334" v="1602"/>
          <ac:spMkLst>
            <pc:docMk/>
            <pc:sldMk cId="2223886345" sldId="336"/>
            <ac:spMk id="40" creationId="{9CDC1496-E3A8-43C4-8272-CD52FB4A5FEB}"/>
          </ac:spMkLst>
        </pc:spChg>
        <pc:spChg chg="add del mod">
          <ac:chgData name="Di Mattia Alessandro Edoardo Giorgio David" userId="f8954a66-e5ad-4a1c-9536-1d2117047f5f" providerId="ADAL" clId="{CFBF690A-D719-48D2-92B8-B5819DB24AC8}" dt="2021-08-09T14:48:06.334" v="1602"/>
          <ac:spMkLst>
            <pc:docMk/>
            <pc:sldMk cId="2223886345" sldId="336"/>
            <ac:spMk id="41" creationId="{C98B0ABB-4032-4AB0-984A-B125EDE819D2}"/>
          </ac:spMkLst>
        </pc:spChg>
        <pc:spChg chg="add del mod">
          <ac:chgData name="Di Mattia Alessandro Edoardo Giorgio David" userId="f8954a66-e5ad-4a1c-9536-1d2117047f5f" providerId="ADAL" clId="{CFBF690A-D719-48D2-92B8-B5819DB24AC8}" dt="2021-08-09T14:48:06.334" v="1602"/>
          <ac:spMkLst>
            <pc:docMk/>
            <pc:sldMk cId="2223886345" sldId="336"/>
            <ac:spMk id="42" creationId="{32C41F58-2E2B-469F-8638-CAAC876B58ED}"/>
          </ac:spMkLst>
        </pc:spChg>
        <pc:spChg chg="add del mod">
          <ac:chgData name="Di Mattia Alessandro Edoardo Giorgio David" userId="f8954a66-e5ad-4a1c-9536-1d2117047f5f" providerId="ADAL" clId="{CFBF690A-D719-48D2-92B8-B5819DB24AC8}" dt="2021-08-09T14:48:06.334" v="1602"/>
          <ac:spMkLst>
            <pc:docMk/>
            <pc:sldMk cId="2223886345" sldId="336"/>
            <ac:spMk id="43" creationId="{291D4AC3-9E9D-4F16-867F-64184D4DE8DA}"/>
          </ac:spMkLst>
        </pc:spChg>
        <pc:spChg chg="add del mod">
          <ac:chgData name="Di Mattia Alessandro Edoardo Giorgio David" userId="f8954a66-e5ad-4a1c-9536-1d2117047f5f" providerId="ADAL" clId="{CFBF690A-D719-48D2-92B8-B5819DB24AC8}" dt="2021-08-09T14:48:06.334" v="1602"/>
          <ac:spMkLst>
            <pc:docMk/>
            <pc:sldMk cId="2223886345" sldId="336"/>
            <ac:spMk id="46" creationId="{453C5643-A61B-4E89-8EF0-BDAF28856B2E}"/>
          </ac:spMkLst>
        </pc:spChg>
        <pc:spChg chg="add del mod">
          <ac:chgData name="Di Mattia Alessandro Edoardo Giorgio David" userId="f8954a66-e5ad-4a1c-9536-1d2117047f5f" providerId="ADAL" clId="{CFBF690A-D719-48D2-92B8-B5819DB24AC8}" dt="2021-08-09T14:48:06.334" v="1602"/>
          <ac:spMkLst>
            <pc:docMk/>
            <pc:sldMk cId="2223886345" sldId="336"/>
            <ac:spMk id="47" creationId="{0C7F490F-88DC-44D1-8035-EBD5C2A1E36E}"/>
          </ac:spMkLst>
        </pc:spChg>
        <pc:spChg chg="add del mod">
          <ac:chgData name="Di Mattia Alessandro Edoardo Giorgio David" userId="f8954a66-e5ad-4a1c-9536-1d2117047f5f" providerId="ADAL" clId="{CFBF690A-D719-48D2-92B8-B5819DB24AC8}" dt="2021-08-09T14:48:06.334" v="1602"/>
          <ac:spMkLst>
            <pc:docMk/>
            <pc:sldMk cId="2223886345" sldId="336"/>
            <ac:spMk id="48" creationId="{2172E6FD-ADCE-4FF9-AADA-1D1297BCAC7C}"/>
          </ac:spMkLst>
        </pc:spChg>
        <pc:spChg chg="add del mod">
          <ac:chgData name="Di Mattia Alessandro Edoardo Giorgio David" userId="f8954a66-e5ad-4a1c-9536-1d2117047f5f" providerId="ADAL" clId="{CFBF690A-D719-48D2-92B8-B5819DB24AC8}" dt="2021-08-09T14:48:06.334" v="1602"/>
          <ac:spMkLst>
            <pc:docMk/>
            <pc:sldMk cId="2223886345" sldId="336"/>
            <ac:spMk id="51" creationId="{3F18B746-E115-40AA-BA2E-0DDAA61C239C}"/>
          </ac:spMkLst>
        </pc:spChg>
        <pc:spChg chg="add del mod">
          <ac:chgData name="Di Mattia Alessandro Edoardo Giorgio David" userId="f8954a66-e5ad-4a1c-9536-1d2117047f5f" providerId="ADAL" clId="{CFBF690A-D719-48D2-92B8-B5819DB24AC8}" dt="2021-08-09T14:48:06.334" v="1602"/>
          <ac:spMkLst>
            <pc:docMk/>
            <pc:sldMk cId="2223886345" sldId="336"/>
            <ac:spMk id="52" creationId="{FDA1651F-C7C9-40FB-BBE9-98C7D4B605E4}"/>
          </ac:spMkLst>
        </pc:spChg>
        <pc:spChg chg="add del mod">
          <ac:chgData name="Di Mattia Alessandro Edoardo Giorgio David" userId="f8954a66-e5ad-4a1c-9536-1d2117047f5f" providerId="ADAL" clId="{CFBF690A-D719-48D2-92B8-B5819DB24AC8}" dt="2021-08-09T14:48:06.334" v="1602"/>
          <ac:spMkLst>
            <pc:docMk/>
            <pc:sldMk cId="2223886345" sldId="336"/>
            <ac:spMk id="53" creationId="{73CB2228-6D00-4D03-9B29-6DC6B7F96F4E}"/>
          </ac:spMkLst>
        </pc:spChg>
        <pc:spChg chg="add del mod">
          <ac:chgData name="Di Mattia Alessandro Edoardo Giorgio David" userId="f8954a66-e5ad-4a1c-9536-1d2117047f5f" providerId="ADAL" clId="{CFBF690A-D719-48D2-92B8-B5819DB24AC8}" dt="2021-08-09T14:48:06.334" v="1602"/>
          <ac:spMkLst>
            <pc:docMk/>
            <pc:sldMk cId="2223886345" sldId="336"/>
            <ac:spMk id="55" creationId="{BE1EB5B1-738F-4239-8A84-B9B04394BD8C}"/>
          </ac:spMkLst>
        </pc:spChg>
        <pc:spChg chg="add del mod">
          <ac:chgData name="Di Mattia Alessandro Edoardo Giorgio David" userId="f8954a66-e5ad-4a1c-9536-1d2117047f5f" providerId="ADAL" clId="{CFBF690A-D719-48D2-92B8-B5819DB24AC8}" dt="2021-08-09T14:48:06.334" v="1602"/>
          <ac:spMkLst>
            <pc:docMk/>
            <pc:sldMk cId="2223886345" sldId="336"/>
            <ac:spMk id="57" creationId="{7AED626B-97F1-43E5-A445-59B175E15225}"/>
          </ac:spMkLst>
        </pc:spChg>
        <pc:spChg chg="add del mod">
          <ac:chgData name="Di Mattia Alessandro Edoardo Giorgio David" userId="f8954a66-e5ad-4a1c-9536-1d2117047f5f" providerId="ADAL" clId="{CFBF690A-D719-48D2-92B8-B5819DB24AC8}" dt="2021-08-09T14:48:06.334" v="1602"/>
          <ac:spMkLst>
            <pc:docMk/>
            <pc:sldMk cId="2223886345" sldId="336"/>
            <ac:spMk id="59" creationId="{437CF595-ACF0-4BD2-80B1-8B5855F4A5C7}"/>
          </ac:spMkLst>
        </pc:spChg>
        <pc:spChg chg="add mod">
          <ac:chgData name="Di Mattia Alessandro Edoardo Giorgio David" userId="f8954a66-e5ad-4a1c-9536-1d2117047f5f" providerId="ADAL" clId="{CFBF690A-D719-48D2-92B8-B5819DB24AC8}" dt="2021-08-09T15:14:08.515" v="1840" actId="20577"/>
          <ac:spMkLst>
            <pc:docMk/>
            <pc:sldMk cId="2223886345" sldId="336"/>
            <ac:spMk id="61" creationId="{58A6B7EB-1412-40A2-821F-8F47923E2B39}"/>
          </ac:spMkLst>
        </pc:spChg>
        <pc:picChg chg="add mod">
          <ac:chgData name="Di Mattia Alessandro Edoardo Giorgio David" userId="f8954a66-e5ad-4a1c-9536-1d2117047f5f" providerId="ADAL" clId="{CFBF690A-D719-48D2-92B8-B5819DB24AC8}" dt="2021-08-09T14:48:10.430" v="1604" actId="1076"/>
          <ac:picMkLst>
            <pc:docMk/>
            <pc:sldMk cId="2223886345" sldId="336"/>
            <ac:picMk id="60" creationId="{2590DDC6-8B95-4B75-8711-8A2E65160AA8}"/>
          </ac:picMkLst>
        </pc:picChg>
        <pc:cxnChg chg="add del mod">
          <ac:chgData name="Di Mattia Alessandro Edoardo Giorgio David" userId="f8954a66-e5ad-4a1c-9536-1d2117047f5f" providerId="ADAL" clId="{CFBF690A-D719-48D2-92B8-B5819DB24AC8}" dt="2021-08-09T14:48:00.719" v="1599"/>
          <ac:cxnSpMkLst>
            <pc:docMk/>
            <pc:sldMk cId="2223886345" sldId="336"/>
            <ac:cxnSpMk id="4" creationId="{BC484C7D-75A2-4ABE-A739-0C23D4AE0491}"/>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5" creationId="{6B2E5369-D18A-4DF8-BC51-68923888350B}"/>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6" creationId="{05FEBAFD-17DF-4BF3-BD5F-0D83A2A336E6}"/>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7" creationId="{376F227D-A81C-4408-BF91-603AD8D90AED}"/>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16" creationId="{706D481C-C88C-451F-9603-C6844D644468}"/>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17" creationId="{7F085B11-4192-4971-9B4A-1DE921B3EE23}"/>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1" creationId="{3C19582E-008F-4868-935A-BA97171821CD}"/>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2" creationId="{2433AA6C-8B96-4A69-A243-5D4A48BD138A}"/>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6" creationId="{CAEC6E02-BB37-47FE-9A68-08BD2FD0C4D6}"/>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28" creationId="{8463F2B2-6C9B-4F68-B982-05D65A088563}"/>
          </ac:cxnSpMkLst>
        </pc:cxnChg>
        <pc:cxnChg chg="add del mod">
          <ac:chgData name="Di Mattia Alessandro Edoardo Giorgio David" userId="f8954a66-e5ad-4a1c-9536-1d2117047f5f" providerId="ADAL" clId="{CFBF690A-D719-48D2-92B8-B5819DB24AC8}" dt="2021-08-09T14:48:00.719" v="1599"/>
          <ac:cxnSpMkLst>
            <pc:docMk/>
            <pc:sldMk cId="2223886345" sldId="336"/>
            <ac:cxnSpMk id="30" creationId="{C8154AE7-1365-4E27-94C0-2EC5322E841A}"/>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2" creationId="{CA0DAAD7-573C-4B03-BB18-6053A94887EE}"/>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3" creationId="{DA32C806-A58C-49A2-971F-32C07B3CA4CF}"/>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4" creationId="{C0063E2F-35BA-4031-893B-972A4D555725}"/>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35" creationId="{871AD2F4-EA57-4B83-B727-A2D41B5D1728}"/>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4" creationId="{31C1F4D0-7EDD-4865-86C7-CA727B567D5F}"/>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5" creationId="{C7EBAB87-F838-4CEE-80D1-C10A63F33CB5}"/>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49" creationId="{635E5550-4519-4203-AA35-0A850BD524C9}"/>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0" creationId="{A095B073-9050-4EB3-A76C-A5F0D6A6CB9B}"/>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4" creationId="{BC9A19AE-D379-4AB1-88EF-7CB8197322DC}"/>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6" creationId="{817E96AF-6E57-450F-91FD-05ACEEAE37A1}"/>
          </ac:cxnSpMkLst>
        </pc:cxnChg>
        <pc:cxnChg chg="add del mod">
          <ac:chgData name="Di Mattia Alessandro Edoardo Giorgio David" userId="f8954a66-e5ad-4a1c-9536-1d2117047f5f" providerId="ADAL" clId="{CFBF690A-D719-48D2-92B8-B5819DB24AC8}" dt="2021-08-09T14:48:06.334" v="1602"/>
          <ac:cxnSpMkLst>
            <pc:docMk/>
            <pc:sldMk cId="2223886345" sldId="336"/>
            <ac:cxnSpMk id="58" creationId="{9796C8FA-4681-4C87-A057-F2A1B61B3DAB}"/>
          </ac:cxnSpMkLst>
        </pc:cxnChg>
      </pc:sldChg>
      <pc:sldChg chg="addSp delSp modSp new mod modClrScheme chgLayout">
        <pc:chgData name="Di Mattia Alessandro Edoardo Giorgio David" userId="f8954a66-e5ad-4a1c-9536-1d2117047f5f" providerId="ADAL" clId="{CFBF690A-D719-48D2-92B8-B5819DB24AC8}" dt="2021-08-09T15:32:30.204" v="1895" actId="20577"/>
        <pc:sldMkLst>
          <pc:docMk/>
          <pc:sldMk cId="2386622032" sldId="337"/>
        </pc:sldMkLst>
        <pc:spChg chg="add mod">
          <ac:chgData name="Di Mattia Alessandro Edoardo Giorgio David" userId="f8954a66-e5ad-4a1c-9536-1d2117047f5f" providerId="ADAL" clId="{CFBF690A-D719-48D2-92B8-B5819DB24AC8}" dt="2021-08-09T15:32:30.204" v="1895" actId="20577"/>
          <ac:spMkLst>
            <pc:docMk/>
            <pc:sldMk cId="2386622032" sldId="337"/>
            <ac:spMk id="2" creationId="{4955EB03-85E3-48BD-8D11-98871C2CDE2B}"/>
          </ac:spMkLst>
        </pc:spChg>
        <pc:spChg chg="add del mod">
          <ac:chgData name="Di Mattia Alessandro Edoardo Giorgio David" userId="f8954a66-e5ad-4a1c-9536-1d2117047f5f" providerId="ADAL" clId="{CFBF690A-D719-48D2-92B8-B5819DB24AC8}" dt="2021-08-09T15:27:22.293" v="1853"/>
          <ac:spMkLst>
            <pc:docMk/>
            <pc:sldMk cId="2386622032" sldId="337"/>
            <ac:spMk id="3" creationId="{FE07B3C5-277D-4534-989E-90ED4C47E697}"/>
          </ac:spMkLst>
        </pc:spChg>
        <pc:spChg chg="add mod">
          <ac:chgData name="Di Mattia Alessandro Edoardo Giorgio David" userId="f8954a66-e5ad-4a1c-9536-1d2117047f5f" providerId="ADAL" clId="{CFBF690A-D719-48D2-92B8-B5819DB24AC8}" dt="2021-08-09T15:32:20.672" v="1882" actId="20577"/>
          <ac:spMkLst>
            <pc:docMk/>
            <pc:sldMk cId="2386622032" sldId="337"/>
            <ac:spMk id="4" creationId="{5C20FEFB-367B-47CF-9F2F-2780ADC071FE}"/>
          </ac:spMkLst>
        </pc:spChg>
        <pc:spChg chg="add del mod">
          <ac:chgData name="Di Mattia Alessandro Edoardo Giorgio David" userId="f8954a66-e5ad-4a1c-9536-1d2117047f5f" providerId="ADAL" clId="{CFBF690A-D719-48D2-92B8-B5819DB24AC8}" dt="2021-08-09T15:27:37.834" v="1857"/>
          <ac:spMkLst>
            <pc:docMk/>
            <pc:sldMk cId="2386622032" sldId="337"/>
            <ac:spMk id="5" creationId="{B684725E-159F-4B29-A899-2F15DEBA6CC5}"/>
          </ac:spMkLst>
        </pc:spChg>
        <pc:picChg chg="add del mod">
          <ac:chgData name="Di Mattia Alessandro Edoardo Giorgio David" userId="f8954a66-e5ad-4a1c-9536-1d2117047f5f" providerId="ADAL" clId="{CFBF690A-D719-48D2-92B8-B5819DB24AC8}" dt="2021-08-09T15:32:02.161" v="1860" actId="478"/>
          <ac:picMkLst>
            <pc:docMk/>
            <pc:sldMk cId="2386622032" sldId="337"/>
            <ac:picMk id="7" creationId="{DD149F64-9B26-400A-8535-BFB846A828F6}"/>
          </ac:picMkLst>
        </pc:picChg>
      </pc:sldChg>
      <pc:sldChg chg="modSp new mod modNotesTx">
        <pc:chgData name="Di Mattia Alessandro Edoardo Giorgio David" userId="f8954a66-e5ad-4a1c-9536-1d2117047f5f" providerId="ADAL" clId="{CFBF690A-D719-48D2-92B8-B5819DB24AC8}" dt="2021-08-09T15:35:06.200" v="1903"/>
        <pc:sldMkLst>
          <pc:docMk/>
          <pc:sldMk cId="863600783" sldId="338"/>
        </pc:sldMkLst>
        <pc:spChg chg="mod">
          <ac:chgData name="Di Mattia Alessandro Edoardo Giorgio David" userId="f8954a66-e5ad-4a1c-9536-1d2117047f5f" providerId="ADAL" clId="{CFBF690A-D719-48D2-92B8-B5819DB24AC8}" dt="2021-08-09T15:34:20.370" v="1901" actId="20577"/>
          <ac:spMkLst>
            <pc:docMk/>
            <pc:sldMk cId="863600783" sldId="338"/>
            <ac:spMk id="2" creationId="{9A7E9ECD-A824-405F-93D7-214E7E8CED7B}"/>
          </ac:spMkLst>
        </pc:spChg>
        <pc:spChg chg="mod">
          <ac:chgData name="Di Mattia Alessandro Edoardo Giorgio David" userId="f8954a66-e5ad-4a1c-9536-1d2117047f5f" providerId="ADAL" clId="{CFBF690A-D719-48D2-92B8-B5819DB24AC8}" dt="2021-08-09T15:34:39.134" v="1902"/>
          <ac:spMkLst>
            <pc:docMk/>
            <pc:sldMk cId="863600783" sldId="338"/>
            <ac:spMk id="3" creationId="{7EEDFC4A-3855-4AB5-8115-C4399C82CF5B}"/>
          </ac:spMkLst>
        </pc:spChg>
      </pc:sldChg>
      <pc:sldChg chg="modSp new mod">
        <pc:chgData name="Di Mattia Alessandro Edoardo Giorgio David" userId="f8954a66-e5ad-4a1c-9536-1d2117047f5f" providerId="ADAL" clId="{CFBF690A-D719-48D2-92B8-B5819DB24AC8}" dt="2021-08-09T15:53:44.291" v="1952" actId="20577"/>
        <pc:sldMkLst>
          <pc:docMk/>
          <pc:sldMk cId="3760396929" sldId="339"/>
        </pc:sldMkLst>
        <pc:spChg chg="mod">
          <ac:chgData name="Di Mattia Alessandro Edoardo Giorgio David" userId="f8954a66-e5ad-4a1c-9536-1d2117047f5f" providerId="ADAL" clId="{CFBF690A-D719-48D2-92B8-B5819DB24AC8}" dt="2021-08-09T15:53:44.291" v="1952" actId="20577"/>
          <ac:spMkLst>
            <pc:docMk/>
            <pc:sldMk cId="3760396929" sldId="339"/>
            <ac:spMk id="2" creationId="{49AEAE09-0BED-4CAC-8212-5B93D7A70FDE}"/>
          </ac:spMkLst>
        </pc:spChg>
        <pc:spChg chg="mod">
          <ac:chgData name="Di Mattia Alessandro Edoardo Giorgio David" userId="f8954a66-e5ad-4a1c-9536-1d2117047f5f" providerId="ADAL" clId="{CFBF690A-D719-48D2-92B8-B5819DB24AC8}" dt="2021-08-09T15:50:25.508" v="1918"/>
          <ac:spMkLst>
            <pc:docMk/>
            <pc:sldMk cId="3760396929" sldId="339"/>
            <ac:spMk id="3" creationId="{1D30359C-CBBF-48E2-90A8-845B2C301D3C}"/>
          </ac:spMkLst>
        </pc:spChg>
      </pc:sldChg>
      <pc:sldChg chg="modSp new mod">
        <pc:chgData name="Di Mattia Alessandro Edoardo Giorgio David" userId="f8954a66-e5ad-4a1c-9536-1d2117047f5f" providerId="ADAL" clId="{CFBF690A-D719-48D2-92B8-B5819DB24AC8}" dt="2021-08-09T15:53:36.979" v="1949" actId="20577"/>
        <pc:sldMkLst>
          <pc:docMk/>
          <pc:sldMk cId="4043709138" sldId="340"/>
        </pc:sldMkLst>
        <pc:spChg chg="mod">
          <ac:chgData name="Di Mattia Alessandro Edoardo Giorgio David" userId="f8954a66-e5ad-4a1c-9536-1d2117047f5f" providerId="ADAL" clId="{CFBF690A-D719-48D2-92B8-B5819DB24AC8}" dt="2021-08-09T15:53:36.979" v="1949" actId="20577"/>
          <ac:spMkLst>
            <pc:docMk/>
            <pc:sldMk cId="4043709138" sldId="340"/>
            <ac:spMk id="2" creationId="{88FDEB9A-7D04-42C6-8A80-9906B92F3B49}"/>
          </ac:spMkLst>
        </pc:spChg>
        <pc:spChg chg="mod">
          <ac:chgData name="Di Mattia Alessandro Edoardo Giorgio David" userId="f8954a66-e5ad-4a1c-9536-1d2117047f5f" providerId="ADAL" clId="{CFBF690A-D719-48D2-92B8-B5819DB24AC8}" dt="2021-08-09T15:53:27.145" v="1938" actId="5793"/>
          <ac:spMkLst>
            <pc:docMk/>
            <pc:sldMk cId="4043709138" sldId="340"/>
            <ac:spMk id="3" creationId="{8DC0EF51-28F2-45F6-BD96-33F38C1708A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AF77F2E4-9D97-4FC3-AFDE-ED3FA11200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Plassholder for dato 2">
            <a:extLst>
              <a:ext uri="{FF2B5EF4-FFF2-40B4-BE49-F238E27FC236}">
                <a16:creationId xmlns:a16="http://schemas.microsoft.com/office/drawing/2014/main" id="{0AA25600-84AB-4F94-B5CB-A476CB8FC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F2DB236-4285-4D88-9992-9FF3E224851F}" type="datetime1">
              <a:rPr lang="nb-NO" smtClean="0"/>
              <a:t>27.07.2026</a:t>
            </a:fld>
            <a:endParaRPr lang="nb-NO" dirty="0"/>
          </a:p>
        </p:txBody>
      </p:sp>
      <p:sp>
        <p:nvSpPr>
          <p:cNvPr id="4" name="Plassholder for bunntekst 3">
            <a:extLst>
              <a:ext uri="{FF2B5EF4-FFF2-40B4-BE49-F238E27FC236}">
                <a16:creationId xmlns:a16="http://schemas.microsoft.com/office/drawing/2014/main" id="{2FA93902-B21B-4A6E-859D-90790E6FAC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5" name="Plassholder for lysbildenummer 4">
            <a:extLst>
              <a:ext uri="{FF2B5EF4-FFF2-40B4-BE49-F238E27FC236}">
                <a16:creationId xmlns:a16="http://schemas.microsoft.com/office/drawing/2014/main" id="{B7800144-E8A4-43A6-AAD7-1921F2CC0D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E98403-76B7-4BFA-AF44-FE0FA5E8362E}" type="slidenum">
              <a:rPr lang="nb-NO" smtClean="0"/>
              <a:t>‹#›</a:t>
            </a:fld>
            <a:endParaRPr lang="nb-NO" dirty="0"/>
          </a:p>
        </p:txBody>
      </p:sp>
    </p:spTree>
    <p:extLst>
      <p:ext uri="{BB962C8B-B14F-4D97-AF65-F5344CB8AC3E}">
        <p14:creationId xmlns:p14="http://schemas.microsoft.com/office/powerpoint/2010/main" val="753385349"/>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01FF98-C2FA-4DFE-9608-59BE2C73CA2C}" type="datetime1">
              <a:rPr lang="nb-NO" smtClean="0"/>
              <a:t>27.07.2026</a:t>
            </a:fld>
            <a:endParaRPr lang="nb-NO" dirty="0"/>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nb-NO"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E51CF-144B-7241-A1FB-D978B63A9AA3}" type="slidenum">
              <a:rPr lang="nb-NO" smtClean="0"/>
              <a:t>‹#›</a:t>
            </a:fld>
            <a:endParaRPr lang="nb-NO" dirty="0"/>
          </a:p>
        </p:txBody>
      </p:sp>
    </p:spTree>
    <p:extLst>
      <p:ext uri="{BB962C8B-B14F-4D97-AF65-F5344CB8AC3E}">
        <p14:creationId xmlns:p14="http://schemas.microsoft.com/office/powerpoint/2010/main" val="32097890"/>
      </p:ext>
    </p:extLst>
  </p:cSld>
  <p:clrMap bg1="lt1" tx1="dk1" bg2="lt2" tx2="dk2" accent1="accent1" accent2="accent2" accent3="accent3" accent4="accent4" accent5="accent5" accent6="accent6" hlink="hlink" folHlink="folHlink"/>
  <p:hf hdr="0" ftr="0"/>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L1 in ~1 min: economics as a science, positive vs normative. Preview today's arc: two foundational models (Circular Flow, PPF) -&gt; opportunity cost -&gt; absolute/comparative advantage -&gt; a full worked numerical trade example (David &amp; Sherry) -&gt; summary. Budget ~90 min.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from L1's methodology slides. Ask: 'why does it matter that economics is a SOCIAL science and not a natural science?' (people react, expectations shift, no controlled lab). Keep to 2 min - this is a launchpad into slide 3.</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steps once with the apple (familiar, physical), then immediately re-map each step onto Molde FK's home advantage. Pause after 'Hypothesis' and ask students to propose their own 'Experiment' (e.g., compare home vs away win % controlling for opponent strength). ~5 min including discussion.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Add a concrete example: ticket prices fixed for a season vs renegotiated between seasons; player wages fixed mid-contract vs flexible at renewal.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credited to ECON202, Maclachlan - a borrowed slide, keep as-is. Use as comic relief and to land the point: assumptions aren't 'wrong', they're tools chosen for the question at hand. Transition line: 'Now let's build two models economists actually use.'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Preview only - Circular Flow (how market actors connect) and PPF (constraints and choice). Don't explain either yet, just name them.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full diagram cold, without explaining the arrows yet. Tell students 'we'll build this piece by piece' to build anticipation before slide 8's definition.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 two markets explicitly: Market for Goods &amp; Services vs Market for Factors of Production. Point at slide 7's diagram to locate each before zooming into each half separately.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Zoom-in view of the right-hand loop. Trace it with a pointer: goods/services flow one way (red, firms -&gt; households), money flows the opposite way (green, households -&gt; firms).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the rhetorical question FIRST ('what would happen if this was the only market?') and let 2-3 students answer before revealing the text. The examples given (Coop, Rema1000, Burger King...) are Norwegian retail - ask students to add sport-specific ones (ticket sales, merchandise, stadium concessions) to keep it relevant to Sport Management.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Zoom-in view of the other half of the loop (factors market).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for sport-specific examples of each factor before reading the slide: labor = athletes/coaches/staff, capital = stadiums/training equipment, land = pitch/training grounds. This is the strongest natural tie-in to Sport Management in this section - don't skip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explaining, ask students to predict: 'how do the two loops connect?' Then confirm with slide 14's explanation.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point: money and goods flow in OPPOSITE directions around the loop, forming a closed, sustainable cycle. Explicitly flag the model's limitations (no savings, no government, no foreign trade) - this sets up the 'Advanced' extension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denser diagram - give students 10-15 seconds to visually scan before narrating. Ask: 'what's new here compared to before?' (a Government box, plus taxes/subsidies/transfers).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Only two links matter here: income tax (households &lt;-&gt; factors market) and producer tax (firms &lt;-&gt; goods market). Don't over-explain fiscal policy now - say explicitly 'we'll come back to taxes and subsidies in depth in Lecture 7.'</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Payoff slide - make sure students see the demand/supply role-reversal between the two markets, the most common confusion point. Comprehension check: 'In the factors/labor market, who demands and who supplies?' (Firms demand, households supply - opposite of the goods market roles.)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Explicit transition: 'We just saw HOW actors connect (circular flow). Now: HOW MUCH can they produce given limited resources (PPF)?' Emphasize scarcity as THE core economic problem before reading the bullet points.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Move quickly through the six assumptions - don't dwell on each one. Flag the ones that resurface later: only two goods, resources can shift freely between them, and a fixed short time period (the David/Sherry example uses exactly one month).</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exposure to the classic 'guns and butter' framing. Plot the point together and ask: 'what would it mean to move this point up? Down and to the right?'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the two conditions together: 'possible' AND 'fully employed'. The curve itself - not the area under it - is the object of interest; that distinction pays off on slide 22.</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three labeled stars (all guns, all butter, a mix) to show the range of the frontier. Ask: 'why is this curve bowed outward instead of a straight line?' - this primes the concavity discussion on slides 34-35 without answering it yet.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Click-through build across slides 23-26: point A moves around relative to fixed point B. Here, both A and B sit ON the frontier - ask 'is A better than B?' and let students discover there's no objective answer (it depends on preferences for guns vs butter) before advancing.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Continuation of the build - watch where A moves and ask the same 'better/worse/not comparable?' question each time before revealing the next slide's position.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Continuation of the build.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now sits OUTSIDE the frontier - ask 'can we have A now?' before revealing the answer: it's unattainable with current resources/technology. This is the payoff of the whole 23-26 sequence.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Formal takeaway sentence for the build: any point ON the frontier is efficient. Tie explicitly back to slide 21's 'fully employed' condition.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Clean reference diagram with four labeled points (A=inefficient/interior, B &amp; C=efficient/on curve, D=unattainable/exterior). This is the single clearest slide for the three-way classification - if slides 23-26 left anyone confused, anchor the recap here.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context (capital vs agricultural goods, illustrated with a farm) shows the model generalizes beyond guns/butter. Good moment to ask: 'what would this look like for a sports club - say, choosing between spending budget on player wages vs stadium infrastructure?' Plants a seed for later sport-economics lectures (L7-L8).</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Caution when presenting: only the MARGINAL definition is actually used later (it's the slope David/Sherry compute, e.g. 0.5 or 2 units of wood per unit of food). Total and Average opportunity cost are defined here but not reused numerically anywhere else in this deck - say so explicitly so students focus on 'marginal' and aren't left expecting a worked average-cost example.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Light, relatable everyday example (a $7 smoothie vs other uses of that $7, now or later) before returning to the abstract PPF. Keep this under a minute.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Comic relief, but also sneaks in opportunity cost of TIME (billable hours), not just goods - useful groundwork since David and Sherry will soon be allocating DAYS, not just physical units.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Ties opportunity cost back to the three fundamental questions from Lecture 1 (What/How/For Whom to produce). Call out the connection to L1 explicitly - it's a natural bridge slide, easy to blow past without students noticing the link.</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theory slide. Make sure 'concave shape = increasing opportunity cost' lands before the numeric proof on slide 35. Ask: 'why would producing more and more fish cost MORE coconuts each time?' (the best-suited resources for fish get used first; less-suited ones are pulled in later).</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annotated arrows literally: the first 20 fish cost only 5 coconuts, but the next 20 fish cost 25 more coconuts. This is the concrete numeric anchor for slide 34's abstract claim - don't rush past it.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Have students compute an opportunity cost themselves before you move to slide 37: e.g., going from point A to B, 4 guns are given up for 1 pound of butter; going from E to F, only 20% of resources shift but butter gains 5 pounds. Sets up the visual version next.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data as slide 36, now graphed. Use the bracket annotations (1 lb / 2 lb / 5 lb of butter against 4 guns / 3 guns / 1 gun) to show that equal-sized butter gains cost different amounts of guns depending on where you are on the curve - walk through one or two bracket pairs live rather than reading every number.</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big worked example anchoring the rest of the lecture (through slide 57). Write the 2x2 productivity table on the board now (David: 8 food or 4 wood/day; Sherry: 10 food or 10 wood/day; 30-day month) - you will reuse it constantly. Tell students explicitly: 'we'll use this one example for absolute advantage, comparative advantage, the monthly PPF, and trade - keep track of it.'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technical clarifier - output can be fractional (e.g. 2.35 units). Don't dwell, 30 seconds.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the class to answer both questions themselves, using slide 38's table, before revealing the answers on slides 41-42.</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Reveal: Sherry produces more food (10 &gt; 8), so she has the absolute advantage in food.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Reveal: Sherry also produces more wood (10 &gt; 4), so she has the absolute advantage in wood too. Flag this explicitly: 'Sherry is better at both goods - does that mean trading with David is pointless?' Hold the answer for comparative advantage.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pattern as slide 40 - pose both questions and let students guess before revealing 44-46. This is the direct answer to the question raised on slide 42.</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ratio literally: David's wood-to-food output ratio (4/8 = 0.5) is exactly his opportunity cost of food in terms of wood. Write it as 'to get 1 more unit of food, David gives up 0.5 units of wood.'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calculation for Sherry: her ratio is 10/10 = 1 for both goods, since she's equally productive at each.</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Punchline: compare David's food cost (0.5) to Sherry's (1) - David is cheaper at food, so he has the comparative advantage there. Compare wood costs (2 vs 1) - Sherry is cheaper at wood. Reinforce: comparative advantage is about the LOWEST opportunity cost, not who produces more in absolute terms (contrast directly with slides 41-42).</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Have students compute the two totals themselves (30 x 8 + 30 x 10 for food; 30 x 4 + 30 x 10 for wood) before revealing slide 48 - these are the two extreme corners of the combined monthly PPF.</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Confirm the numbers: max food = 540, max wood = 420. These become the axis endpoints of the joint (monthly, two-person) production possibilities frontier.</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Central applied question of the lecture: if both are fully specialized in wood (420 units) but some food is needed, who should switch? Build the opportunity-cost table live if possible. Answer: David's opportunity cost of food (0.5 wood) is lower than Sherry's (1 wood), so David switches first. Spend real time here - this operationalizes comparative advantage as an allocation decision, not just an abstract ratio.</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logic slowly: once food needs exceed what David alone can supply working full time (240 units, i.e. 30 days x 8), Sherry must also switch, even though it costs her more per unit of food (1 wood vs David's 0.5). Note David's opportunity cost stays constant at 0.5 regardless of how many days he allocates - flag this as a simplification (linear, constant-cost PPF for each individual) versus the increasing-cost PPF shown earlier on slides 34-35.</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Live-solve with the class rather than reading the answer: David needs 200/8 = 25 days on food, leaving 5 days for wood (5 x 4 = 20 units); Sherry spends all 30 days on wood (300 units); total wood = 320. Cold-call students through each step.</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Standard 'perfectly competitive trade' assumptions - brief, 30 seconds. Flag they're simplifications (real-world trade has transport costs, tariffs, market power) that will NOT be relaxed in this lecture.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Set-up for the first numerical trade problem: trade rate is 1 food for 2 wood, target is still 200 units of food plus as much wood as possible.</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the trade rate (1 food = 2 wood) against both producers' opportunity costs of food (David: 0.5, Sherry: 1). Since 2 wood per food is a better deal than either domestic cost, BOTH fully specialize in food (540 units total) and trade the surplus (340 units) for 680 units of wood. Emphasize: when the trade rate beats everyone's opportunity cost, full specialization is optimal.</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trade scenario: now the rate is only 0.75 wood per unit of food - deliberately chosen to sit between David's cost (0.5) and Sherry's (1).</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directly with slide 54: because 0.75 is better than David's cost but worse than Sherry's, only David finds trade worthwhile - Sherry keeps producing both goods domestically. This is the key comparative-statics point: the trade rate relative to EACH party's opportunity cost, not a single 'is trade good' answer, determines who specializes. Walk through the consumption-point arithmetic: 330 = 300 + (240-200) x 0.75.</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Explicitly assign as homework (DIY), same method as slides 53-56 with a rate of 0.2. Worth clarifying for students whether this is a warm-up for the standalone 'Exercise on Production Possibilities' worksheet in the course materials, or a separate, smaller task - make the distinction and expectations clear.</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recap covers BOTH Lecture 1 (micro/macro split, positive vs normative) AND today's PPF material - useful as a two-lecture cumulative check. Consider 2 quick cold-call questions here before moving on.</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line to leave on the board: 'the cost of something is what you give up to get it.' Point students to the Production Possibilities exercise sheet now for practice before Lecture 3 (Demand).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Tree>
    <p:extLst>
      <p:ext uri="{BB962C8B-B14F-4D97-AF65-F5344CB8AC3E}">
        <p14:creationId xmlns:p14="http://schemas.microsoft.com/office/powerpoint/2010/main" val="2014852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32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194118"/>
            <a:ext cx="7886700" cy="2377281"/>
          </a:xfrm>
          <a:prstGeom prst="rect">
            <a:avLst/>
          </a:prstGeo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593889"/>
            <a:ext cx="7886700" cy="1250156"/>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7751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7712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223403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3711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381001"/>
            <a:ext cx="4629150" cy="447108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37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50906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381000"/>
            <a:ext cx="4629150" cy="447164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714501"/>
            <a:ext cx="2949178" cy="315406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355398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692337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99328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408287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3100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707685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05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8756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65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84685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7932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5947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861861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605264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8012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3656038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66669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508675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702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3995284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5509171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515690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55524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730608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5334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2049543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15269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43507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148128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3625510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08D9C70E-8304-E34A-89DB-70A9D8CEAB9F}"/>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1651659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5420877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4" name="Picture 3">
            <a:extLst>
              <a:ext uri="{FF2B5EF4-FFF2-40B4-BE49-F238E27FC236}">
                <a16:creationId xmlns:a16="http://schemas.microsoft.com/office/drawing/2014/main" id="{BC3188BB-F162-1949-90AF-2F0207E360BF}"/>
              </a:ext>
            </a:extLst>
          </p:cNvPr>
          <p:cNvPicPr>
            <a:picLocks noChangeAspect="1"/>
          </p:cNvPicPr>
          <p:nvPr userDrawn="1"/>
        </p:nvPicPr>
        <p:blipFill>
          <a:blip r:embed="rId2"/>
          <a:srcRect/>
          <a:stretch/>
        </p:blipFill>
        <p:spPr>
          <a:xfrm>
            <a:off x="628650" y="4977336"/>
            <a:ext cx="2115408" cy="479695"/>
          </a:xfrm>
          <a:prstGeom prst="rect">
            <a:avLst/>
          </a:prstGeom>
        </p:spPr>
      </p:pic>
    </p:spTree>
    <p:extLst>
      <p:ext uri="{BB962C8B-B14F-4D97-AF65-F5344CB8AC3E}">
        <p14:creationId xmlns:p14="http://schemas.microsoft.com/office/powerpoint/2010/main" val="2735671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42904410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C7C5FA70-7C6F-2F49-8925-6BF1B8A79F39}"/>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365890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2735800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tif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tiff"/><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3.png"/><Relationship Id="rId5" Type="http://schemas.openxmlformats.org/officeDocument/2006/relationships/slideLayout" Target="../slideLayouts/slideLayout21.xml"/><Relationship Id="rId10" Type="http://schemas.openxmlformats.org/officeDocument/2006/relationships/image" Target="../media/image5.pn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image" Target="../media/image2.pn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0F270661-5897-294E-8E62-63F1988A1322}"/>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043424" y="4545000"/>
            <a:ext cx="2100576" cy="1170000"/>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US"/>
              <a:t>Click to edit Master title style</a:t>
            </a:r>
            <a:endParaRPr lang="nb-NO" dirty="0"/>
          </a:p>
        </p:txBody>
      </p:sp>
      <p:pic>
        <p:nvPicPr>
          <p:cNvPr id="14" name="Picture 13">
            <a:extLst>
              <a:ext uri="{FF2B5EF4-FFF2-40B4-BE49-F238E27FC236}">
                <a16:creationId xmlns:a16="http://schemas.microsoft.com/office/drawing/2014/main" id="{CE9FD4B4-DFF1-934C-A28A-5210B685895E}"/>
              </a:ext>
            </a:extLst>
          </p:cNvPr>
          <p:cNvPicPr>
            <a:picLocks noChangeAspect="1"/>
          </p:cNvPicPr>
          <p:nvPr userDrawn="1"/>
        </p:nvPicPr>
        <p:blipFill>
          <a:blip r:embed="rId11"/>
          <a:srcRect/>
          <a:stretch/>
        </p:blipFill>
        <p:spPr>
          <a:xfrm>
            <a:off x="628650" y="4977336"/>
            <a:ext cx="2115408" cy="479695"/>
          </a:xfrm>
          <a:prstGeom prst="rect">
            <a:avLst/>
          </a:prstGeom>
        </p:spPr>
      </p:pic>
      <p:sp>
        <p:nvSpPr>
          <p:cNvPr id="2" name="TextBox 1">
            <a:extLst>
              <a:ext uri="{FF2B5EF4-FFF2-40B4-BE49-F238E27FC236}">
                <a16:creationId xmlns:a16="http://schemas.microsoft.com/office/drawing/2014/main" id="{BC4650AD-3F48-4013-9E40-11D62134C54B}"/>
              </a:ext>
            </a:extLst>
          </p:cNvPr>
          <p:cNvSpPr txBox="1"/>
          <p:nvPr userDrawn="1"/>
        </p:nvSpPr>
        <p:spPr>
          <a:xfrm>
            <a:off x="4439377" y="5186253"/>
            <a:ext cx="551432" cy="369332"/>
          </a:xfrm>
          <a:prstGeom prst="rect">
            <a:avLst/>
          </a:prstGeom>
          <a:noFill/>
        </p:spPr>
        <p:txBody>
          <a:bodyPr wrap="square" rtlCol="0">
            <a:spAutoFit/>
          </a:bodyPr>
          <a:lstStyle/>
          <a:p>
            <a:fld id="{9974B204-D204-4AA5-8F9A-DFC9F4864B10}" type="slidenum">
              <a:rPr lang="en-US" smtClean="0"/>
              <a:t>‹#›</a:t>
            </a:fld>
            <a:endParaRPr lang="en-US" dirty="0"/>
          </a:p>
        </p:txBody>
      </p:sp>
    </p:spTree>
    <p:extLst>
      <p:ext uri="{BB962C8B-B14F-4D97-AF65-F5344CB8AC3E}">
        <p14:creationId xmlns:p14="http://schemas.microsoft.com/office/powerpoint/2010/main" val="6262357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90" r:id="rId5"/>
    <p:sldLayoutId id="2147483691" r:id="rId6"/>
    <p:sldLayoutId id="2147483692" r:id="rId7"/>
    <p:sldLayoutId id="2147483693" r:id="rId8"/>
  </p:sldLayoutIdLst>
  <p:hf hdr="0" ftr="0" dt="0"/>
  <p:txStyles>
    <p:titleStyle>
      <a:lvl1pPr algn="l" defTabSz="685800" rtl="0" eaLnBrk="1" latinLnBrk="0" hangingPunct="1">
        <a:lnSpc>
          <a:spcPct val="90000"/>
        </a:lnSpc>
        <a:spcBef>
          <a:spcPct val="0"/>
        </a:spcBef>
        <a:buNone/>
        <a:defRPr sz="3300" b="0" i="0"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8" name="Picture 7">
            <a:extLst>
              <a:ext uri="{FF2B5EF4-FFF2-40B4-BE49-F238E27FC236}">
                <a16:creationId xmlns:a16="http://schemas.microsoft.com/office/drawing/2014/main" id="{CA839661-8C50-454D-B833-FE346B672CFE}"/>
              </a:ext>
            </a:extLst>
          </p:cNvPr>
          <p:cNvPicPr>
            <a:picLocks noChangeAspect="1"/>
          </p:cNvPicPr>
          <p:nvPr userDrawn="1"/>
        </p:nvPicPr>
        <p:blipFill>
          <a:blip r:embed="rId10"/>
          <a:srcRect/>
          <a:stretch/>
        </p:blipFill>
        <p:spPr>
          <a:xfrm>
            <a:off x="628650" y="4977335"/>
            <a:ext cx="2115408" cy="479695"/>
          </a:xfrm>
          <a:prstGeom prst="rect">
            <a:avLst/>
          </a:prstGeom>
        </p:spPr>
      </p:pic>
      <p:pic>
        <p:nvPicPr>
          <p:cNvPr id="10" name="Picture 9">
            <a:extLst>
              <a:ext uri="{FF2B5EF4-FFF2-40B4-BE49-F238E27FC236}">
                <a16:creationId xmlns:a16="http://schemas.microsoft.com/office/drawing/2014/main" id="{4AF53048-47FA-4243-88AA-13DAFFB34998}"/>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a:stretch/>
        </p:blipFill>
        <p:spPr>
          <a:xfrm>
            <a:off x="6960972" y="4741664"/>
            <a:ext cx="2183027" cy="973336"/>
          </a:xfrm>
          <a:prstGeom prst="rect">
            <a:avLst/>
          </a:prstGeom>
        </p:spPr>
      </p:pic>
    </p:spTree>
    <p:extLst>
      <p:ext uri="{BB962C8B-B14F-4D97-AF65-F5344CB8AC3E}">
        <p14:creationId xmlns:p14="http://schemas.microsoft.com/office/powerpoint/2010/main" val="277822439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hf hdr="0" ftr="0" dt="0"/>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pic>
        <p:nvPicPr>
          <p:cNvPr id="9" name="Picture 8">
            <a:extLst>
              <a:ext uri="{FF2B5EF4-FFF2-40B4-BE49-F238E27FC236}">
                <a16:creationId xmlns:a16="http://schemas.microsoft.com/office/drawing/2014/main" id="{F34963A4-30EA-BA44-A3C1-3E0310FE1290}"/>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166919" y="4509170"/>
            <a:ext cx="1977081" cy="1205829"/>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6" name="Picture 5">
            <a:extLst>
              <a:ext uri="{FF2B5EF4-FFF2-40B4-BE49-F238E27FC236}">
                <a16:creationId xmlns:a16="http://schemas.microsoft.com/office/drawing/2014/main" id="{FB0D1645-1E9C-5B4B-9DFE-AB79493B1225}"/>
              </a:ext>
            </a:extLst>
          </p:cNvPr>
          <p:cNvPicPr>
            <a:picLocks noChangeAspect="1"/>
          </p:cNvPicPr>
          <p:nvPr userDrawn="1"/>
        </p:nvPicPr>
        <p:blipFill>
          <a:blip r:embed="rId11"/>
          <a:srcRect/>
          <a:stretch/>
        </p:blipFill>
        <p:spPr>
          <a:xfrm>
            <a:off x="628650" y="4977335"/>
            <a:ext cx="2115408" cy="479695"/>
          </a:xfrm>
          <a:prstGeom prst="rect">
            <a:avLst/>
          </a:prstGeom>
        </p:spPr>
      </p:pic>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6024432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Lst>
  <p:hf hdr="0" ftr="0" dt="0"/>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C622C5-82B1-4746-AD46-30041CB9FD80}"/>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a:extLst>
              <a:ext uri="{FF2B5EF4-FFF2-40B4-BE49-F238E27FC236}">
                <a16:creationId xmlns:a16="http://schemas.microsoft.com/office/drawing/2014/main" id="{1EF0A790-7D3B-5240-8FBF-57EBDBFE5BA2}"/>
              </a:ext>
            </a:extLst>
          </p:cNvPr>
          <p:cNvPicPr>
            <a:picLocks noChangeAspect="1"/>
          </p:cNvPicPr>
          <p:nvPr userDrawn="1"/>
        </p:nvPicPr>
        <p:blipFill>
          <a:blip r:embed="rId10"/>
          <a:srcRect/>
          <a:stretch/>
        </p:blipFill>
        <p:spPr>
          <a:xfrm>
            <a:off x="628650" y="4977336"/>
            <a:ext cx="2115408" cy="479695"/>
          </a:xfrm>
          <a:prstGeom prst="rect">
            <a:avLst/>
          </a:prstGeom>
        </p:spPr>
      </p:pic>
    </p:spTree>
    <p:extLst>
      <p:ext uri="{BB962C8B-B14F-4D97-AF65-F5344CB8AC3E}">
        <p14:creationId xmlns:p14="http://schemas.microsoft.com/office/powerpoint/2010/main" val="146091779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Lst>
  <p:hf hdr="0" ftr="0" dt="0"/>
  <p:txStyles>
    <p:titleStyle>
      <a:lvl1pPr algn="l" defTabSz="685800" rtl="0" eaLnBrk="1" latinLnBrk="0" hangingPunct="1">
        <a:lnSpc>
          <a:spcPct val="90000"/>
        </a:lnSpc>
        <a:spcBef>
          <a:spcPct val="0"/>
        </a:spcBef>
        <a:buNone/>
        <a:defRPr sz="3300" b="0" i="0" kern="1200">
          <a:solidFill>
            <a:schemeClr val="bg1"/>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spTree>
    <p:extLst>
      <p:ext uri="{BB962C8B-B14F-4D97-AF65-F5344CB8AC3E}">
        <p14:creationId xmlns:p14="http://schemas.microsoft.com/office/powerpoint/2010/main" val="1744809105"/>
      </p:ext>
    </p:extLst>
  </p:cSld>
  <p:clrMap bg1="lt1" tx1="dk1" bg2="lt2" tx2="dk2" accent1="accent1" accent2="accent2" accent3="accent3" accent4="accent4" accent5="accent5" accent6="accent6" hlink="hlink" folHlink="folHlink"/>
  <p:sldLayoutIdLst>
    <p:sldLayoutId id="2147483713" r:id="rId1"/>
    <p:sldLayoutId id="2147483729" r:id="rId2"/>
    <p:sldLayoutId id="2147483715" r:id="rId3"/>
    <p:sldLayoutId id="2147483727" r:id="rId4"/>
    <p:sldLayoutId id="2147483714" r:id="rId5"/>
    <p:sldLayoutId id="2147483728" r:id="rId6"/>
    <p:sldLayoutId id="2147483716" r:id="rId7"/>
  </p:sldLayoutIdLst>
  <p:hf hdr="0" ftr="0" dt="0"/>
  <p:txStyles>
    <p:titleStyle>
      <a:lvl1pPr algn="l" defTabSz="685800" rtl="0" eaLnBrk="1" latinLnBrk="0" hangingPunct="1">
        <a:lnSpc>
          <a:spcPct val="90000"/>
        </a:lnSpc>
        <a:spcBef>
          <a:spcPct val="0"/>
        </a:spcBef>
        <a:buNone/>
        <a:defRPr sz="3300" b="0" i="0" kern="1200">
          <a:solidFill>
            <a:srgbClr val="2E538D"/>
          </a:solidFill>
          <a:latin typeface="TT Commons" panose="02000506040000020004" pitchFamily="2" charset="77"/>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TT Commons" panose="02000506040000020004"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TT Commons" panose="02000506040000020004"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TT Commons" panose="02000506040000020004"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TT Commons" panose="02000506040000020004"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TT Commons" panose="02000506040000020004"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6.xml"/><Relationship Id="rId1" Type="http://schemas.openxmlformats.org/officeDocument/2006/relationships/themeOverride" Target="../theme/themeOverride2.xml"/><Relationship Id="rId5" Type="http://schemas.openxmlformats.org/officeDocument/2006/relationships/image" Target="../media/image32.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83FD103-5EF1-48AB-8EC6-4C1921FB118B}"/>
              </a:ext>
            </a:extLst>
          </p:cNvPr>
          <p:cNvSpPr>
            <a:spLocks noGrp="1"/>
          </p:cNvSpPr>
          <p:nvPr>
            <p:ph type="ctrTitle"/>
          </p:nvPr>
        </p:nvSpPr>
        <p:spPr>
          <a:xfrm>
            <a:off x="1392793" y="470143"/>
            <a:ext cx="6858000" cy="1483627"/>
          </a:xfrm>
        </p:spPr>
        <p:txBody>
          <a:bodyPr>
            <a:normAutofit/>
          </a:bodyPr>
          <a:lstStyle/>
          <a:p>
            <a:pPr algn="ctr"/>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Lecture #2</a:t>
            </a:r>
            <a:b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br>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Basic Economics Models</a:t>
            </a:r>
            <a:endParaRPr lang="en-GB" dirty="0"/>
          </a:p>
        </p:txBody>
      </p:sp>
      <p:sp>
        <p:nvSpPr>
          <p:cNvPr id="3" name="Undertittel 2">
            <a:extLst>
              <a:ext uri="{FF2B5EF4-FFF2-40B4-BE49-F238E27FC236}">
                <a16:creationId xmlns:a16="http://schemas.microsoft.com/office/drawing/2014/main" id="{B36D34FB-1F7C-40AB-BF82-E481F6CDD12B}"/>
              </a:ext>
            </a:extLst>
          </p:cNvPr>
          <p:cNvSpPr>
            <a:spLocks noGrp="1"/>
          </p:cNvSpPr>
          <p:nvPr>
            <p:ph type="subTitle" idx="1"/>
          </p:nvPr>
        </p:nvSpPr>
        <p:spPr>
          <a:xfrm>
            <a:off x="3552445" y="2050574"/>
            <a:ext cx="2212383" cy="345936"/>
          </a:xfrm>
        </p:spPr>
        <p:txBody>
          <a:bodyPr/>
          <a:lstStyle/>
          <a:p>
            <a:r>
              <a:rPr lang="nb-NO" dirty="0"/>
              <a:t>Alessandro Di Mattia</a:t>
            </a:r>
          </a:p>
          <a:p>
            <a:endParaRPr lang="nb-NO" dirty="0"/>
          </a:p>
        </p:txBody>
      </p:sp>
      <p:pic>
        <p:nvPicPr>
          <p:cNvPr id="4" name="Picture 3">
            <a:extLst>
              <a:ext uri="{FF2B5EF4-FFF2-40B4-BE49-F238E27FC236}">
                <a16:creationId xmlns:a16="http://schemas.microsoft.com/office/drawing/2014/main" id="{27EF24E2-7FCE-4595-9068-53A69F6EEC7B}"/>
              </a:ext>
            </a:extLst>
          </p:cNvPr>
          <p:cNvPicPr>
            <a:picLocks noChangeAspect="1"/>
          </p:cNvPicPr>
          <p:nvPr/>
        </p:nvPicPr>
        <p:blipFill>
          <a:blip r:embed="rId3"/>
          <a:stretch>
            <a:fillRect/>
          </a:stretch>
        </p:blipFill>
        <p:spPr>
          <a:xfrm>
            <a:off x="4137384" y="2761276"/>
            <a:ext cx="1042506" cy="1243692"/>
          </a:xfrm>
          <a:prstGeom prst="rect">
            <a:avLst/>
          </a:prstGeom>
        </p:spPr>
      </p:pic>
    </p:spTree>
    <p:extLst>
      <p:ext uri="{BB962C8B-B14F-4D97-AF65-F5344CB8AC3E}">
        <p14:creationId xmlns:p14="http://schemas.microsoft.com/office/powerpoint/2010/main" val="3153607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B2D28-E81C-4C29-BDB4-182B6E51EE64}"/>
              </a:ext>
            </a:extLst>
          </p:cNvPr>
          <p:cNvSpPr>
            <a:spLocks noGrp="1"/>
          </p:cNvSpPr>
          <p:nvPr>
            <p:ph type="title"/>
          </p:nvPr>
        </p:nvSpPr>
        <p:spPr>
          <a:xfrm>
            <a:off x="628650" y="304271"/>
            <a:ext cx="7718177" cy="816863"/>
          </a:xfrm>
        </p:spPr>
        <p:txBody>
          <a:bodyPr/>
          <a:lstStyle/>
          <a:p>
            <a:pPr algn="ctr"/>
            <a:r>
              <a:rPr lang="en-US" dirty="0"/>
              <a:t>The </a:t>
            </a:r>
            <a:r>
              <a:rPr lang="en-US" u="sng" dirty="0"/>
              <a:t>Scientific</a:t>
            </a:r>
            <a:r>
              <a:rPr lang="en-US" dirty="0"/>
              <a:t> Method</a:t>
            </a:r>
          </a:p>
        </p:txBody>
      </p:sp>
      <p:pic>
        <p:nvPicPr>
          <p:cNvPr id="4" name="Content Placeholder 3">
            <a:extLst>
              <a:ext uri="{FF2B5EF4-FFF2-40B4-BE49-F238E27FC236}">
                <a16:creationId xmlns:a16="http://schemas.microsoft.com/office/drawing/2014/main" id="{8813D1DA-2A4D-4C09-B1BA-BE5C92B483D7}"/>
              </a:ext>
            </a:extLst>
          </p:cNvPr>
          <p:cNvPicPr>
            <a:picLocks noGrp="1" noChangeAspect="1"/>
          </p:cNvPicPr>
          <p:nvPr>
            <p:ph idx="1"/>
          </p:nvPr>
        </p:nvPicPr>
        <p:blipFill>
          <a:blip r:embed="rId3"/>
          <a:stretch>
            <a:fillRect/>
          </a:stretch>
        </p:blipFill>
        <p:spPr>
          <a:xfrm>
            <a:off x="5723754" y="1281686"/>
            <a:ext cx="2338869" cy="3162346"/>
          </a:xfrm>
          <a:prstGeom prst="rect">
            <a:avLst/>
          </a:prstGeom>
        </p:spPr>
      </p:pic>
      <p:pic>
        <p:nvPicPr>
          <p:cNvPr id="5" name="Picture 4">
            <a:extLst>
              <a:ext uri="{FF2B5EF4-FFF2-40B4-BE49-F238E27FC236}">
                <a16:creationId xmlns:a16="http://schemas.microsoft.com/office/drawing/2014/main" id="{34E4BF83-8389-4614-AD70-6FFD386E591D}"/>
              </a:ext>
            </a:extLst>
          </p:cNvPr>
          <p:cNvPicPr>
            <a:picLocks noChangeAspect="1"/>
          </p:cNvPicPr>
          <p:nvPr/>
        </p:nvPicPr>
        <p:blipFill>
          <a:blip r:embed="rId4"/>
          <a:stretch>
            <a:fillRect/>
          </a:stretch>
        </p:blipFill>
        <p:spPr>
          <a:xfrm>
            <a:off x="980234" y="1281687"/>
            <a:ext cx="4743519" cy="3162346"/>
          </a:xfrm>
          <a:prstGeom prst="rect">
            <a:avLst/>
          </a:prstGeom>
        </p:spPr>
      </p:pic>
      <p:sp>
        <p:nvSpPr>
          <p:cNvPr id="6" name="TextBox 5">
            <a:extLst>
              <a:ext uri="{FF2B5EF4-FFF2-40B4-BE49-F238E27FC236}">
                <a16:creationId xmlns:a16="http://schemas.microsoft.com/office/drawing/2014/main" id="{4BDC4774-2E8C-4A81-BD00-E2B7EC7EF548}"/>
              </a:ext>
            </a:extLst>
          </p:cNvPr>
          <p:cNvSpPr txBox="1"/>
          <p:nvPr/>
        </p:nvSpPr>
        <p:spPr>
          <a:xfrm>
            <a:off x="2340886" y="4586118"/>
            <a:ext cx="4293704" cy="369332"/>
          </a:xfrm>
          <a:prstGeom prst="rect">
            <a:avLst/>
          </a:prstGeom>
          <a:noFill/>
        </p:spPr>
        <p:txBody>
          <a:bodyPr wrap="square" rtlCol="0">
            <a:spAutoFit/>
          </a:bodyPr>
          <a:lstStyle/>
          <a:p>
            <a:pPr algn="ctr"/>
            <a:r>
              <a:rPr lang="en-US" b="1" dirty="0">
                <a:solidFill>
                  <a:schemeClr val="bg1"/>
                </a:solidFill>
              </a:rPr>
              <a:t>REMEMBER</a:t>
            </a:r>
            <a:r>
              <a:rPr lang="en-US" dirty="0">
                <a:solidFill>
                  <a:schemeClr val="bg1"/>
                </a:solidFill>
              </a:rPr>
              <a:t>: Economics is a </a:t>
            </a:r>
            <a:r>
              <a:rPr lang="en-US" i="1" dirty="0">
                <a:solidFill>
                  <a:schemeClr val="bg1"/>
                </a:solidFill>
              </a:rPr>
              <a:t>Social</a:t>
            </a:r>
            <a:r>
              <a:rPr lang="en-US" dirty="0">
                <a:solidFill>
                  <a:schemeClr val="bg1"/>
                </a:solidFill>
              </a:rPr>
              <a:t> </a:t>
            </a:r>
            <a:r>
              <a:rPr lang="en-US" u="sng" dirty="0">
                <a:solidFill>
                  <a:schemeClr val="bg1"/>
                </a:solidFill>
              </a:rPr>
              <a:t>Science </a:t>
            </a:r>
          </a:p>
        </p:txBody>
      </p:sp>
    </p:spTree>
    <p:extLst>
      <p:ext uri="{BB962C8B-B14F-4D97-AF65-F5344CB8AC3E}">
        <p14:creationId xmlns:p14="http://schemas.microsoft.com/office/powerpoint/2010/main" val="153053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E822F-FF19-4320-B9C5-BF37E7183F5C}"/>
              </a:ext>
            </a:extLst>
          </p:cNvPr>
          <p:cNvSpPr>
            <a:spLocks noGrp="1"/>
          </p:cNvSpPr>
          <p:nvPr>
            <p:ph type="title"/>
          </p:nvPr>
        </p:nvSpPr>
        <p:spPr/>
        <p:txBody>
          <a:bodyPr/>
          <a:lstStyle/>
          <a:p>
            <a:pPr algn="ctr"/>
            <a:r>
              <a:rPr lang="en-US" dirty="0"/>
              <a:t>The Scientific Method</a:t>
            </a:r>
          </a:p>
        </p:txBody>
      </p:sp>
      <p:sp>
        <p:nvSpPr>
          <p:cNvPr id="3" name="Content Placeholder 2">
            <a:extLst>
              <a:ext uri="{FF2B5EF4-FFF2-40B4-BE49-F238E27FC236}">
                <a16:creationId xmlns:a16="http://schemas.microsoft.com/office/drawing/2014/main" id="{3C1B4086-32D7-40B6-9580-7683E7C85733}"/>
              </a:ext>
            </a:extLst>
          </p:cNvPr>
          <p:cNvSpPr>
            <a:spLocks noGrp="1"/>
          </p:cNvSpPr>
          <p:nvPr>
            <p:ph idx="1"/>
          </p:nvPr>
        </p:nvSpPr>
        <p:spPr/>
        <p:txBody>
          <a:bodyPr>
            <a:normAutofit fontScale="70000" lnSpcReduction="20000"/>
          </a:bodyPr>
          <a:lstStyle/>
          <a:p>
            <a:pPr marL="0" indent="0">
              <a:buNone/>
            </a:pPr>
            <a:r>
              <a:rPr lang="en-US" dirty="0"/>
              <a:t>The scientific method involves identifying a problem, gathering data, forming a hypothesis, testing the hypothesis, and analyzing the results.</a:t>
            </a:r>
          </a:p>
          <a:p>
            <a:pPr marL="342900" indent="-342900">
              <a:buFont typeface="+mj-lt"/>
              <a:buAutoNum type="arabicPeriod"/>
            </a:pPr>
            <a:r>
              <a:rPr lang="en-US" dirty="0"/>
              <a:t>Observation</a:t>
            </a:r>
          </a:p>
          <a:p>
            <a:pPr lvl="1"/>
            <a:r>
              <a:rPr lang="en-US" dirty="0"/>
              <a:t>An apple hit me on the head 🍎🤕</a:t>
            </a:r>
          </a:p>
          <a:p>
            <a:pPr lvl="1"/>
            <a:r>
              <a:rPr lang="en-US" dirty="0"/>
              <a:t>When Molde FK plays at home, it is more likely to win ⚽</a:t>
            </a:r>
          </a:p>
          <a:p>
            <a:pPr marL="342900" indent="-342900">
              <a:buFont typeface="+mj-lt"/>
              <a:buAutoNum type="arabicPeriod"/>
            </a:pPr>
            <a:r>
              <a:rPr lang="en-US" dirty="0"/>
              <a:t>Question</a:t>
            </a:r>
          </a:p>
          <a:p>
            <a:pPr lvl="1"/>
            <a:r>
              <a:rPr lang="en-US" dirty="0"/>
              <a:t>What led the apple to fall?</a:t>
            </a:r>
          </a:p>
          <a:p>
            <a:pPr lvl="1"/>
            <a:r>
              <a:rPr lang="en-US" dirty="0"/>
              <a:t>Why Molde FK is more likely to win at home?</a:t>
            </a:r>
          </a:p>
          <a:p>
            <a:pPr marL="342900" indent="-342900">
              <a:buFont typeface="+mj-lt"/>
              <a:buAutoNum type="arabicPeriod"/>
            </a:pPr>
            <a:r>
              <a:rPr lang="en-US" dirty="0"/>
              <a:t>Hypothesis</a:t>
            </a:r>
          </a:p>
          <a:p>
            <a:pPr lvl="1"/>
            <a:r>
              <a:rPr lang="en-US" dirty="0"/>
              <a:t>A force drives the apple (i.e., gravity)</a:t>
            </a:r>
          </a:p>
          <a:p>
            <a:pPr lvl="1"/>
            <a:r>
              <a:rPr lang="en-US" dirty="0"/>
              <a:t>A force drives Molde FK (i.e., supporters)</a:t>
            </a:r>
          </a:p>
          <a:p>
            <a:pPr marL="342900" indent="-342900">
              <a:buFont typeface="+mj-lt"/>
              <a:buAutoNum type="arabicPeriod"/>
            </a:pPr>
            <a:r>
              <a:rPr lang="en-US" dirty="0"/>
              <a:t>Experiment </a:t>
            </a:r>
          </a:p>
          <a:p>
            <a:pPr lvl="1"/>
            <a:r>
              <a:rPr lang="en-US" dirty="0"/>
              <a:t>Understand which variables come into play and their role</a:t>
            </a:r>
          </a:p>
          <a:p>
            <a:pPr marL="342900" indent="-342900">
              <a:buFont typeface="+mj-lt"/>
              <a:buAutoNum type="arabicPeriod"/>
            </a:pPr>
            <a:r>
              <a:rPr lang="en-US" dirty="0"/>
              <a:t>Results </a:t>
            </a:r>
          </a:p>
          <a:p>
            <a:pPr lvl="1"/>
            <a:r>
              <a:rPr lang="en-US" dirty="0"/>
              <a:t>Data visualization</a:t>
            </a:r>
          </a:p>
          <a:p>
            <a:pPr marL="342900" indent="-342900">
              <a:buFont typeface="+mj-lt"/>
              <a:buAutoNum type="arabicPeriod"/>
            </a:pPr>
            <a:r>
              <a:rPr lang="en-US" dirty="0"/>
              <a:t>Conclusion</a:t>
            </a:r>
          </a:p>
        </p:txBody>
      </p:sp>
    </p:spTree>
    <p:extLst>
      <p:ext uri="{BB962C8B-B14F-4D97-AF65-F5344CB8AC3E}">
        <p14:creationId xmlns:p14="http://schemas.microsoft.com/office/powerpoint/2010/main" val="1400904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911D8-9165-49E0-9C2C-B0FEAFDEB1DA}"/>
              </a:ext>
            </a:extLst>
          </p:cNvPr>
          <p:cNvSpPr>
            <a:spLocks noGrp="1"/>
          </p:cNvSpPr>
          <p:nvPr>
            <p:ph type="title"/>
          </p:nvPr>
        </p:nvSpPr>
        <p:spPr/>
        <p:txBody>
          <a:bodyPr/>
          <a:lstStyle/>
          <a:p>
            <a:pPr algn="ctr"/>
            <a:r>
              <a:rPr lang="en-US" dirty="0"/>
              <a:t>Role of Assumptions</a:t>
            </a:r>
          </a:p>
        </p:txBody>
      </p:sp>
      <p:sp>
        <p:nvSpPr>
          <p:cNvPr id="3" name="Content Placeholder 2">
            <a:extLst>
              <a:ext uri="{FF2B5EF4-FFF2-40B4-BE49-F238E27FC236}">
                <a16:creationId xmlns:a16="http://schemas.microsoft.com/office/drawing/2014/main" id="{B3D9C249-4CD2-41A3-8D88-0483B847AF5E}"/>
              </a:ext>
            </a:extLst>
          </p:cNvPr>
          <p:cNvSpPr>
            <a:spLocks noGrp="1"/>
          </p:cNvSpPr>
          <p:nvPr>
            <p:ph idx="1"/>
          </p:nvPr>
        </p:nvSpPr>
        <p:spPr/>
        <p:txBody>
          <a:bodyPr/>
          <a:lstStyle/>
          <a:p>
            <a:pPr marL="0" indent="0">
              <a:buNone/>
            </a:pPr>
            <a:r>
              <a:rPr lang="en-US" dirty="0"/>
              <a:t>Economists make assumptions in order to simplify the complex world and make it easier to understand.</a:t>
            </a:r>
          </a:p>
          <a:p>
            <a:pPr marL="0" indent="0">
              <a:buNone/>
            </a:pPr>
            <a:r>
              <a:rPr lang="en-US" dirty="0"/>
              <a:t>Economists use different assumptions to answer different questions. </a:t>
            </a:r>
          </a:p>
          <a:p>
            <a:pPr marL="0" indent="0">
              <a:buNone/>
            </a:pPr>
            <a:endParaRPr lang="en-US" dirty="0"/>
          </a:p>
          <a:p>
            <a:r>
              <a:rPr lang="en-US" dirty="0"/>
              <a:t>For studying short-run effects we may assume that prices do not change much.</a:t>
            </a:r>
          </a:p>
          <a:p>
            <a:pPr lvl="1"/>
            <a:r>
              <a:rPr lang="en-US" dirty="0"/>
              <a:t>Ticket prices fixed</a:t>
            </a:r>
          </a:p>
          <a:p>
            <a:r>
              <a:rPr lang="en-US" dirty="0"/>
              <a:t>For studying long-run effects we may assume that prices are completely flexible.</a:t>
            </a:r>
          </a:p>
          <a:p>
            <a:pPr lvl="1"/>
            <a:r>
              <a:rPr lang="en-US" dirty="0"/>
              <a:t>Ticket prices renegotiated between seasons  </a:t>
            </a:r>
          </a:p>
          <a:p>
            <a:endParaRPr lang="en-US" dirty="0"/>
          </a:p>
        </p:txBody>
      </p:sp>
    </p:spTree>
    <p:extLst>
      <p:ext uri="{BB962C8B-B14F-4D97-AF65-F5344CB8AC3E}">
        <p14:creationId xmlns:p14="http://schemas.microsoft.com/office/powerpoint/2010/main" val="194577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43602D6-FF80-47E5-8D89-DF0C5D3232F3}"/>
              </a:ext>
            </a:extLst>
          </p:cNvPr>
          <p:cNvPicPr>
            <a:picLocks noGrp="1" noChangeAspect="1"/>
          </p:cNvPicPr>
          <p:nvPr>
            <p:ph idx="4294967295"/>
          </p:nvPr>
        </p:nvPicPr>
        <p:blipFill>
          <a:blip r:embed="rId3"/>
          <a:stretch>
            <a:fillRect/>
          </a:stretch>
        </p:blipFill>
        <p:spPr>
          <a:xfrm>
            <a:off x="1693616" y="495676"/>
            <a:ext cx="5756768" cy="4316547"/>
          </a:xfrm>
          <a:prstGeom prst="rect">
            <a:avLst/>
          </a:prstGeom>
        </p:spPr>
      </p:pic>
    </p:spTree>
    <p:extLst>
      <p:ext uri="{BB962C8B-B14F-4D97-AF65-F5344CB8AC3E}">
        <p14:creationId xmlns:p14="http://schemas.microsoft.com/office/powerpoint/2010/main" val="3877361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DDDB-7F61-4E3E-825B-C7DEE945F339}"/>
              </a:ext>
            </a:extLst>
          </p:cNvPr>
          <p:cNvSpPr>
            <a:spLocks noGrp="1"/>
          </p:cNvSpPr>
          <p:nvPr>
            <p:ph type="title"/>
          </p:nvPr>
        </p:nvSpPr>
        <p:spPr/>
        <p:txBody>
          <a:bodyPr/>
          <a:lstStyle/>
          <a:p>
            <a:pPr algn="ctr"/>
            <a:r>
              <a:rPr lang="en-US" dirty="0"/>
              <a:t>Economic Models</a:t>
            </a:r>
          </a:p>
        </p:txBody>
      </p:sp>
      <p:sp>
        <p:nvSpPr>
          <p:cNvPr id="3" name="Content Placeholder 2">
            <a:extLst>
              <a:ext uri="{FF2B5EF4-FFF2-40B4-BE49-F238E27FC236}">
                <a16:creationId xmlns:a16="http://schemas.microsoft.com/office/drawing/2014/main" id="{1D2BB483-2E68-4DE6-BA3D-8573EDC3C4F9}"/>
              </a:ext>
            </a:extLst>
          </p:cNvPr>
          <p:cNvSpPr>
            <a:spLocks noGrp="1"/>
          </p:cNvSpPr>
          <p:nvPr>
            <p:ph idx="1"/>
          </p:nvPr>
        </p:nvSpPr>
        <p:spPr/>
        <p:txBody>
          <a:bodyPr/>
          <a:lstStyle/>
          <a:p>
            <a:pPr marL="0" indent="0">
              <a:buNone/>
            </a:pPr>
            <a:r>
              <a:rPr lang="en-US" dirty="0"/>
              <a:t>Two of the most basic models in economics are :</a:t>
            </a:r>
          </a:p>
          <a:p>
            <a:pPr marL="342900" indent="-342900">
              <a:buFont typeface="+mj-lt"/>
              <a:buAutoNum type="arabicPeriod"/>
            </a:pPr>
            <a:r>
              <a:rPr lang="en-US" dirty="0"/>
              <a:t>The Circular Flow Diagram</a:t>
            </a:r>
          </a:p>
          <a:p>
            <a:pPr marL="342900" indent="-342900">
              <a:buFont typeface="+mj-lt"/>
              <a:buAutoNum type="arabicPeriod"/>
            </a:pPr>
            <a:r>
              <a:rPr lang="en-US" dirty="0"/>
              <a:t>The Production Possibilities Frontier</a:t>
            </a:r>
          </a:p>
          <a:p>
            <a:endParaRPr lang="en-US" dirty="0"/>
          </a:p>
        </p:txBody>
      </p:sp>
    </p:spTree>
    <p:extLst>
      <p:ext uri="{BB962C8B-B14F-4D97-AF65-F5344CB8AC3E}">
        <p14:creationId xmlns:p14="http://schemas.microsoft.com/office/powerpoint/2010/main" val="3040764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451FD-7E59-4BC0-8904-71296448DAB4}"/>
              </a:ext>
            </a:extLst>
          </p:cNvPr>
          <p:cNvSpPr>
            <a:spLocks noGrp="1"/>
          </p:cNvSpPr>
          <p:nvPr>
            <p:ph type="title"/>
          </p:nvPr>
        </p:nvSpPr>
        <p:spPr/>
        <p:txBody>
          <a:bodyPr/>
          <a:lstStyle/>
          <a:p>
            <a:pPr algn="ctr"/>
            <a:r>
              <a:rPr lang="en-US" dirty="0"/>
              <a:t>The Circular-Flow Diagram</a:t>
            </a:r>
          </a:p>
        </p:txBody>
      </p:sp>
      <p:pic>
        <p:nvPicPr>
          <p:cNvPr id="8" name="Content Placeholder 7">
            <a:extLst>
              <a:ext uri="{FF2B5EF4-FFF2-40B4-BE49-F238E27FC236}">
                <a16:creationId xmlns:a16="http://schemas.microsoft.com/office/drawing/2014/main" id="{3C66809A-1DFF-4A4C-AA97-63EEF6A5C293}"/>
              </a:ext>
            </a:extLst>
          </p:cNvPr>
          <p:cNvPicPr>
            <a:picLocks noGrp="1" noChangeAspect="1"/>
          </p:cNvPicPr>
          <p:nvPr>
            <p:ph idx="1"/>
          </p:nvPr>
        </p:nvPicPr>
        <p:blipFill>
          <a:blip r:embed="rId3"/>
          <a:stretch>
            <a:fillRect/>
          </a:stretch>
        </p:blipFill>
        <p:spPr>
          <a:xfrm>
            <a:off x="1419849" y="1425575"/>
            <a:ext cx="6304302" cy="3330575"/>
          </a:xfrm>
          <a:prstGeom prst="rect">
            <a:avLst/>
          </a:prstGeom>
        </p:spPr>
      </p:pic>
    </p:spTree>
    <p:extLst>
      <p:ext uri="{BB962C8B-B14F-4D97-AF65-F5344CB8AC3E}">
        <p14:creationId xmlns:p14="http://schemas.microsoft.com/office/powerpoint/2010/main" val="2542539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55EAC-CCBB-45B5-9542-E67BAD9161D9}"/>
              </a:ext>
            </a:extLst>
          </p:cNvPr>
          <p:cNvSpPr>
            <a:spLocks noGrp="1"/>
          </p:cNvSpPr>
          <p:nvPr>
            <p:ph type="title"/>
          </p:nvPr>
        </p:nvSpPr>
        <p:spPr/>
        <p:txBody>
          <a:bodyPr/>
          <a:lstStyle/>
          <a:p>
            <a:pPr algn="ctr"/>
            <a:r>
              <a:rPr lang="en-US" dirty="0"/>
              <a:t>The Circular-Flow Diagram</a:t>
            </a:r>
          </a:p>
        </p:txBody>
      </p:sp>
      <p:sp>
        <p:nvSpPr>
          <p:cNvPr id="3" name="Content Placeholder 2">
            <a:extLst>
              <a:ext uri="{FF2B5EF4-FFF2-40B4-BE49-F238E27FC236}">
                <a16:creationId xmlns:a16="http://schemas.microsoft.com/office/drawing/2014/main" id="{33A4D5E2-8843-432F-88C9-53CFAF1F6DDE}"/>
              </a:ext>
            </a:extLst>
          </p:cNvPr>
          <p:cNvSpPr>
            <a:spLocks noGrp="1"/>
          </p:cNvSpPr>
          <p:nvPr>
            <p:ph idx="1"/>
          </p:nvPr>
        </p:nvSpPr>
        <p:spPr/>
        <p:txBody>
          <a:bodyPr/>
          <a:lstStyle/>
          <a:p>
            <a:pPr marL="0" indent="0">
              <a:buNone/>
            </a:pPr>
            <a:r>
              <a:rPr lang="it-IT" dirty="0"/>
              <a:t>The circular-flow diagram (or circular-flow model) depicts the flows of goods and money between two distinct parts of the economy:</a:t>
            </a:r>
          </a:p>
          <a:p>
            <a:pPr marL="342900" indent="-342900">
              <a:buFont typeface="+mj-lt"/>
              <a:buAutoNum type="arabicPeriod"/>
            </a:pPr>
            <a:r>
              <a:rPr lang="en-US" dirty="0"/>
              <a:t>Goods and Services Market</a:t>
            </a:r>
          </a:p>
          <a:p>
            <a:pPr marL="342900" indent="-342900">
              <a:buFont typeface="+mj-lt"/>
              <a:buAutoNum type="arabicPeriod"/>
            </a:pPr>
            <a:r>
              <a:rPr lang="en-US" dirty="0"/>
              <a:t>Factors of Production Market</a:t>
            </a:r>
          </a:p>
          <a:p>
            <a:pPr marL="0" indent="0">
              <a:buNone/>
            </a:pPr>
            <a:endParaRPr lang="en-US" dirty="0"/>
          </a:p>
          <a:p>
            <a:pPr marL="0" indent="0">
              <a:buNone/>
            </a:pPr>
            <a:endParaRPr lang="en-US" dirty="0"/>
          </a:p>
          <a:p>
            <a:pPr marL="0" indent="0">
              <a:buNone/>
            </a:pPr>
            <a:endParaRPr lang="it-IT" dirty="0"/>
          </a:p>
        </p:txBody>
      </p:sp>
    </p:spTree>
    <p:extLst>
      <p:ext uri="{BB962C8B-B14F-4D97-AF65-F5344CB8AC3E}">
        <p14:creationId xmlns:p14="http://schemas.microsoft.com/office/powerpoint/2010/main" val="2456525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9306-3AB8-4FF6-AA0B-C1523F16C754}"/>
              </a:ext>
            </a:extLst>
          </p:cNvPr>
          <p:cNvSpPr>
            <a:spLocks noGrp="1"/>
          </p:cNvSpPr>
          <p:nvPr>
            <p:ph type="title"/>
          </p:nvPr>
        </p:nvSpPr>
        <p:spPr/>
        <p:txBody>
          <a:bodyPr/>
          <a:lstStyle/>
          <a:p>
            <a:pPr algn="ctr"/>
            <a:r>
              <a:rPr lang="en-US" dirty="0"/>
              <a:t>Goods and Services Markets</a:t>
            </a:r>
          </a:p>
        </p:txBody>
      </p:sp>
      <p:pic>
        <p:nvPicPr>
          <p:cNvPr id="4" name="Content Placeholder 3">
            <a:extLst>
              <a:ext uri="{FF2B5EF4-FFF2-40B4-BE49-F238E27FC236}">
                <a16:creationId xmlns:a16="http://schemas.microsoft.com/office/drawing/2014/main" id="{58DEED03-435E-493F-81AA-2D09D0E59781}"/>
              </a:ext>
            </a:extLst>
          </p:cNvPr>
          <p:cNvPicPr>
            <a:picLocks noGrp="1" noChangeAspect="1"/>
          </p:cNvPicPr>
          <p:nvPr>
            <p:ph idx="1"/>
          </p:nvPr>
        </p:nvPicPr>
        <p:blipFill>
          <a:blip r:embed="rId3"/>
          <a:stretch>
            <a:fillRect/>
          </a:stretch>
        </p:blipFill>
        <p:spPr>
          <a:xfrm>
            <a:off x="628650" y="1649308"/>
            <a:ext cx="7886700" cy="2883109"/>
          </a:xfrm>
          <a:prstGeom prst="rect">
            <a:avLst/>
          </a:prstGeom>
        </p:spPr>
      </p:pic>
    </p:spTree>
    <p:extLst>
      <p:ext uri="{BB962C8B-B14F-4D97-AF65-F5344CB8AC3E}">
        <p14:creationId xmlns:p14="http://schemas.microsoft.com/office/powerpoint/2010/main" val="776110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9306-3AB8-4FF6-AA0B-C1523F16C754}"/>
              </a:ext>
            </a:extLst>
          </p:cNvPr>
          <p:cNvSpPr>
            <a:spLocks noGrp="1"/>
          </p:cNvSpPr>
          <p:nvPr>
            <p:ph type="title"/>
          </p:nvPr>
        </p:nvSpPr>
        <p:spPr/>
        <p:txBody>
          <a:bodyPr/>
          <a:lstStyle/>
          <a:p>
            <a:pPr algn="ctr"/>
            <a:r>
              <a:rPr lang="en-US" dirty="0"/>
              <a:t>Goods and Services Market</a:t>
            </a:r>
          </a:p>
        </p:txBody>
      </p:sp>
      <p:sp>
        <p:nvSpPr>
          <p:cNvPr id="5" name="Content Placeholder 4">
            <a:extLst>
              <a:ext uri="{FF2B5EF4-FFF2-40B4-BE49-F238E27FC236}">
                <a16:creationId xmlns:a16="http://schemas.microsoft.com/office/drawing/2014/main" id="{3437B2E5-44B7-46A0-A0FF-09D6C9BA0CB5}"/>
              </a:ext>
            </a:extLst>
          </p:cNvPr>
          <p:cNvSpPr>
            <a:spLocks noGrp="1"/>
          </p:cNvSpPr>
          <p:nvPr>
            <p:ph idx="1"/>
          </p:nvPr>
        </p:nvSpPr>
        <p:spPr/>
        <p:txBody>
          <a:bodyPr/>
          <a:lstStyle/>
          <a:p>
            <a:r>
              <a:rPr lang="it-IT" dirty="0"/>
              <a:t>Households buy finished goods and services from firms in exchange for money.</a:t>
            </a:r>
          </a:p>
          <a:p>
            <a:r>
              <a:rPr lang="it-IT" dirty="0"/>
              <a:t>It is the place where firms sell the goods and services they have produced, receiving a revenue paid by households</a:t>
            </a:r>
          </a:p>
          <a:p>
            <a:r>
              <a:rPr lang="it-IT" dirty="0"/>
              <a:t>If the goods and services market was the only existing market, what would happen?</a:t>
            </a:r>
          </a:p>
          <a:p>
            <a:pPr lvl="1"/>
            <a:r>
              <a:rPr lang="it-IT" dirty="0"/>
              <a:t>Frims would end up having all the money, while households would have all the finished products. In this case, economic activity would stop. But this is just half-story!</a:t>
            </a:r>
          </a:p>
          <a:p>
            <a:r>
              <a:rPr lang="en-US" dirty="0"/>
              <a:t>Ex: </a:t>
            </a:r>
            <a:r>
              <a:rPr lang="en-US" altLang="en-US" dirty="0"/>
              <a:t>Coop, Rema1000, gas stations, Burger King, Ikea, dentist….</a:t>
            </a:r>
          </a:p>
          <a:p>
            <a:endParaRPr lang="en-US" dirty="0"/>
          </a:p>
        </p:txBody>
      </p:sp>
    </p:spTree>
    <p:extLst>
      <p:ext uri="{BB962C8B-B14F-4D97-AF65-F5344CB8AC3E}">
        <p14:creationId xmlns:p14="http://schemas.microsoft.com/office/powerpoint/2010/main" val="386576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4" end="4"/>
                                            </p:txEl>
                                          </p:spTgt>
                                        </p:tgtEl>
                                        <p:attrNameLst>
                                          <p:attrName>style.visibility</p:attrName>
                                        </p:attrNameLst>
                                      </p:cBhvr>
                                      <p:to>
                                        <p:strVal val="visible"/>
                                      </p:to>
                                    </p:set>
                                    <p:animEffect transition="in" filter="fade">
                                      <p:cBhvr>
                                        <p:cTn id="14" dur="1000"/>
                                        <p:tgtEl>
                                          <p:spTgt spid="5">
                                            <p:txEl>
                                              <p:pRg st="4" end="4"/>
                                            </p:txEl>
                                          </p:spTgt>
                                        </p:tgtEl>
                                      </p:cBhvr>
                                    </p:animEffect>
                                    <p:anim calcmode="lin" valueType="num">
                                      <p:cBhvr>
                                        <p:cTn id="1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0DE91-D72E-423D-8ED3-F1BDD02CD1CA}"/>
              </a:ext>
            </a:extLst>
          </p:cNvPr>
          <p:cNvSpPr>
            <a:spLocks noGrp="1"/>
          </p:cNvSpPr>
          <p:nvPr>
            <p:ph type="title"/>
          </p:nvPr>
        </p:nvSpPr>
        <p:spPr/>
        <p:txBody>
          <a:bodyPr/>
          <a:lstStyle/>
          <a:p>
            <a:pPr algn="ctr"/>
            <a:r>
              <a:rPr lang="en-US" dirty="0"/>
              <a:t>Factors Market</a:t>
            </a:r>
          </a:p>
        </p:txBody>
      </p:sp>
      <p:pic>
        <p:nvPicPr>
          <p:cNvPr id="4" name="Content Placeholder 3">
            <a:extLst>
              <a:ext uri="{FF2B5EF4-FFF2-40B4-BE49-F238E27FC236}">
                <a16:creationId xmlns:a16="http://schemas.microsoft.com/office/drawing/2014/main" id="{01D6AE12-7606-451F-9476-46D861D4252E}"/>
              </a:ext>
            </a:extLst>
          </p:cNvPr>
          <p:cNvPicPr>
            <a:picLocks noGrp="1" noChangeAspect="1"/>
          </p:cNvPicPr>
          <p:nvPr>
            <p:ph idx="1"/>
          </p:nvPr>
        </p:nvPicPr>
        <p:blipFill>
          <a:blip r:embed="rId3"/>
          <a:stretch>
            <a:fillRect/>
          </a:stretch>
        </p:blipFill>
        <p:spPr>
          <a:xfrm>
            <a:off x="628650" y="1649308"/>
            <a:ext cx="7886700" cy="2883109"/>
          </a:xfrm>
          <a:prstGeom prst="rect">
            <a:avLst/>
          </a:prstGeom>
        </p:spPr>
      </p:pic>
    </p:spTree>
    <p:extLst>
      <p:ext uri="{BB962C8B-B14F-4D97-AF65-F5344CB8AC3E}">
        <p14:creationId xmlns:p14="http://schemas.microsoft.com/office/powerpoint/2010/main" val="184147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0DE91-D72E-423D-8ED3-F1BDD02CD1CA}"/>
              </a:ext>
            </a:extLst>
          </p:cNvPr>
          <p:cNvSpPr>
            <a:spLocks noGrp="1"/>
          </p:cNvSpPr>
          <p:nvPr>
            <p:ph type="title"/>
          </p:nvPr>
        </p:nvSpPr>
        <p:spPr/>
        <p:txBody>
          <a:bodyPr/>
          <a:lstStyle/>
          <a:p>
            <a:pPr algn="ctr"/>
            <a:r>
              <a:rPr lang="en-US" dirty="0"/>
              <a:t>Factors Market</a:t>
            </a:r>
          </a:p>
        </p:txBody>
      </p:sp>
      <p:sp>
        <p:nvSpPr>
          <p:cNvPr id="3" name="Content Placeholder 2">
            <a:extLst>
              <a:ext uri="{FF2B5EF4-FFF2-40B4-BE49-F238E27FC236}">
                <a16:creationId xmlns:a16="http://schemas.microsoft.com/office/drawing/2014/main" id="{A39EADA7-C10E-4703-B39B-3670B78BCE6F}"/>
              </a:ext>
            </a:extLst>
          </p:cNvPr>
          <p:cNvSpPr>
            <a:spLocks noGrp="1"/>
          </p:cNvSpPr>
          <p:nvPr>
            <p:ph idx="1"/>
          </p:nvPr>
        </p:nvSpPr>
        <p:spPr/>
        <p:txBody>
          <a:bodyPr/>
          <a:lstStyle/>
          <a:p>
            <a:r>
              <a:rPr lang="it-IT" dirty="0"/>
              <a:t>«Factors of production» refers to anything that is used by a firm in order to make a final prodcut</a:t>
            </a:r>
          </a:p>
          <a:p>
            <a:r>
              <a:rPr lang="it-IT" dirty="0"/>
              <a:t>Some examples:</a:t>
            </a:r>
          </a:p>
          <a:p>
            <a:pPr lvl="1"/>
            <a:r>
              <a:rPr lang="it-IT" dirty="0"/>
              <a:t>Labor = work done by households, athletes, coaches, staff</a:t>
            </a:r>
          </a:p>
          <a:p>
            <a:pPr lvl="1"/>
            <a:r>
              <a:rPr lang="it-IT" dirty="0"/>
              <a:t>Capital = machines used to make products, funds used to buy machines, stadiums/training equipment</a:t>
            </a:r>
          </a:p>
          <a:p>
            <a:pPr lvl="1"/>
            <a:r>
              <a:rPr lang="it-IT" dirty="0"/>
              <a:t>Land</a:t>
            </a:r>
          </a:p>
          <a:p>
            <a:r>
              <a:rPr lang="it-IT" dirty="0"/>
              <a:t>Households offer their labour, capital, and land in exchange of money ( in the form of income) </a:t>
            </a:r>
            <a:endParaRPr lang="en-US" dirty="0"/>
          </a:p>
        </p:txBody>
      </p:sp>
    </p:spTree>
    <p:extLst>
      <p:ext uri="{BB962C8B-B14F-4D97-AF65-F5344CB8AC3E}">
        <p14:creationId xmlns:p14="http://schemas.microsoft.com/office/powerpoint/2010/main" val="3364959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5C795-1FD2-4301-BBD7-6F202D7D30DB}"/>
              </a:ext>
            </a:extLst>
          </p:cNvPr>
          <p:cNvSpPr>
            <a:spLocks noGrp="1"/>
          </p:cNvSpPr>
          <p:nvPr>
            <p:ph type="title"/>
          </p:nvPr>
        </p:nvSpPr>
        <p:spPr/>
        <p:txBody>
          <a:bodyPr/>
          <a:lstStyle/>
          <a:p>
            <a:pPr algn="ctr"/>
            <a:r>
              <a:rPr lang="en-US" dirty="0"/>
              <a:t>Circular-Flow Diagram (Full Picture)</a:t>
            </a:r>
          </a:p>
        </p:txBody>
      </p:sp>
      <p:pic>
        <p:nvPicPr>
          <p:cNvPr id="6" name="Content Placeholder 5">
            <a:extLst>
              <a:ext uri="{FF2B5EF4-FFF2-40B4-BE49-F238E27FC236}">
                <a16:creationId xmlns:a16="http://schemas.microsoft.com/office/drawing/2014/main" id="{D366AB52-5895-4D98-9FB3-F3AD465CA2EE}"/>
              </a:ext>
            </a:extLst>
          </p:cNvPr>
          <p:cNvPicPr>
            <a:picLocks noGrp="1" noChangeAspect="1"/>
          </p:cNvPicPr>
          <p:nvPr>
            <p:ph idx="1"/>
          </p:nvPr>
        </p:nvPicPr>
        <p:blipFill>
          <a:blip r:embed="rId3"/>
          <a:stretch>
            <a:fillRect/>
          </a:stretch>
        </p:blipFill>
        <p:spPr>
          <a:xfrm>
            <a:off x="1419849" y="1425575"/>
            <a:ext cx="6304302" cy="3330575"/>
          </a:xfrm>
          <a:prstGeom prst="rect">
            <a:avLst/>
          </a:prstGeom>
        </p:spPr>
      </p:pic>
    </p:spTree>
    <p:extLst>
      <p:ext uri="{BB962C8B-B14F-4D97-AF65-F5344CB8AC3E}">
        <p14:creationId xmlns:p14="http://schemas.microsoft.com/office/powerpoint/2010/main" val="18201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5C795-1FD2-4301-BBD7-6F202D7D30DB}"/>
              </a:ext>
            </a:extLst>
          </p:cNvPr>
          <p:cNvSpPr>
            <a:spLocks noGrp="1"/>
          </p:cNvSpPr>
          <p:nvPr>
            <p:ph type="title"/>
          </p:nvPr>
        </p:nvSpPr>
        <p:spPr/>
        <p:txBody>
          <a:bodyPr/>
          <a:lstStyle/>
          <a:p>
            <a:pPr algn="ctr"/>
            <a:r>
              <a:rPr lang="en-US" dirty="0"/>
              <a:t>Circular-Flow Diagram (Full Picture)</a:t>
            </a:r>
          </a:p>
        </p:txBody>
      </p:sp>
      <p:sp>
        <p:nvSpPr>
          <p:cNvPr id="4" name="Content Placeholder 3">
            <a:extLst>
              <a:ext uri="{FF2B5EF4-FFF2-40B4-BE49-F238E27FC236}">
                <a16:creationId xmlns:a16="http://schemas.microsoft.com/office/drawing/2014/main" id="{6635072F-4BE2-4022-B507-F0F40854FB7C}"/>
              </a:ext>
            </a:extLst>
          </p:cNvPr>
          <p:cNvSpPr>
            <a:spLocks noGrp="1"/>
          </p:cNvSpPr>
          <p:nvPr>
            <p:ph idx="1"/>
          </p:nvPr>
        </p:nvSpPr>
        <p:spPr/>
        <p:txBody>
          <a:bodyPr/>
          <a:lstStyle/>
          <a:p>
            <a:r>
              <a:rPr lang="en-US" dirty="0"/>
              <a:t>When we combine both diagrams, we get the full picture. </a:t>
            </a:r>
          </a:p>
          <a:p>
            <a:r>
              <a:rPr lang="en-US" dirty="0"/>
              <a:t>A close loop for the flow is formed. As a result, continued economic activity is sustainable in the long run, since neither firms nor households are going to end up with all the money.</a:t>
            </a:r>
          </a:p>
          <a:p>
            <a:r>
              <a:rPr lang="en-US" dirty="0"/>
              <a:t>In this basic model, firms use factors of production to create finished products and households consume finished products in order to maintain their ability to provide factors of production.</a:t>
            </a:r>
          </a:p>
          <a:p>
            <a:r>
              <a:rPr lang="en-US" dirty="0"/>
              <a:t>It is an oversimplified model representing a purely capitalistic economy (only production, distribution, and consumption are considered).</a:t>
            </a:r>
          </a:p>
          <a:p>
            <a:pPr marL="0" indent="0">
              <a:buNone/>
            </a:pPr>
            <a:endParaRPr lang="en-US" dirty="0"/>
          </a:p>
        </p:txBody>
      </p:sp>
    </p:spTree>
    <p:extLst>
      <p:ext uri="{BB962C8B-B14F-4D97-AF65-F5344CB8AC3E}">
        <p14:creationId xmlns:p14="http://schemas.microsoft.com/office/powerpoint/2010/main" val="2079178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5C795-1FD2-4301-BBD7-6F202D7D30DB}"/>
              </a:ext>
            </a:extLst>
          </p:cNvPr>
          <p:cNvSpPr>
            <a:spLocks noGrp="1"/>
          </p:cNvSpPr>
          <p:nvPr>
            <p:ph type="title"/>
          </p:nvPr>
        </p:nvSpPr>
        <p:spPr/>
        <p:txBody>
          <a:bodyPr/>
          <a:lstStyle/>
          <a:p>
            <a:pPr algn="ctr"/>
            <a:r>
              <a:rPr lang="en-US" dirty="0"/>
              <a:t>Circular-Flow Diagram (Advanced)</a:t>
            </a:r>
          </a:p>
        </p:txBody>
      </p:sp>
      <p:pic>
        <p:nvPicPr>
          <p:cNvPr id="4" name="Content Placeholder 3">
            <a:extLst>
              <a:ext uri="{FF2B5EF4-FFF2-40B4-BE49-F238E27FC236}">
                <a16:creationId xmlns:a16="http://schemas.microsoft.com/office/drawing/2014/main" id="{527D2452-D371-4DF0-80E3-894B7F918194}"/>
              </a:ext>
            </a:extLst>
          </p:cNvPr>
          <p:cNvPicPr>
            <a:picLocks noGrp="1" noChangeAspect="1"/>
          </p:cNvPicPr>
          <p:nvPr>
            <p:ph idx="1"/>
          </p:nvPr>
        </p:nvPicPr>
        <p:blipFill>
          <a:blip r:embed="rId3"/>
          <a:stretch>
            <a:fillRect/>
          </a:stretch>
        </p:blipFill>
        <p:spPr>
          <a:xfrm>
            <a:off x="2351617" y="1680017"/>
            <a:ext cx="4440766" cy="3330575"/>
          </a:xfrm>
          <a:prstGeom prst="rect">
            <a:avLst/>
          </a:prstGeom>
        </p:spPr>
      </p:pic>
    </p:spTree>
    <p:extLst>
      <p:ext uri="{BB962C8B-B14F-4D97-AF65-F5344CB8AC3E}">
        <p14:creationId xmlns:p14="http://schemas.microsoft.com/office/powerpoint/2010/main" val="1677543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3A6A-D63C-4218-85F9-82716A706CFE}"/>
              </a:ext>
            </a:extLst>
          </p:cNvPr>
          <p:cNvSpPr>
            <a:spLocks noGrp="1"/>
          </p:cNvSpPr>
          <p:nvPr>
            <p:ph type="title"/>
          </p:nvPr>
        </p:nvSpPr>
        <p:spPr/>
        <p:txBody>
          <a:bodyPr/>
          <a:lstStyle/>
          <a:p>
            <a:pPr algn="ctr"/>
            <a:r>
              <a:rPr lang="en-US" dirty="0"/>
              <a:t>Circular-Flow Diagram (Advanced)</a:t>
            </a:r>
          </a:p>
        </p:txBody>
      </p:sp>
      <p:sp>
        <p:nvSpPr>
          <p:cNvPr id="3" name="Content Placeholder 2">
            <a:extLst>
              <a:ext uri="{FF2B5EF4-FFF2-40B4-BE49-F238E27FC236}">
                <a16:creationId xmlns:a16="http://schemas.microsoft.com/office/drawing/2014/main" id="{96EB209A-63E6-4579-A8F0-3EC69AF9E9A3}"/>
              </a:ext>
            </a:extLst>
          </p:cNvPr>
          <p:cNvSpPr>
            <a:spLocks noGrp="1"/>
          </p:cNvSpPr>
          <p:nvPr>
            <p:ph idx="1"/>
          </p:nvPr>
        </p:nvSpPr>
        <p:spPr/>
        <p:txBody>
          <a:bodyPr/>
          <a:lstStyle/>
          <a:p>
            <a:r>
              <a:rPr lang="it-IT" dirty="0"/>
              <a:t>We could extend the model to include government intervention.</a:t>
            </a:r>
          </a:p>
          <a:p>
            <a:pPr lvl="1"/>
            <a:r>
              <a:rPr lang="it-IT" dirty="0"/>
              <a:t>Income tax = link between households and factors market</a:t>
            </a:r>
          </a:p>
          <a:p>
            <a:pPr lvl="1"/>
            <a:r>
              <a:rPr lang="it-IT" dirty="0"/>
              <a:t>Tax on producer = link between frims and goods and services market</a:t>
            </a:r>
          </a:p>
          <a:p>
            <a:pPr lvl="1"/>
            <a:endParaRPr lang="en-US" dirty="0"/>
          </a:p>
        </p:txBody>
      </p:sp>
    </p:spTree>
    <p:extLst>
      <p:ext uri="{BB962C8B-B14F-4D97-AF65-F5344CB8AC3E}">
        <p14:creationId xmlns:p14="http://schemas.microsoft.com/office/powerpoint/2010/main" val="2484884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BE4A6-0121-4DF8-9CF2-09A1A360C23A}"/>
              </a:ext>
            </a:extLst>
          </p:cNvPr>
          <p:cNvSpPr>
            <a:spLocks noGrp="1"/>
          </p:cNvSpPr>
          <p:nvPr>
            <p:ph type="title"/>
          </p:nvPr>
        </p:nvSpPr>
        <p:spPr/>
        <p:txBody>
          <a:bodyPr/>
          <a:lstStyle/>
          <a:p>
            <a:pPr algn="ctr"/>
            <a:r>
              <a:rPr lang="it-IT" dirty="0"/>
              <a:t>Why </a:t>
            </a:r>
            <a:r>
              <a:rPr lang="en-US" dirty="0"/>
              <a:t>Circular-Flow Diagram</a:t>
            </a:r>
            <a:r>
              <a:rPr lang="it-IT" dirty="0"/>
              <a:t> is important? </a:t>
            </a:r>
            <a:endParaRPr lang="en-US" dirty="0"/>
          </a:p>
        </p:txBody>
      </p:sp>
      <p:sp>
        <p:nvSpPr>
          <p:cNvPr id="3" name="Content Placeholder 2">
            <a:extLst>
              <a:ext uri="{FF2B5EF4-FFF2-40B4-BE49-F238E27FC236}">
                <a16:creationId xmlns:a16="http://schemas.microsoft.com/office/drawing/2014/main" id="{AC8DF6FA-8158-45B3-88EE-95728968384B}"/>
              </a:ext>
            </a:extLst>
          </p:cNvPr>
          <p:cNvSpPr>
            <a:spLocks noGrp="1"/>
          </p:cNvSpPr>
          <p:nvPr>
            <p:ph idx="1"/>
          </p:nvPr>
        </p:nvSpPr>
        <p:spPr/>
        <p:txBody>
          <a:bodyPr/>
          <a:lstStyle/>
          <a:p>
            <a:r>
              <a:rPr lang="it-IT" dirty="0"/>
              <a:t>It gives us the first grasp of supply and demand model</a:t>
            </a:r>
          </a:p>
          <a:p>
            <a:pPr lvl="1"/>
            <a:r>
              <a:rPr lang="it-IT" dirty="0"/>
              <a:t>Goods and services market</a:t>
            </a:r>
          </a:p>
          <a:p>
            <a:pPr lvl="2"/>
            <a:r>
              <a:rPr lang="it-IT" dirty="0"/>
              <a:t>Demand: houseolds</a:t>
            </a:r>
          </a:p>
          <a:p>
            <a:pPr lvl="2"/>
            <a:r>
              <a:rPr lang="it-IT" dirty="0"/>
              <a:t>Supply: firms</a:t>
            </a:r>
          </a:p>
          <a:p>
            <a:pPr lvl="1"/>
            <a:r>
              <a:rPr lang="it-IT" dirty="0"/>
              <a:t>Factors market</a:t>
            </a:r>
          </a:p>
          <a:p>
            <a:pPr lvl="2"/>
            <a:r>
              <a:rPr lang="it-IT" dirty="0"/>
              <a:t>Demand: firms</a:t>
            </a:r>
          </a:p>
          <a:p>
            <a:pPr lvl="2"/>
            <a:r>
              <a:rPr lang="it-IT" dirty="0"/>
              <a:t>Supply: households</a:t>
            </a:r>
          </a:p>
          <a:p>
            <a:pPr lvl="1"/>
            <a:endParaRPr lang="en-US" dirty="0"/>
          </a:p>
        </p:txBody>
      </p:sp>
    </p:spTree>
    <p:extLst>
      <p:ext uri="{BB962C8B-B14F-4D97-AF65-F5344CB8AC3E}">
        <p14:creationId xmlns:p14="http://schemas.microsoft.com/office/powerpoint/2010/main" val="2761851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570B0-A83A-47EC-8FF3-0B68D6983A8B}"/>
              </a:ext>
            </a:extLst>
          </p:cNvPr>
          <p:cNvSpPr>
            <a:spLocks noGrp="1"/>
          </p:cNvSpPr>
          <p:nvPr>
            <p:ph type="title"/>
          </p:nvPr>
        </p:nvSpPr>
        <p:spPr/>
        <p:txBody>
          <a:bodyPr/>
          <a:lstStyle/>
          <a:p>
            <a:pPr algn="ctr"/>
            <a:r>
              <a:rPr lang="en-US" dirty="0"/>
              <a:t> Production Possibilities Model</a:t>
            </a:r>
          </a:p>
        </p:txBody>
      </p:sp>
      <p:sp>
        <p:nvSpPr>
          <p:cNvPr id="3" name="Content Placeholder 2">
            <a:extLst>
              <a:ext uri="{FF2B5EF4-FFF2-40B4-BE49-F238E27FC236}">
                <a16:creationId xmlns:a16="http://schemas.microsoft.com/office/drawing/2014/main" id="{8A7CFCFD-3458-40C9-940F-ECEEB8E713C7}"/>
              </a:ext>
            </a:extLst>
          </p:cNvPr>
          <p:cNvSpPr>
            <a:spLocks noGrp="1"/>
          </p:cNvSpPr>
          <p:nvPr>
            <p:ph idx="1"/>
          </p:nvPr>
        </p:nvSpPr>
        <p:spPr/>
        <p:txBody>
          <a:bodyPr/>
          <a:lstStyle/>
          <a:p>
            <a:pPr eaLnBrk="1" fontAlgn="auto" hangingPunct="1">
              <a:spcAft>
                <a:spcPts val="0"/>
              </a:spcAft>
              <a:buFont typeface="Arial" pitchFamily="34" charset="0"/>
              <a:buChar char="•"/>
              <a:defRPr/>
            </a:pPr>
            <a:r>
              <a:rPr lang="en-US" dirty="0"/>
              <a:t>Unlimited wants, need, desires, and dreams. But limited resources (such as time and money) ⏳💸 </a:t>
            </a:r>
            <a:r>
              <a:rPr lang="en-US" dirty="0">
                <a:sym typeface="Wingdings" panose="05000000000000000000" pitchFamily="2" charset="2"/>
              </a:rPr>
              <a:t> It becomes critical to allocate our (scarce) resources among alternative choices</a:t>
            </a:r>
          </a:p>
          <a:p>
            <a:pPr eaLnBrk="1" fontAlgn="auto" hangingPunct="1">
              <a:spcAft>
                <a:spcPts val="0"/>
              </a:spcAft>
              <a:buFont typeface="Arial" pitchFamily="34" charset="0"/>
              <a:buChar char="•"/>
              <a:defRPr/>
            </a:pPr>
            <a:r>
              <a:rPr lang="en-US" dirty="0">
                <a:sym typeface="Wingdings" panose="05000000000000000000" pitchFamily="2" charset="2"/>
              </a:rPr>
              <a:t>The </a:t>
            </a:r>
            <a:r>
              <a:rPr lang="en-US" dirty="0"/>
              <a:t>Production Possibilities Frontier is an analytical tool which is used to illustrate and explain this problem of choice.</a:t>
            </a:r>
          </a:p>
          <a:p>
            <a:pPr eaLnBrk="1" fontAlgn="auto" hangingPunct="1">
              <a:spcAft>
                <a:spcPts val="0"/>
              </a:spcAft>
              <a:buFont typeface="Arial" pitchFamily="34" charset="0"/>
              <a:buChar char="•"/>
              <a:defRPr/>
            </a:pPr>
            <a:r>
              <a:rPr lang="en-US" dirty="0"/>
              <a:t>The Production Possibilities Frontier (PPF)  is a graph that shows all possible combinations of two goods when an economy is producing </a:t>
            </a:r>
            <a:r>
              <a:rPr lang="en-US" u="sng" dirty="0"/>
              <a:t>at full potential</a:t>
            </a:r>
            <a:r>
              <a:rPr lang="en-US" dirty="0"/>
              <a:t>.</a:t>
            </a:r>
          </a:p>
          <a:p>
            <a:pPr lvl="1" eaLnBrk="1" fontAlgn="auto" hangingPunct="1">
              <a:spcAft>
                <a:spcPts val="0"/>
              </a:spcAft>
              <a:buFont typeface="Arial" pitchFamily="34" charset="0"/>
              <a:buChar char="–"/>
              <a:defRPr/>
            </a:pPr>
            <a:r>
              <a:rPr lang="en-US" dirty="0"/>
              <a:t>Simplified model, since it assumes only two goods are produced.</a:t>
            </a:r>
          </a:p>
          <a:p>
            <a:pPr lvl="1" eaLnBrk="1" fontAlgn="auto" hangingPunct="1">
              <a:spcAft>
                <a:spcPts val="0"/>
              </a:spcAft>
              <a:buFont typeface="Arial" pitchFamily="34" charset="0"/>
              <a:buChar char="–"/>
              <a:defRPr/>
            </a:pPr>
            <a:r>
              <a:rPr lang="en-US" b="1" dirty="0"/>
              <a:t>It only shows what can be produced – not what is consumed</a:t>
            </a:r>
            <a:r>
              <a:rPr lang="en-US" dirty="0"/>
              <a:t>.</a:t>
            </a:r>
          </a:p>
          <a:p>
            <a:endParaRPr lang="en-US" dirty="0"/>
          </a:p>
        </p:txBody>
      </p:sp>
    </p:spTree>
    <p:extLst>
      <p:ext uri="{BB962C8B-B14F-4D97-AF65-F5344CB8AC3E}">
        <p14:creationId xmlns:p14="http://schemas.microsoft.com/office/powerpoint/2010/main" val="2518038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2A0A6-F6A9-4233-B40D-AE4D5AE56747}"/>
              </a:ext>
            </a:extLst>
          </p:cNvPr>
          <p:cNvSpPr>
            <a:spLocks noGrp="1"/>
          </p:cNvSpPr>
          <p:nvPr>
            <p:ph type="title"/>
          </p:nvPr>
        </p:nvSpPr>
        <p:spPr/>
        <p:txBody>
          <a:bodyPr/>
          <a:lstStyle/>
          <a:p>
            <a:pPr algn="ctr"/>
            <a:r>
              <a:rPr lang="en-US" dirty="0"/>
              <a:t>Assumptions</a:t>
            </a:r>
          </a:p>
        </p:txBody>
      </p:sp>
      <p:sp>
        <p:nvSpPr>
          <p:cNvPr id="3" name="Content Placeholder 2">
            <a:extLst>
              <a:ext uri="{FF2B5EF4-FFF2-40B4-BE49-F238E27FC236}">
                <a16:creationId xmlns:a16="http://schemas.microsoft.com/office/drawing/2014/main" id="{523E337C-84F6-42D8-A669-728EC9E1C35F}"/>
              </a:ext>
            </a:extLst>
          </p:cNvPr>
          <p:cNvSpPr>
            <a:spLocks noGrp="1"/>
          </p:cNvSpPr>
          <p:nvPr>
            <p:ph idx="1"/>
          </p:nvPr>
        </p:nvSpPr>
        <p:spPr/>
        <p:txBody>
          <a:bodyPr/>
          <a:lstStyle/>
          <a:p>
            <a:r>
              <a:rPr lang="it-IT" dirty="0"/>
              <a:t>Only two goods are produced in different proportions in the economy</a:t>
            </a:r>
          </a:p>
          <a:p>
            <a:r>
              <a:rPr lang="it-IT" dirty="0"/>
              <a:t>The same resources can be used to produce either or both two goods and can be shifted freely between them</a:t>
            </a:r>
          </a:p>
          <a:p>
            <a:r>
              <a:rPr lang="en-US" dirty="0"/>
              <a:t>The supplies of factors are fixed. But they can be re-allocated to produce the two goods within limits.</a:t>
            </a:r>
          </a:p>
          <a:p>
            <a:r>
              <a:rPr lang="en-US" dirty="0"/>
              <a:t>The production techniques are given and constant.</a:t>
            </a:r>
          </a:p>
          <a:p>
            <a:r>
              <a:rPr lang="en-US" dirty="0"/>
              <a:t>The economy’s resources are fully employed and technically efficient.</a:t>
            </a:r>
          </a:p>
          <a:p>
            <a:r>
              <a:rPr lang="en-US" dirty="0"/>
              <a:t>The time period is short</a:t>
            </a:r>
          </a:p>
          <a:p>
            <a:endParaRPr lang="en-US" dirty="0"/>
          </a:p>
          <a:p>
            <a:endParaRPr lang="en-US" dirty="0"/>
          </a:p>
        </p:txBody>
      </p:sp>
    </p:spTree>
    <p:extLst>
      <p:ext uri="{BB962C8B-B14F-4D97-AF65-F5344CB8AC3E}">
        <p14:creationId xmlns:p14="http://schemas.microsoft.com/office/powerpoint/2010/main" val="3979447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4889-2787-4548-BA61-A4F176F0FE2F}"/>
              </a:ext>
            </a:extLst>
          </p:cNvPr>
          <p:cNvSpPr>
            <a:spLocks noGrp="1"/>
          </p:cNvSpPr>
          <p:nvPr>
            <p:ph type="title"/>
          </p:nvPr>
        </p:nvSpPr>
        <p:spPr/>
        <p:txBody>
          <a:bodyPr/>
          <a:lstStyle/>
          <a:p>
            <a:pPr algn="ctr"/>
            <a:r>
              <a:rPr lang="en-US" dirty="0"/>
              <a:t> Production Possibilities Model</a:t>
            </a:r>
          </a:p>
        </p:txBody>
      </p:sp>
      <p:pic>
        <p:nvPicPr>
          <p:cNvPr id="14" name="Picture 13">
            <a:extLst>
              <a:ext uri="{FF2B5EF4-FFF2-40B4-BE49-F238E27FC236}">
                <a16:creationId xmlns:a16="http://schemas.microsoft.com/office/drawing/2014/main" id="{F48ED6EE-7E6A-4256-A39C-266D00093EB6}"/>
              </a:ext>
            </a:extLst>
          </p:cNvPr>
          <p:cNvPicPr>
            <a:picLocks noChangeAspect="1"/>
          </p:cNvPicPr>
          <p:nvPr/>
        </p:nvPicPr>
        <p:blipFill>
          <a:blip r:embed="rId3"/>
          <a:stretch>
            <a:fillRect/>
          </a:stretch>
        </p:blipFill>
        <p:spPr>
          <a:xfrm>
            <a:off x="628650" y="740647"/>
            <a:ext cx="4913710" cy="3522506"/>
          </a:xfrm>
          <a:prstGeom prst="rect">
            <a:avLst/>
          </a:prstGeom>
        </p:spPr>
      </p:pic>
      <p:sp>
        <p:nvSpPr>
          <p:cNvPr id="16" name="TextBox 15">
            <a:extLst>
              <a:ext uri="{FF2B5EF4-FFF2-40B4-BE49-F238E27FC236}">
                <a16:creationId xmlns:a16="http://schemas.microsoft.com/office/drawing/2014/main" id="{3A557A6A-C455-43C0-8860-8C4135D2F86E}"/>
              </a:ext>
            </a:extLst>
          </p:cNvPr>
          <p:cNvSpPr txBox="1"/>
          <p:nvPr/>
        </p:nvSpPr>
        <p:spPr>
          <a:xfrm>
            <a:off x="3590013" y="2257336"/>
            <a:ext cx="4572000" cy="1200329"/>
          </a:xfrm>
          <a:prstGeom prst="rect">
            <a:avLst/>
          </a:prstGeom>
          <a:noFill/>
        </p:spPr>
        <p:txBody>
          <a:bodyPr wrap="square">
            <a:spAutoFit/>
          </a:bodyPr>
          <a:lstStyle/>
          <a:p>
            <a:r>
              <a:rPr lang="en-US" sz="2400" dirty="0"/>
              <a:t>A point on the graph represents how much of each good is being produced.</a:t>
            </a:r>
          </a:p>
        </p:txBody>
      </p:sp>
    </p:spTree>
    <p:extLst>
      <p:ext uri="{BB962C8B-B14F-4D97-AF65-F5344CB8AC3E}">
        <p14:creationId xmlns:p14="http://schemas.microsoft.com/office/powerpoint/2010/main" val="1821133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7448-0301-451F-892B-F1E495EA58CB}"/>
              </a:ext>
            </a:extLst>
          </p:cNvPr>
          <p:cNvSpPr>
            <a:spLocks noGrp="1"/>
          </p:cNvSpPr>
          <p:nvPr>
            <p:ph type="title"/>
          </p:nvPr>
        </p:nvSpPr>
        <p:spPr/>
        <p:txBody>
          <a:bodyPr/>
          <a:lstStyle/>
          <a:p>
            <a:pPr algn="ctr"/>
            <a:r>
              <a:rPr lang="en-US" dirty="0"/>
              <a:t>Production Possibilities Model</a:t>
            </a:r>
          </a:p>
        </p:txBody>
      </p:sp>
      <p:pic>
        <p:nvPicPr>
          <p:cNvPr id="4" name="Content Placeholder 3">
            <a:extLst>
              <a:ext uri="{FF2B5EF4-FFF2-40B4-BE49-F238E27FC236}">
                <a16:creationId xmlns:a16="http://schemas.microsoft.com/office/drawing/2014/main" id="{12A150CC-AC6A-4A27-A9E4-61E54DDA053B}"/>
              </a:ext>
            </a:extLst>
          </p:cNvPr>
          <p:cNvPicPr>
            <a:picLocks noGrp="1" noChangeAspect="1"/>
          </p:cNvPicPr>
          <p:nvPr>
            <p:ph idx="1"/>
          </p:nvPr>
        </p:nvPicPr>
        <p:blipFill>
          <a:blip r:embed="rId3"/>
          <a:stretch>
            <a:fillRect/>
          </a:stretch>
        </p:blipFill>
        <p:spPr>
          <a:xfrm>
            <a:off x="569236" y="1192213"/>
            <a:ext cx="4825005" cy="3330575"/>
          </a:xfrm>
          <a:prstGeom prst="rect">
            <a:avLst/>
          </a:prstGeom>
        </p:spPr>
      </p:pic>
      <p:sp>
        <p:nvSpPr>
          <p:cNvPr id="5" name="TextBox 4">
            <a:extLst>
              <a:ext uri="{FF2B5EF4-FFF2-40B4-BE49-F238E27FC236}">
                <a16:creationId xmlns:a16="http://schemas.microsoft.com/office/drawing/2014/main" id="{4CC7766F-88EB-4EC0-9CAD-8F7B2D3C200C}"/>
              </a:ext>
            </a:extLst>
          </p:cNvPr>
          <p:cNvSpPr txBox="1">
            <a:spLocks noChangeArrowheads="1"/>
          </p:cNvSpPr>
          <p:nvPr/>
        </p:nvSpPr>
        <p:spPr bwMode="auto">
          <a:xfrm>
            <a:off x="4658140" y="2072670"/>
            <a:ext cx="3657600" cy="1569660"/>
          </a:xfrm>
          <a:prstGeom prst="rect">
            <a:avLst/>
          </a:prstGeom>
          <a:noFill/>
          <a:ln w="9525">
            <a:noFill/>
            <a:miter lim="800000"/>
            <a:headEnd/>
            <a:tailEnd/>
          </a:ln>
        </p:spPr>
        <p:txBody>
          <a:bodyPr wrap="square">
            <a:spAutoFit/>
          </a:bodyPr>
          <a:lstStyle/>
          <a:p>
            <a:r>
              <a:rPr lang="en-US" sz="2400" dirty="0"/>
              <a:t>The frontier shows all </a:t>
            </a:r>
            <a:r>
              <a:rPr lang="en-US" sz="2400" b="1" dirty="0"/>
              <a:t>possible</a:t>
            </a:r>
            <a:r>
              <a:rPr lang="en-US" sz="2400" dirty="0"/>
              <a:t> combinations when all resources are fully employed.</a:t>
            </a:r>
          </a:p>
        </p:txBody>
      </p:sp>
    </p:spTree>
    <p:extLst>
      <p:ext uri="{BB962C8B-B14F-4D97-AF65-F5344CB8AC3E}">
        <p14:creationId xmlns:p14="http://schemas.microsoft.com/office/powerpoint/2010/main" val="206309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BCB7F-6E9E-4C2A-B014-2EC62C97C94C}"/>
              </a:ext>
            </a:extLst>
          </p:cNvPr>
          <p:cNvSpPr>
            <a:spLocks noGrp="1"/>
          </p:cNvSpPr>
          <p:nvPr>
            <p:ph type="title"/>
          </p:nvPr>
        </p:nvSpPr>
        <p:spPr/>
        <p:txBody>
          <a:bodyPr/>
          <a:lstStyle/>
          <a:p>
            <a:pPr algn="ctr"/>
            <a:r>
              <a:rPr lang="en-US" dirty="0"/>
              <a:t> Production Possibilities Model</a:t>
            </a:r>
          </a:p>
        </p:txBody>
      </p:sp>
      <p:pic>
        <p:nvPicPr>
          <p:cNvPr id="8" name="Content Placeholder 7">
            <a:extLst>
              <a:ext uri="{FF2B5EF4-FFF2-40B4-BE49-F238E27FC236}">
                <a16:creationId xmlns:a16="http://schemas.microsoft.com/office/drawing/2014/main" id="{0DAA1D4F-AD28-4F9C-9F97-E9EF44213462}"/>
              </a:ext>
            </a:extLst>
          </p:cNvPr>
          <p:cNvPicPr>
            <a:picLocks noGrp="1" noChangeAspect="1"/>
          </p:cNvPicPr>
          <p:nvPr>
            <p:ph idx="1"/>
          </p:nvPr>
        </p:nvPicPr>
        <p:blipFill>
          <a:blip r:embed="rId3"/>
          <a:stretch>
            <a:fillRect/>
          </a:stretch>
        </p:blipFill>
        <p:spPr>
          <a:xfrm>
            <a:off x="2281070" y="1192213"/>
            <a:ext cx="4581861" cy="3330575"/>
          </a:xfrm>
          <a:prstGeom prst="rect">
            <a:avLst/>
          </a:prstGeom>
        </p:spPr>
      </p:pic>
    </p:spTree>
    <p:extLst>
      <p:ext uri="{BB962C8B-B14F-4D97-AF65-F5344CB8AC3E}">
        <p14:creationId xmlns:p14="http://schemas.microsoft.com/office/powerpoint/2010/main" val="1179535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251C-74D1-48E0-B936-1C6B94F83D01}"/>
              </a:ext>
            </a:extLst>
          </p:cNvPr>
          <p:cNvSpPr>
            <a:spLocks noGrp="1"/>
          </p:cNvSpPr>
          <p:nvPr>
            <p:ph type="title"/>
          </p:nvPr>
        </p:nvSpPr>
        <p:spPr/>
        <p:txBody>
          <a:bodyPr/>
          <a:lstStyle/>
          <a:p>
            <a:pPr algn="ctr"/>
            <a:r>
              <a:rPr lang="en-US" dirty="0"/>
              <a:t> Production Possibilities Model</a:t>
            </a:r>
          </a:p>
        </p:txBody>
      </p:sp>
      <p:pic>
        <p:nvPicPr>
          <p:cNvPr id="4" name="Content Placeholder 3">
            <a:extLst>
              <a:ext uri="{FF2B5EF4-FFF2-40B4-BE49-F238E27FC236}">
                <a16:creationId xmlns:a16="http://schemas.microsoft.com/office/drawing/2014/main" id="{475DEEC1-2961-4EFA-87B7-BCDB77E6A55C}"/>
              </a:ext>
            </a:extLst>
          </p:cNvPr>
          <p:cNvPicPr>
            <a:picLocks noGrp="1" noChangeAspect="1"/>
          </p:cNvPicPr>
          <p:nvPr>
            <p:ph idx="1"/>
          </p:nvPr>
        </p:nvPicPr>
        <p:blipFill>
          <a:blip r:embed="rId3"/>
          <a:stretch>
            <a:fillRect/>
          </a:stretch>
        </p:blipFill>
        <p:spPr>
          <a:xfrm>
            <a:off x="2229093" y="1143688"/>
            <a:ext cx="4685814" cy="3427625"/>
          </a:xfrm>
          <a:prstGeom prst="rect">
            <a:avLst/>
          </a:prstGeom>
        </p:spPr>
      </p:pic>
    </p:spTree>
    <p:extLst>
      <p:ext uri="{BB962C8B-B14F-4D97-AF65-F5344CB8AC3E}">
        <p14:creationId xmlns:p14="http://schemas.microsoft.com/office/powerpoint/2010/main" val="2732596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04004-D1BC-4A2A-807F-815857E8019E}"/>
              </a:ext>
            </a:extLst>
          </p:cNvPr>
          <p:cNvSpPr>
            <a:spLocks noGrp="1"/>
          </p:cNvSpPr>
          <p:nvPr>
            <p:ph type="title"/>
          </p:nvPr>
        </p:nvSpPr>
        <p:spPr/>
        <p:txBody>
          <a:bodyPr/>
          <a:lstStyle/>
          <a:p>
            <a:pPr algn="ctr"/>
            <a:r>
              <a:rPr lang="en-US" dirty="0"/>
              <a:t> Production Possibilities Model</a:t>
            </a:r>
          </a:p>
        </p:txBody>
      </p:sp>
      <p:pic>
        <p:nvPicPr>
          <p:cNvPr id="4" name="Content Placeholder 3">
            <a:extLst>
              <a:ext uri="{FF2B5EF4-FFF2-40B4-BE49-F238E27FC236}">
                <a16:creationId xmlns:a16="http://schemas.microsoft.com/office/drawing/2014/main" id="{95DC7604-B194-4EA5-AB07-DF273783538D}"/>
              </a:ext>
            </a:extLst>
          </p:cNvPr>
          <p:cNvPicPr>
            <a:picLocks noGrp="1" noChangeAspect="1"/>
          </p:cNvPicPr>
          <p:nvPr>
            <p:ph idx="1"/>
          </p:nvPr>
        </p:nvPicPr>
        <p:blipFill>
          <a:blip r:embed="rId3"/>
          <a:stretch>
            <a:fillRect/>
          </a:stretch>
        </p:blipFill>
        <p:spPr>
          <a:xfrm>
            <a:off x="2101872" y="1050627"/>
            <a:ext cx="4940256" cy="3613747"/>
          </a:xfrm>
          <a:prstGeom prst="rect">
            <a:avLst/>
          </a:prstGeom>
        </p:spPr>
      </p:pic>
    </p:spTree>
    <p:extLst>
      <p:ext uri="{BB962C8B-B14F-4D97-AF65-F5344CB8AC3E}">
        <p14:creationId xmlns:p14="http://schemas.microsoft.com/office/powerpoint/2010/main" val="4087049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74969-06F1-45FA-8DAF-3E5D93A120EE}"/>
              </a:ext>
            </a:extLst>
          </p:cNvPr>
          <p:cNvSpPr>
            <a:spLocks noGrp="1"/>
          </p:cNvSpPr>
          <p:nvPr>
            <p:ph type="title"/>
          </p:nvPr>
        </p:nvSpPr>
        <p:spPr/>
        <p:txBody>
          <a:bodyPr/>
          <a:lstStyle/>
          <a:p>
            <a:pPr algn="ctr"/>
            <a:r>
              <a:rPr lang="en-US" dirty="0"/>
              <a:t> Production Possibilities Model</a:t>
            </a:r>
          </a:p>
        </p:txBody>
      </p:sp>
      <p:pic>
        <p:nvPicPr>
          <p:cNvPr id="4" name="Content Placeholder 3">
            <a:extLst>
              <a:ext uri="{FF2B5EF4-FFF2-40B4-BE49-F238E27FC236}">
                <a16:creationId xmlns:a16="http://schemas.microsoft.com/office/drawing/2014/main" id="{40E70D27-E62E-4647-89E3-6C819FB0C5E5}"/>
              </a:ext>
            </a:extLst>
          </p:cNvPr>
          <p:cNvPicPr>
            <a:picLocks noGrp="1" noChangeAspect="1"/>
          </p:cNvPicPr>
          <p:nvPr>
            <p:ph idx="1"/>
          </p:nvPr>
        </p:nvPicPr>
        <p:blipFill>
          <a:blip r:embed="rId3"/>
          <a:stretch>
            <a:fillRect/>
          </a:stretch>
        </p:blipFill>
        <p:spPr>
          <a:xfrm>
            <a:off x="2133677" y="1073891"/>
            <a:ext cx="4876647" cy="3567218"/>
          </a:xfrm>
          <a:prstGeom prst="rect">
            <a:avLst/>
          </a:prstGeom>
        </p:spPr>
      </p:pic>
    </p:spTree>
    <p:extLst>
      <p:ext uri="{BB962C8B-B14F-4D97-AF65-F5344CB8AC3E}">
        <p14:creationId xmlns:p14="http://schemas.microsoft.com/office/powerpoint/2010/main" val="3965762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74969-06F1-45FA-8DAF-3E5D93A120EE}"/>
              </a:ext>
            </a:extLst>
          </p:cNvPr>
          <p:cNvSpPr>
            <a:spLocks noGrp="1"/>
          </p:cNvSpPr>
          <p:nvPr>
            <p:ph type="title"/>
          </p:nvPr>
        </p:nvSpPr>
        <p:spPr/>
        <p:txBody>
          <a:bodyPr/>
          <a:lstStyle/>
          <a:p>
            <a:pPr algn="ctr"/>
            <a:r>
              <a:rPr lang="en-US" dirty="0"/>
              <a:t> Production Possibilities Model</a:t>
            </a:r>
          </a:p>
        </p:txBody>
      </p:sp>
      <p:pic>
        <p:nvPicPr>
          <p:cNvPr id="6" name="Content Placeholder 5">
            <a:extLst>
              <a:ext uri="{FF2B5EF4-FFF2-40B4-BE49-F238E27FC236}">
                <a16:creationId xmlns:a16="http://schemas.microsoft.com/office/drawing/2014/main" id="{866D110B-5EC3-446A-88E6-DA3C4531796C}"/>
              </a:ext>
            </a:extLst>
          </p:cNvPr>
          <p:cNvPicPr>
            <a:picLocks noGrp="1" noChangeAspect="1"/>
          </p:cNvPicPr>
          <p:nvPr>
            <p:ph idx="1"/>
          </p:nvPr>
        </p:nvPicPr>
        <p:blipFill>
          <a:blip r:embed="rId3"/>
          <a:stretch>
            <a:fillRect/>
          </a:stretch>
        </p:blipFill>
        <p:spPr>
          <a:xfrm>
            <a:off x="2153555" y="1088432"/>
            <a:ext cx="4836890" cy="3538136"/>
          </a:xfrm>
          <a:prstGeom prst="rect">
            <a:avLst/>
          </a:prstGeom>
        </p:spPr>
      </p:pic>
    </p:spTree>
    <p:extLst>
      <p:ext uri="{BB962C8B-B14F-4D97-AF65-F5344CB8AC3E}">
        <p14:creationId xmlns:p14="http://schemas.microsoft.com/office/powerpoint/2010/main" val="990846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74969-06F1-45FA-8DAF-3E5D93A120EE}"/>
              </a:ext>
            </a:extLst>
          </p:cNvPr>
          <p:cNvSpPr>
            <a:spLocks noGrp="1"/>
          </p:cNvSpPr>
          <p:nvPr>
            <p:ph type="title"/>
          </p:nvPr>
        </p:nvSpPr>
        <p:spPr/>
        <p:txBody>
          <a:bodyPr>
            <a:normAutofit/>
          </a:bodyPr>
          <a:lstStyle/>
          <a:p>
            <a:pPr algn="ctr"/>
            <a:r>
              <a:rPr lang="en-US" dirty="0"/>
              <a:t> Production Possibilities Model</a:t>
            </a:r>
          </a:p>
        </p:txBody>
      </p:sp>
      <p:pic>
        <p:nvPicPr>
          <p:cNvPr id="5" name="Content Placeholder 4">
            <a:extLst>
              <a:ext uri="{FF2B5EF4-FFF2-40B4-BE49-F238E27FC236}">
                <a16:creationId xmlns:a16="http://schemas.microsoft.com/office/drawing/2014/main" id="{16D9F971-9C90-4439-9126-A5D333B5318B}"/>
              </a:ext>
            </a:extLst>
          </p:cNvPr>
          <p:cNvPicPr>
            <a:picLocks noGrp="1" noChangeAspect="1"/>
          </p:cNvPicPr>
          <p:nvPr>
            <p:ph idx="1"/>
          </p:nvPr>
        </p:nvPicPr>
        <p:blipFill>
          <a:blip r:embed="rId3"/>
          <a:stretch>
            <a:fillRect/>
          </a:stretch>
        </p:blipFill>
        <p:spPr>
          <a:xfrm>
            <a:off x="2212488" y="1192213"/>
            <a:ext cx="4719024" cy="3330575"/>
          </a:xfrm>
          <a:prstGeom prst="rect">
            <a:avLst/>
          </a:prstGeom>
        </p:spPr>
      </p:pic>
    </p:spTree>
    <p:extLst>
      <p:ext uri="{BB962C8B-B14F-4D97-AF65-F5344CB8AC3E}">
        <p14:creationId xmlns:p14="http://schemas.microsoft.com/office/powerpoint/2010/main" val="1459165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D1B-9A12-4535-9F7F-D1C09EC168C2}"/>
              </a:ext>
            </a:extLst>
          </p:cNvPr>
          <p:cNvSpPr>
            <a:spLocks noGrp="1"/>
          </p:cNvSpPr>
          <p:nvPr>
            <p:ph type="title"/>
          </p:nvPr>
        </p:nvSpPr>
        <p:spPr/>
        <p:txBody>
          <a:bodyPr/>
          <a:lstStyle/>
          <a:p>
            <a:pPr algn="ctr"/>
            <a:r>
              <a:rPr lang="en-US" dirty="0"/>
              <a:t>Efficiency and Inefficiency</a:t>
            </a:r>
          </a:p>
        </p:txBody>
      </p:sp>
      <p:pic>
        <p:nvPicPr>
          <p:cNvPr id="4" name="Content Placeholder 3">
            <a:extLst>
              <a:ext uri="{FF2B5EF4-FFF2-40B4-BE49-F238E27FC236}">
                <a16:creationId xmlns:a16="http://schemas.microsoft.com/office/drawing/2014/main" id="{4CB771EF-0617-475C-93C2-2D5549645077}"/>
              </a:ext>
            </a:extLst>
          </p:cNvPr>
          <p:cNvPicPr>
            <a:picLocks noGrp="1" noChangeAspect="1"/>
          </p:cNvPicPr>
          <p:nvPr>
            <p:ph idx="1"/>
          </p:nvPr>
        </p:nvPicPr>
        <p:blipFill>
          <a:blip r:embed="rId3"/>
          <a:stretch>
            <a:fillRect/>
          </a:stretch>
        </p:blipFill>
        <p:spPr>
          <a:xfrm>
            <a:off x="1782529" y="1171992"/>
            <a:ext cx="5578942" cy="3848094"/>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495603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B5836-3536-4449-A5C0-C1F33EBBB9FE}"/>
              </a:ext>
            </a:extLst>
          </p:cNvPr>
          <p:cNvSpPr>
            <a:spLocks noGrp="1"/>
          </p:cNvSpPr>
          <p:nvPr>
            <p:ph type="title"/>
          </p:nvPr>
        </p:nvSpPr>
        <p:spPr/>
        <p:txBody>
          <a:bodyPr/>
          <a:lstStyle/>
          <a:p>
            <a:pPr algn="ctr"/>
            <a:r>
              <a:rPr lang="en-US" dirty="0"/>
              <a:t> Production Possibilities Model (Full Picture)</a:t>
            </a:r>
          </a:p>
        </p:txBody>
      </p:sp>
      <p:pic>
        <p:nvPicPr>
          <p:cNvPr id="5" name="Content Placeholder 4">
            <a:extLst>
              <a:ext uri="{FF2B5EF4-FFF2-40B4-BE49-F238E27FC236}">
                <a16:creationId xmlns:a16="http://schemas.microsoft.com/office/drawing/2014/main" id="{E4405EC0-8291-4004-89EE-F9562BBB0F52}"/>
              </a:ext>
            </a:extLst>
          </p:cNvPr>
          <p:cNvPicPr>
            <a:picLocks noGrp="1" noChangeAspect="1"/>
          </p:cNvPicPr>
          <p:nvPr>
            <p:ph idx="1"/>
          </p:nvPr>
        </p:nvPicPr>
        <p:blipFill>
          <a:blip r:embed="rId3"/>
          <a:stretch>
            <a:fillRect/>
          </a:stretch>
        </p:blipFill>
        <p:spPr>
          <a:xfrm>
            <a:off x="1553666" y="1425575"/>
            <a:ext cx="6036667" cy="3330575"/>
          </a:xfrm>
          <a:prstGeom prst="rect">
            <a:avLst/>
          </a:prstGeom>
        </p:spPr>
      </p:pic>
    </p:spTree>
    <p:extLst>
      <p:ext uri="{BB962C8B-B14F-4D97-AF65-F5344CB8AC3E}">
        <p14:creationId xmlns:p14="http://schemas.microsoft.com/office/powerpoint/2010/main" val="3622387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DF542-06AB-4F34-A1C3-2F160396D2EB}"/>
              </a:ext>
            </a:extLst>
          </p:cNvPr>
          <p:cNvSpPr>
            <a:spLocks noGrp="1"/>
          </p:cNvSpPr>
          <p:nvPr>
            <p:ph type="title"/>
          </p:nvPr>
        </p:nvSpPr>
        <p:spPr/>
        <p:txBody>
          <a:bodyPr/>
          <a:lstStyle/>
          <a:p>
            <a:pPr algn="ctr"/>
            <a:r>
              <a:rPr lang="en-US" dirty="0"/>
              <a:t>Opportunity Cost</a:t>
            </a:r>
          </a:p>
        </p:txBody>
      </p:sp>
      <p:sp>
        <p:nvSpPr>
          <p:cNvPr id="3" name="Content Placeholder 2">
            <a:extLst>
              <a:ext uri="{FF2B5EF4-FFF2-40B4-BE49-F238E27FC236}">
                <a16:creationId xmlns:a16="http://schemas.microsoft.com/office/drawing/2014/main" id="{F8396A1C-7E94-478D-8A8E-FD51C7745F36}"/>
              </a:ext>
            </a:extLst>
          </p:cNvPr>
          <p:cNvSpPr>
            <a:spLocks noGrp="1"/>
          </p:cNvSpPr>
          <p:nvPr>
            <p:ph idx="1"/>
          </p:nvPr>
        </p:nvSpPr>
        <p:spPr/>
        <p:txBody>
          <a:bodyPr/>
          <a:lstStyle/>
          <a:p>
            <a:r>
              <a:rPr lang="en-US" u="sng" dirty="0"/>
              <a:t>Opportunity Cost</a:t>
            </a:r>
            <a:r>
              <a:rPr lang="en-US" dirty="0"/>
              <a:t>: the loss of all possible alternatives when one good is chosen (decision is made).</a:t>
            </a:r>
          </a:p>
          <a:p>
            <a:pPr lvl="1"/>
            <a:r>
              <a:rPr lang="en-US" i="1" dirty="0"/>
              <a:t>Total</a:t>
            </a:r>
            <a:r>
              <a:rPr lang="en-US" dirty="0"/>
              <a:t>: trade-off between the selected good and all the other goods</a:t>
            </a:r>
          </a:p>
          <a:p>
            <a:pPr lvl="1"/>
            <a:r>
              <a:rPr lang="en-US" i="1" dirty="0"/>
              <a:t>Marginal</a:t>
            </a:r>
            <a:r>
              <a:rPr lang="en-US" dirty="0"/>
              <a:t>: trade-off between a small part (or unit) of the selected good and a possible alternative</a:t>
            </a:r>
          </a:p>
          <a:p>
            <a:pPr lvl="1"/>
            <a:r>
              <a:rPr lang="en-US" i="1" dirty="0"/>
              <a:t>Average</a:t>
            </a:r>
            <a:r>
              <a:rPr lang="en-US" dirty="0"/>
              <a:t>: how much, on average, of one good is sacrificed to produce a possible alternative</a:t>
            </a:r>
          </a:p>
        </p:txBody>
      </p:sp>
    </p:spTree>
    <p:extLst>
      <p:ext uri="{BB962C8B-B14F-4D97-AF65-F5344CB8AC3E}">
        <p14:creationId xmlns:p14="http://schemas.microsoft.com/office/powerpoint/2010/main" val="2934607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F763175-B2D1-4470-A78F-ABC76C92AC61}"/>
              </a:ext>
            </a:extLst>
          </p:cNvPr>
          <p:cNvPicPr>
            <a:picLocks noGrp="1" noChangeAspect="1"/>
          </p:cNvPicPr>
          <p:nvPr>
            <p:ph idx="1"/>
          </p:nvPr>
        </p:nvPicPr>
        <p:blipFill>
          <a:blip r:embed="rId3"/>
          <a:stretch>
            <a:fillRect/>
          </a:stretch>
        </p:blipFill>
        <p:spPr>
          <a:xfrm>
            <a:off x="1839221" y="1192213"/>
            <a:ext cx="5465558" cy="3330575"/>
          </a:xfrm>
          <a:prstGeom prst="rect">
            <a:avLst/>
          </a:prstGeom>
        </p:spPr>
      </p:pic>
    </p:spTree>
    <p:extLst>
      <p:ext uri="{BB962C8B-B14F-4D97-AF65-F5344CB8AC3E}">
        <p14:creationId xmlns:p14="http://schemas.microsoft.com/office/powerpoint/2010/main" val="3345643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F7629DF-5DFC-49B3-A0CF-2AA431F0E3A2}"/>
              </a:ext>
            </a:extLst>
          </p:cNvPr>
          <p:cNvPicPr>
            <a:picLocks noGrp="1" noChangeAspect="1"/>
          </p:cNvPicPr>
          <p:nvPr>
            <p:ph idx="1"/>
          </p:nvPr>
        </p:nvPicPr>
        <p:blipFill>
          <a:blip r:embed="rId3"/>
          <a:stretch>
            <a:fillRect/>
          </a:stretch>
        </p:blipFill>
        <p:spPr>
          <a:xfrm>
            <a:off x="2254194" y="1005840"/>
            <a:ext cx="4937761" cy="3703321"/>
          </a:xfrm>
          <a:prstGeom prst="rect">
            <a:avLst/>
          </a:prstGeom>
        </p:spPr>
      </p:pic>
    </p:spTree>
    <p:extLst>
      <p:ext uri="{BB962C8B-B14F-4D97-AF65-F5344CB8AC3E}">
        <p14:creationId xmlns:p14="http://schemas.microsoft.com/office/powerpoint/2010/main" val="1407459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F40D6E-A843-421B-9E19-B74AE9D87DBA}"/>
              </a:ext>
            </a:extLst>
          </p:cNvPr>
          <p:cNvPicPr>
            <a:picLocks noChangeAspect="1"/>
          </p:cNvPicPr>
          <p:nvPr/>
        </p:nvPicPr>
        <p:blipFill>
          <a:blip r:embed="rId3"/>
          <a:stretch>
            <a:fillRect/>
          </a:stretch>
        </p:blipFill>
        <p:spPr>
          <a:xfrm>
            <a:off x="2462332" y="619821"/>
            <a:ext cx="4017981" cy="4475359"/>
          </a:xfrm>
          <a:prstGeom prst="rect">
            <a:avLst/>
          </a:prstGeom>
        </p:spPr>
      </p:pic>
    </p:spTree>
    <p:extLst>
      <p:ext uri="{BB962C8B-B14F-4D97-AF65-F5344CB8AC3E}">
        <p14:creationId xmlns:p14="http://schemas.microsoft.com/office/powerpoint/2010/main" val="20833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FA7EB-BB5B-4BFB-96F4-F69DCF803746}"/>
              </a:ext>
            </a:extLst>
          </p:cNvPr>
          <p:cNvSpPr>
            <a:spLocks noGrp="1"/>
          </p:cNvSpPr>
          <p:nvPr>
            <p:ph type="title"/>
          </p:nvPr>
        </p:nvSpPr>
        <p:spPr/>
        <p:txBody>
          <a:bodyPr/>
          <a:lstStyle/>
          <a:p>
            <a:pPr algn="ctr"/>
            <a:r>
              <a:rPr lang="en-US" dirty="0"/>
              <a:t>Characteristics of the Production Possibility Frontier (PPF)</a:t>
            </a:r>
          </a:p>
        </p:txBody>
      </p:sp>
      <p:sp>
        <p:nvSpPr>
          <p:cNvPr id="3" name="Content Placeholder 2">
            <a:extLst>
              <a:ext uri="{FF2B5EF4-FFF2-40B4-BE49-F238E27FC236}">
                <a16:creationId xmlns:a16="http://schemas.microsoft.com/office/drawing/2014/main" id="{9CD02715-3FF7-4D6D-961A-5F1CD93333C4}"/>
              </a:ext>
            </a:extLst>
          </p:cNvPr>
          <p:cNvSpPr>
            <a:spLocks noGrp="1"/>
          </p:cNvSpPr>
          <p:nvPr>
            <p:ph idx="1"/>
          </p:nvPr>
        </p:nvSpPr>
        <p:spPr/>
        <p:txBody>
          <a:bodyPr/>
          <a:lstStyle/>
          <a:p>
            <a:pPr marL="514350" indent="-514350">
              <a:buAutoNum type="arabicPeriod"/>
            </a:pPr>
            <a:r>
              <a:rPr lang="en-US" i="1" dirty="0"/>
              <a:t>Downward sloping</a:t>
            </a:r>
          </a:p>
          <a:p>
            <a:pPr lvl="1"/>
            <a:r>
              <a:rPr lang="en-US" dirty="0"/>
              <a:t>It is given by the inverse relationship between changes in quantity of two goods</a:t>
            </a:r>
          </a:p>
          <a:p>
            <a:pPr lvl="1"/>
            <a:r>
              <a:rPr lang="en-US" u="sng" dirty="0"/>
              <a:t>Remember</a:t>
            </a:r>
            <a:r>
              <a:rPr lang="en-US" dirty="0"/>
              <a:t>:  PPF shows all the best possible combinations of two goods, which can be produced given the available resources and technology </a:t>
            </a:r>
          </a:p>
          <a:p>
            <a:pPr lvl="1"/>
            <a:r>
              <a:rPr lang="en-US" dirty="0"/>
              <a:t>Therefore, more of one good can be produced only by taking resources away from the production of another good.</a:t>
            </a:r>
          </a:p>
          <a:p>
            <a:pPr marL="514350" indent="-514350">
              <a:buAutoNum type="arabicPeriod"/>
            </a:pPr>
            <a:r>
              <a:rPr lang="en-US" i="1" dirty="0"/>
              <a:t>Concave shaped</a:t>
            </a:r>
          </a:p>
          <a:p>
            <a:pPr lvl="1"/>
            <a:r>
              <a:rPr lang="en-US" dirty="0"/>
              <a:t>Increasing marginal opportunity costs = more and more units of one good are sacrificed to gain an additional unit of another good.</a:t>
            </a:r>
          </a:p>
          <a:p>
            <a:endParaRPr lang="en-US" dirty="0"/>
          </a:p>
        </p:txBody>
      </p:sp>
    </p:spTree>
    <p:extLst>
      <p:ext uri="{BB962C8B-B14F-4D97-AF65-F5344CB8AC3E}">
        <p14:creationId xmlns:p14="http://schemas.microsoft.com/office/powerpoint/2010/main" val="240118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C458-3C03-45F8-A3F3-DDBF9F07C4ED}"/>
              </a:ext>
            </a:extLst>
          </p:cNvPr>
          <p:cNvSpPr>
            <a:spLocks noGrp="1"/>
          </p:cNvSpPr>
          <p:nvPr>
            <p:ph type="title"/>
          </p:nvPr>
        </p:nvSpPr>
        <p:spPr/>
        <p:txBody>
          <a:bodyPr/>
          <a:lstStyle/>
          <a:p>
            <a:pPr algn="ctr"/>
            <a:r>
              <a:rPr lang="en-US" dirty="0"/>
              <a:t> Increasing Opportunity Cost</a:t>
            </a:r>
          </a:p>
        </p:txBody>
      </p:sp>
      <p:pic>
        <p:nvPicPr>
          <p:cNvPr id="4" name="Content Placeholder 3">
            <a:extLst>
              <a:ext uri="{FF2B5EF4-FFF2-40B4-BE49-F238E27FC236}">
                <a16:creationId xmlns:a16="http://schemas.microsoft.com/office/drawing/2014/main" id="{571914D4-3562-4071-A69A-65FF9F5CCC24}"/>
              </a:ext>
            </a:extLst>
          </p:cNvPr>
          <p:cNvPicPr>
            <a:picLocks noGrp="1" noChangeAspect="1"/>
          </p:cNvPicPr>
          <p:nvPr>
            <p:ph idx="1"/>
          </p:nvPr>
        </p:nvPicPr>
        <p:blipFill>
          <a:blip r:embed="rId3"/>
          <a:stretch>
            <a:fillRect/>
          </a:stretch>
        </p:blipFill>
        <p:spPr>
          <a:xfrm>
            <a:off x="2197050" y="1192213"/>
            <a:ext cx="4749900" cy="3330575"/>
          </a:xfrm>
          <a:prstGeom prst="rect">
            <a:avLst/>
          </a:prstGeom>
        </p:spPr>
      </p:pic>
    </p:spTree>
    <p:extLst>
      <p:ext uri="{BB962C8B-B14F-4D97-AF65-F5344CB8AC3E}">
        <p14:creationId xmlns:p14="http://schemas.microsoft.com/office/powerpoint/2010/main" val="2026102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DFF8-CB38-4B34-B465-B59AC71F1905}"/>
              </a:ext>
            </a:extLst>
          </p:cNvPr>
          <p:cNvSpPr>
            <a:spLocks noGrp="1"/>
          </p:cNvSpPr>
          <p:nvPr>
            <p:ph type="title"/>
          </p:nvPr>
        </p:nvSpPr>
        <p:spPr/>
        <p:txBody>
          <a:bodyPr/>
          <a:lstStyle/>
          <a:p>
            <a:pPr algn="ctr"/>
            <a:r>
              <a:rPr lang="en-US" dirty="0"/>
              <a:t>Production Possibilities Table</a:t>
            </a:r>
          </a:p>
        </p:txBody>
      </p:sp>
      <p:pic>
        <p:nvPicPr>
          <p:cNvPr id="4" name="Content Placeholder 3">
            <a:extLst>
              <a:ext uri="{FF2B5EF4-FFF2-40B4-BE49-F238E27FC236}">
                <a16:creationId xmlns:a16="http://schemas.microsoft.com/office/drawing/2014/main" id="{AE2ADD49-F8AB-445E-AA06-B50992041A1E}"/>
              </a:ext>
            </a:extLst>
          </p:cNvPr>
          <p:cNvPicPr>
            <a:picLocks noGrp="1" noChangeAspect="1"/>
          </p:cNvPicPr>
          <p:nvPr>
            <p:ph idx="1"/>
          </p:nvPr>
        </p:nvPicPr>
        <p:blipFill>
          <a:blip r:embed="rId3"/>
          <a:stretch>
            <a:fillRect/>
          </a:stretch>
        </p:blipFill>
        <p:spPr>
          <a:xfrm>
            <a:off x="1296695" y="1192213"/>
            <a:ext cx="6550611" cy="3330575"/>
          </a:xfrm>
          <a:prstGeom prst="rect">
            <a:avLst/>
          </a:prstGeom>
        </p:spPr>
      </p:pic>
    </p:spTree>
    <p:extLst>
      <p:ext uri="{BB962C8B-B14F-4D97-AF65-F5344CB8AC3E}">
        <p14:creationId xmlns:p14="http://schemas.microsoft.com/office/powerpoint/2010/main" val="1521168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FDCC6-7673-4C9E-9B01-F1E162563395}"/>
              </a:ext>
            </a:extLst>
          </p:cNvPr>
          <p:cNvSpPr>
            <a:spLocks noGrp="1"/>
          </p:cNvSpPr>
          <p:nvPr>
            <p:ph type="title"/>
          </p:nvPr>
        </p:nvSpPr>
        <p:spPr/>
        <p:txBody>
          <a:bodyPr/>
          <a:lstStyle/>
          <a:p>
            <a:pPr algn="ctr"/>
            <a:r>
              <a:rPr lang="en-US" dirty="0"/>
              <a:t>Production Possibilities Curve</a:t>
            </a:r>
          </a:p>
        </p:txBody>
      </p:sp>
      <p:pic>
        <p:nvPicPr>
          <p:cNvPr id="4" name="Content Placeholder 3">
            <a:extLst>
              <a:ext uri="{FF2B5EF4-FFF2-40B4-BE49-F238E27FC236}">
                <a16:creationId xmlns:a16="http://schemas.microsoft.com/office/drawing/2014/main" id="{51719466-6E4F-46A2-9F3F-8E91120F58E3}"/>
              </a:ext>
            </a:extLst>
          </p:cNvPr>
          <p:cNvPicPr>
            <a:picLocks noGrp="1" noChangeAspect="1"/>
          </p:cNvPicPr>
          <p:nvPr>
            <p:ph idx="1"/>
          </p:nvPr>
        </p:nvPicPr>
        <p:blipFill>
          <a:blip r:embed="rId3"/>
          <a:stretch>
            <a:fillRect/>
          </a:stretch>
        </p:blipFill>
        <p:spPr>
          <a:xfrm>
            <a:off x="1396425" y="1049020"/>
            <a:ext cx="6351151" cy="3616960"/>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3726652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56EAE-F3EE-40F8-894C-075B7677B5AA}"/>
              </a:ext>
            </a:extLst>
          </p:cNvPr>
          <p:cNvSpPr>
            <a:spLocks noGrp="1"/>
          </p:cNvSpPr>
          <p:nvPr>
            <p:ph type="title"/>
          </p:nvPr>
        </p:nvSpPr>
        <p:spPr/>
        <p:txBody>
          <a:bodyPr/>
          <a:lstStyle/>
          <a:p>
            <a:pPr algn="ctr"/>
            <a:r>
              <a:rPr lang="en-US" dirty="0"/>
              <a:t>Example</a:t>
            </a:r>
          </a:p>
        </p:txBody>
      </p:sp>
      <p:sp>
        <p:nvSpPr>
          <p:cNvPr id="3" name="Content Placeholder 2">
            <a:extLst>
              <a:ext uri="{FF2B5EF4-FFF2-40B4-BE49-F238E27FC236}">
                <a16:creationId xmlns:a16="http://schemas.microsoft.com/office/drawing/2014/main" id="{03E660A5-4F4B-4693-8968-63932D76135E}"/>
              </a:ext>
            </a:extLst>
          </p:cNvPr>
          <p:cNvSpPr>
            <a:spLocks noGrp="1"/>
          </p:cNvSpPr>
          <p:nvPr>
            <p:ph idx="1"/>
          </p:nvPr>
        </p:nvSpPr>
        <p:spPr/>
        <p:txBody>
          <a:bodyPr/>
          <a:lstStyle/>
          <a:p>
            <a:pPr>
              <a:buNone/>
            </a:pPr>
            <a:r>
              <a:rPr lang="en-US" dirty="0"/>
              <a:t>	- </a:t>
            </a:r>
            <a:r>
              <a:rPr lang="en-US" sz="1800" dirty="0"/>
              <a:t>30 days in a month</a:t>
            </a:r>
          </a:p>
          <a:p>
            <a:pPr>
              <a:buNone/>
            </a:pPr>
            <a:r>
              <a:rPr lang="en-US" sz="1800" dirty="0"/>
              <a:t>	- two workers: David  and Sherry  </a:t>
            </a:r>
          </a:p>
          <a:p>
            <a:pPr>
              <a:buNone/>
            </a:pPr>
            <a:r>
              <a:rPr lang="en-US" sz="1800" dirty="0"/>
              <a:t>	- two products: Wood and Food</a:t>
            </a:r>
          </a:p>
          <a:p>
            <a:pPr>
              <a:buNone/>
            </a:pPr>
            <a:r>
              <a:rPr lang="en-US" sz="1800" dirty="0"/>
              <a:t>	- David can produce 8 unit of food or 4 units of wood per </a:t>
            </a:r>
            <a:br>
              <a:rPr lang="en-US" sz="1800" dirty="0"/>
            </a:br>
            <a:r>
              <a:rPr lang="en-US" sz="1800" dirty="0"/>
              <a:t>  day (or any other linear combination of food and wood).</a:t>
            </a:r>
          </a:p>
          <a:p>
            <a:pPr>
              <a:buNone/>
            </a:pPr>
            <a:r>
              <a:rPr lang="en-US" sz="1800" dirty="0"/>
              <a:t>	- Sherry can produce 10 units of food or wood per day </a:t>
            </a:r>
            <a:br>
              <a:rPr lang="en-US" sz="1800" dirty="0"/>
            </a:br>
            <a:r>
              <a:rPr lang="en-US" sz="1800" dirty="0"/>
              <a:t>  (or any other linear combination of food and wood). </a:t>
            </a:r>
          </a:p>
          <a:p>
            <a:endParaRPr lang="en-US" dirty="0"/>
          </a:p>
        </p:txBody>
      </p:sp>
    </p:spTree>
    <p:extLst>
      <p:ext uri="{BB962C8B-B14F-4D97-AF65-F5344CB8AC3E}">
        <p14:creationId xmlns:p14="http://schemas.microsoft.com/office/powerpoint/2010/main" val="24618152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8D6F8-45C8-4DF9-8B04-775BC6D4E3FA}"/>
              </a:ext>
            </a:extLst>
          </p:cNvPr>
          <p:cNvSpPr>
            <a:spLocks noGrp="1"/>
          </p:cNvSpPr>
          <p:nvPr>
            <p:ph type="title"/>
          </p:nvPr>
        </p:nvSpPr>
        <p:spPr/>
        <p:txBody>
          <a:bodyPr/>
          <a:lstStyle/>
          <a:p>
            <a:pPr algn="ctr"/>
            <a:r>
              <a:rPr lang="en-US" dirty="0"/>
              <a:t>Assumptions</a:t>
            </a:r>
          </a:p>
        </p:txBody>
      </p:sp>
      <p:sp>
        <p:nvSpPr>
          <p:cNvPr id="3" name="Content Placeholder 2">
            <a:extLst>
              <a:ext uri="{FF2B5EF4-FFF2-40B4-BE49-F238E27FC236}">
                <a16:creationId xmlns:a16="http://schemas.microsoft.com/office/drawing/2014/main" id="{EE5866AE-9B94-40DE-9A9A-06E3998624FB}"/>
              </a:ext>
            </a:extLst>
          </p:cNvPr>
          <p:cNvSpPr>
            <a:spLocks noGrp="1"/>
          </p:cNvSpPr>
          <p:nvPr>
            <p:ph idx="1"/>
          </p:nvPr>
        </p:nvSpPr>
        <p:spPr/>
        <p:txBody>
          <a:bodyPr/>
          <a:lstStyle/>
          <a:p>
            <a:r>
              <a:rPr lang="en-US" dirty="0"/>
              <a:t>We can produce any positive </a:t>
            </a:r>
            <a:r>
              <a:rPr lang="en-US" dirty="0">
                <a:solidFill>
                  <a:srgbClr val="FFFF00"/>
                </a:solidFill>
              </a:rPr>
              <a:t>real</a:t>
            </a:r>
            <a:r>
              <a:rPr lang="en-US" dirty="0"/>
              <a:t> number of units including (for example: 2.35 units)</a:t>
            </a:r>
          </a:p>
          <a:p>
            <a:r>
              <a:rPr lang="en-US" dirty="0"/>
              <a:t>Since products can be measured in any number of ways (pounds, grams, packages, weight, volume </a:t>
            </a:r>
            <a:r>
              <a:rPr lang="en-US"/>
              <a:t>etc.) we </a:t>
            </a:r>
            <a:r>
              <a:rPr lang="en-US" dirty="0"/>
              <a:t>will simply describe the items in terms of the total number of </a:t>
            </a:r>
            <a:r>
              <a:rPr lang="en-US" dirty="0">
                <a:solidFill>
                  <a:srgbClr val="FFFF00"/>
                </a:solidFill>
              </a:rPr>
              <a:t>units</a:t>
            </a:r>
            <a:r>
              <a:rPr lang="en-US" dirty="0"/>
              <a:t>.</a:t>
            </a:r>
          </a:p>
        </p:txBody>
      </p:sp>
    </p:spTree>
    <p:extLst>
      <p:ext uri="{BB962C8B-B14F-4D97-AF65-F5344CB8AC3E}">
        <p14:creationId xmlns:p14="http://schemas.microsoft.com/office/powerpoint/2010/main" val="1478560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C71408-07AC-4906-B6E1-92E23702E6CA}"/>
              </a:ext>
            </a:extLst>
          </p:cNvPr>
          <p:cNvPicPr>
            <a:picLocks noChangeAspect="1"/>
          </p:cNvPicPr>
          <p:nvPr/>
        </p:nvPicPr>
        <p:blipFill>
          <a:blip r:embed="rId3"/>
          <a:stretch>
            <a:fillRect/>
          </a:stretch>
        </p:blipFill>
        <p:spPr>
          <a:xfrm>
            <a:off x="103367" y="1508939"/>
            <a:ext cx="6139204" cy="1237595"/>
          </a:xfrm>
          <a:prstGeom prst="rect">
            <a:avLst/>
          </a:prstGeom>
        </p:spPr>
      </p:pic>
      <p:sp>
        <p:nvSpPr>
          <p:cNvPr id="10" name="TextBox 9">
            <a:extLst>
              <a:ext uri="{FF2B5EF4-FFF2-40B4-BE49-F238E27FC236}">
                <a16:creationId xmlns:a16="http://schemas.microsoft.com/office/drawing/2014/main" id="{1F34E807-08D7-454E-807B-4518D368F57F}"/>
              </a:ext>
            </a:extLst>
          </p:cNvPr>
          <p:cNvSpPr txBox="1"/>
          <p:nvPr/>
        </p:nvSpPr>
        <p:spPr>
          <a:xfrm>
            <a:off x="6321287" y="1217803"/>
            <a:ext cx="2822713" cy="2308324"/>
          </a:xfrm>
          <a:prstGeom prst="rect">
            <a:avLst/>
          </a:prstGeom>
          <a:noFill/>
        </p:spPr>
        <p:txBody>
          <a:bodyPr wrap="square">
            <a:spAutoFit/>
          </a:bodyPr>
          <a:lstStyle/>
          <a:p>
            <a:pPr marL="27432" lvl="0" fontAlgn="auto">
              <a:spcBef>
                <a:spcPts val="600"/>
              </a:spcBef>
              <a:spcAft>
                <a:spcPts val="0"/>
              </a:spcAft>
              <a:buClr>
                <a:schemeClr val="accent1"/>
              </a:buClr>
              <a:buSzPct val="80000"/>
              <a:defRPr/>
            </a:pPr>
            <a:r>
              <a:rPr lang="en-US" sz="1800" dirty="0">
                <a:solidFill>
                  <a:schemeClr val="tx2">
                    <a:shade val="30000"/>
                    <a:satMod val="150000"/>
                  </a:schemeClr>
                </a:solidFill>
                <a:latin typeface="Constantia" panose="02030602050306030303" pitchFamily="18" charset="0"/>
              </a:rPr>
              <a:t>Economists define  “</a:t>
            </a:r>
            <a:r>
              <a:rPr lang="en-US" sz="1800" dirty="0">
                <a:solidFill>
                  <a:srgbClr val="FF0000"/>
                </a:solidFill>
                <a:latin typeface="Constantia" panose="02030602050306030303" pitchFamily="18" charset="0"/>
              </a:rPr>
              <a:t>absolute advantage</a:t>
            </a:r>
            <a:r>
              <a:rPr lang="en-US" sz="1800" dirty="0">
                <a:solidFill>
                  <a:schemeClr val="tx2">
                    <a:shade val="30000"/>
                    <a:satMod val="150000"/>
                  </a:schemeClr>
                </a:solidFill>
                <a:latin typeface="Constantia" panose="02030602050306030303" pitchFamily="18" charset="0"/>
              </a:rPr>
              <a:t>” as the ability to produce a good or service in greater quantity for the same cost, or the same quantity at a lower cost, than other producers</a:t>
            </a:r>
            <a:endParaRPr lang="en-US" sz="1800" i="1" dirty="0">
              <a:solidFill>
                <a:srgbClr val="FF0000"/>
              </a:solidFill>
              <a:latin typeface="Constantia" panose="02030602050306030303" pitchFamily="18" charset="0"/>
            </a:endParaRPr>
          </a:p>
        </p:txBody>
      </p:sp>
      <p:sp>
        <p:nvSpPr>
          <p:cNvPr id="12" name="TextBox 11">
            <a:extLst>
              <a:ext uri="{FF2B5EF4-FFF2-40B4-BE49-F238E27FC236}">
                <a16:creationId xmlns:a16="http://schemas.microsoft.com/office/drawing/2014/main" id="{3487BAA1-91F3-4148-939C-9082D3EFBEC0}"/>
              </a:ext>
            </a:extLst>
          </p:cNvPr>
          <p:cNvSpPr txBox="1"/>
          <p:nvPr/>
        </p:nvSpPr>
        <p:spPr>
          <a:xfrm>
            <a:off x="-115294" y="3632609"/>
            <a:ext cx="4572000" cy="830997"/>
          </a:xfrm>
          <a:prstGeom prst="rect">
            <a:avLst/>
          </a:prstGeom>
          <a:noFill/>
        </p:spPr>
        <p:txBody>
          <a:bodyPr wrap="square">
            <a:spAutoFit/>
          </a:bodyPr>
          <a:lstStyle/>
          <a:p>
            <a:pPr algn="ct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Who has </a:t>
            </a:r>
            <a:r>
              <a:rPr lang="en-US" sz="2400" b="1" u="sng" spc="50" dirty="0">
                <a:ln w="9525" cmpd="sng">
                  <a:solidFill>
                    <a:schemeClr val="accent1"/>
                  </a:solidFill>
                  <a:prstDash val="solid"/>
                </a:ln>
                <a:solidFill>
                  <a:srgbClr val="70AD47">
                    <a:tint val="1000"/>
                  </a:srgbClr>
                </a:solidFill>
                <a:effectLst>
                  <a:glow rad="38100">
                    <a:schemeClr val="accent1">
                      <a:alpha val="40000"/>
                    </a:schemeClr>
                  </a:glow>
                </a:effectLst>
              </a:rPr>
              <a:t>absolute</a:t>
            </a: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 advantage in producing food? </a:t>
            </a:r>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
        <p:nvSpPr>
          <p:cNvPr id="14" name="TextBox 13">
            <a:extLst>
              <a:ext uri="{FF2B5EF4-FFF2-40B4-BE49-F238E27FC236}">
                <a16:creationId xmlns:a16="http://schemas.microsoft.com/office/drawing/2014/main" id="{D215CADD-3AA8-4C46-9B2F-7B1B1290C11F}"/>
              </a:ext>
            </a:extLst>
          </p:cNvPr>
          <p:cNvSpPr txBox="1"/>
          <p:nvPr/>
        </p:nvSpPr>
        <p:spPr>
          <a:xfrm>
            <a:off x="4228107" y="3644291"/>
            <a:ext cx="4591878" cy="830997"/>
          </a:xfrm>
          <a:prstGeom prst="rect">
            <a:avLst/>
          </a:prstGeom>
          <a:noFill/>
        </p:spPr>
        <p:txBody>
          <a:bodyPr wrap="square">
            <a:spAutoFit/>
          </a:bodyPr>
          <a:lstStyle/>
          <a:p>
            <a:pPr algn="ct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Who has </a:t>
            </a:r>
            <a:r>
              <a:rPr lang="en-US" sz="2400" b="1" u="sng" spc="50" dirty="0">
                <a:ln w="9525" cmpd="sng">
                  <a:solidFill>
                    <a:schemeClr val="accent1"/>
                  </a:solidFill>
                  <a:prstDash val="solid"/>
                </a:ln>
                <a:solidFill>
                  <a:srgbClr val="70AD47">
                    <a:tint val="1000"/>
                  </a:srgbClr>
                </a:solidFill>
                <a:effectLst>
                  <a:glow rad="38100">
                    <a:schemeClr val="accent1">
                      <a:alpha val="40000"/>
                    </a:schemeClr>
                  </a:glow>
                </a:effectLst>
              </a:rPr>
              <a:t>absolute</a:t>
            </a: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 advantage in producing wood? </a:t>
            </a:r>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Tree>
    <p:extLst>
      <p:ext uri="{BB962C8B-B14F-4D97-AF65-F5344CB8AC3E}">
        <p14:creationId xmlns:p14="http://schemas.microsoft.com/office/powerpoint/2010/main" val="6189328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B11A8A-D6E7-4FBE-A954-7BF67F158FB3}"/>
              </a:ext>
            </a:extLst>
          </p:cNvPr>
          <p:cNvPicPr>
            <a:picLocks noChangeAspect="1"/>
          </p:cNvPicPr>
          <p:nvPr/>
        </p:nvPicPr>
        <p:blipFill>
          <a:blip r:embed="rId3"/>
          <a:stretch>
            <a:fillRect/>
          </a:stretch>
        </p:blipFill>
        <p:spPr>
          <a:xfrm>
            <a:off x="1558057" y="2238703"/>
            <a:ext cx="6139204" cy="1237595"/>
          </a:xfrm>
          <a:prstGeom prst="rect">
            <a:avLst/>
          </a:prstGeom>
        </p:spPr>
      </p:pic>
      <p:sp>
        <p:nvSpPr>
          <p:cNvPr id="3" name="Oval 2">
            <a:extLst>
              <a:ext uri="{FF2B5EF4-FFF2-40B4-BE49-F238E27FC236}">
                <a16:creationId xmlns:a16="http://schemas.microsoft.com/office/drawing/2014/main" id="{C5AA3EAE-1922-4F27-8F17-9DD3AF461BA6}"/>
              </a:ext>
            </a:extLst>
          </p:cNvPr>
          <p:cNvSpPr/>
          <p:nvPr/>
        </p:nvSpPr>
        <p:spPr>
          <a:xfrm>
            <a:off x="4399058" y="2994992"/>
            <a:ext cx="457200" cy="350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FED2F6F-3626-4CAA-B18C-531766945314}"/>
              </a:ext>
            </a:extLst>
          </p:cNvPr>
          <p:cNvSpPr txBox="1"/>
          <p:nvPr/>
        </p:nvSpPr>
        <p:spPr>
          <a:xfrm>
            <a:off x="2691514" y="3863255"/>
            <a:ext cx="3872286" cy="369332"/>
          </a:xfrm>
          <a:prstGeom prst="rect">
            <a:avLst/>
          </a:prstGeom>
          <a:noFill/>
        </p:spPr>
        <p:txBody>
          <a:bodyPr wrap="square" rtlCol="0">
            <a:spAutoFit/>
          </a:bodyPr>
          <a:lstStyle/>
          <a:p>
            <a:pPr algn="ctr"/>
            <a:r>
              <a:rPr lang="it-IT" dirty="0">
                <a:solidFill>
                  <a:schemeClr val="tx2">
                    <a:shade val="30000"/>
                    <a:satMod val="150000"/>
                  </a:schemeClr>
                </a:solidFill>
                <a:latin typeface="Constantia" panose="02030602050306030303" pitchFamily="18" charset="0"/>
              </a:rPr>
              <a:t>🍔</a:t>
            </a:r>
            <a:r>
              <a:rPr lang="it-IT" sz="1800" b="1" spc="50" dirty="0">
                <a:ln w="9525" cmpd="sng">
                  <a:solidFill>
                    <a:schemeClr val="accent1"/>
                  </a:solidFill>
                  <a:prstDash val="solid"/>
                </a:ln>
                <a:solidFill>
                  <a:srgbClr val="70AD47">
                    <a:tint val="1000"/>
                  </a:srgbClr>
                </a:solidFill>
                <a:effectLst>
                  <a:glow rad="38100">
                    <a:schemeClr val="accent1">
                      <a:alpha val="40000"/>
                    </a:schemeClr>
                  </a:glow>
                </a:effectLst>
              </a:rPr>
              <a:t> </a:t>
            </a:r>
            <a:r>
              <a:rPr lang="it-IT" dirty="0"/>
              <a:t>10 &gt; 8</a:t>
            </a:r>
            <a:endParaRPr lang="en-US" dirty="0"/>
          </a:p>
        </p:txBody>
      </p:sp>
      <p:sp>
        <p:nvSpPr>
          <p:cNvPr id="14" name="TextBox 13">
            <a:extLst>
              <a:ext uri="{FF2B5EF4-FFF2-40B4-BE49-F238E27FC236}">
                <a16:creationId xmlns:a16="http://schemas.microsoft.com/office/drawing/2014/main" id="{8616B098-DE37-4A20-94C2-E4684B16E6F0}"/>
              </a:ext>
            </a:extLst>
          </p:cNvPr>
          <p:cNvSpPr txBox="1"/>
          <p:nvPr/>
        </p:nvSpPr>
        <p:spPr>
          <a:xfrm>
            <a:off x="4346380" y="1670947"/>
            <a:ext cx="562555" cy="369332"/>
          </a:xfrm>
          <a:prstGeom prst="rect">
            <a:avLst/>
          </a:prstGeom>
          <a:noFill/>
        </p:spPr>
        <p:txBody>
          <a:bodyPr wrap="square" rtlCol="0">
            <a:spAutoFit/>
          </a:bodyPr>
          <a:lstStyle/>
          <a:p>
            <a:pPr algn="ctr"/>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Tree>
    <p:extLst>
      <p:ext uri="{BB962C8B-B14F-4D97-AF65-F5344CB8AC3E}">
        <p14:creationId xmlns:p14="http://schemas.microsoft.com/office/powerpoint/2010/main" val="33395013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0B453E-093F-4DDD-ACD9-031FE1C5C5CC}"/>
              </a:ext>
            </a:extLst>
          </p:cNvPr>
          <p:cNvPicPr>
            <a:picLocks noChangeAspect="1"/>
          </p:cNvPicPr>
          <p:nvPr/>
        </p:nvPicPr>
        <p:blipFill>
          <a:blip r:embed="rId3"/>
          <a:stretch>
            <a:fillRect/>
          </a:stretch>
        </p:blipFill>
        <p:spPr>
          <a:xfrm>
            <a:off x="1502398" y="2238703"/>
            <a:ext cx="6139204" cy="1237595"/>
          </a:xfrm>
          <a:prstGeom prst="rect">
            <a:avLst/>
          </a:prstGeom>
        </p:spPr>
      </p:pic>
      <p:sp>
        <p:nvSpPr>
          <p:cNvPr id="6" name="Oval 5">
            <a:extLst>
              <a:ext uri="{FF2B5EF4-FFF2-40B4-BE49-F238E27FC236}">
                <a16:creationId xmlns:a16="http://schemas.microsoft.com/office/drawing/2014/main" id="{BFCC2475-89B4-41A0-8D90-5D96DF747552}"/>
              </a:ext>
            </a:extLst>
          </p:cNvPr>
          <p:cNvSpPr/>
          <p:nvPr/>
        </p:nvSpPr>
        <p:spPr>
          <a:xfrm>
            <a:off x="6400800" y="3041571"/>
            <a:ext cx="457200" cy="350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FC3C149-325B-4578-9826-6EF66F667717}"/>
              </a:ext>
            </a:extLst>
          </p:cNvPr>
          <p:cNvSpPr txBox="1"/>
          <p:nvPr/>
        </p:nvSpPr>
        <p:spPr>
          <a:xfrm>
            <a:off x="4693257" y="3800454"/>
            <a:ext cx="3872286" cy="369332"/>
          </a:xfrm>
          <a:prstGeom prst="rect">
            <a:avLst/>
          </a:prstGeom>
          <a:noFill/>
        </p:spPr>
        <p:txBody>
          <a:bodyPr wrap="square" rtlCol="0">
            <a:spAutoFit/>
          </a:bodyPr>
          <a:lstStyle/>
          <a:p>
            <a:pPr algn="ctr"/>
            <a:r>
              <a:rPr lang="it-IT" dirty="0">
                <a:solidFill>
                  <a:schemeClr val="tx2">
                    <a:shade val="30000"/>
                    <a:satMod val="150000"/>
                  </a:schemeClr>
                </a:solidFill>
                <a:latin typeface="Constantia" panose="02030602050306030303" pitchFamily="18" charset="0"/>
              </a:rPr>
              <a:t>🎄</a:t>
            </a:r>
            <a:r>
              <a:rPr lang="it-IT" sz="1800" b="1" spc="50" dirty="0">
                <a:ln w="9525" cmpd="sng">
                  <a:solidFill>
                    <a:schemeClr val="accent1"/>
                  </a:solidFill>
                  <a:prstDash val="solid"/>
                </a:ln>
                <a:solidFill>
                  <a:srgbClr val="70AD47">
                    <a:tint val="1000"/>
                  </a:srgbClr>
                </a:solidFill>
                <a:effectLst>
                  <a:glow rad="38100">
                    <a:schemeClr val="accent1">
                      <a:alpha val="40000"/>
                    </a:schemeClr>
                  </a:glow>
                </a:effectLst>
              </a:rPr>
              <a:t> </a:t>
            </a:r>
            <a:r>
              <a:rPr lang="it-IT" dirty="0"/>
              <a:t>10 &gt; 4</a:t>
            </a:r>
            <a:endParaRPr lang="en-US" dirty="0"/>
          </a:p>
        </p:txBody>
      </p:sp>
      <p:sp>
        <p:nvSpPr>
          <p:cNvPr id="12" name="TextBox 11">
            <a:extLst>
              <a:ext uri="{FF2B5EF4-FFF2-40B4-BE49-F238E27FC236}">
                <a16:creationId xmlns:a16="http://schemas.microsoft.com/office/drawing/2014/main" id="{5B0F863B-F364-4F8B-9D2A-934B17016FD5}"/>
              </a:ext>
            </a:extLst>
          </p:cNvPr>
          <p:cNvSpPr txBox="1"/>
          <p:nvPr/>
        </p:nvSpPr>
        <p:spPr>
          <a:xfrm>
            <a:off x="6357068" y="1787724"/>
            <a:ext cx="544664" cy="369332"/>
          </a:xfrm>
          <a:prstGeom prst="rect">
            <a:avLst/>
          </a:prstGeom>
          <a:noFill/>
        </p:spPr>
        <p:txBody>
          <a:bodyPr wrap="square" rtlCol="0">
            <a:spAutoFit/>
          </a:bodyPr>
          <a:lstStyle/>
          <a:p>
            <a:pPr algn="ctr"/>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Tree>
    <p:extLst>
      <p:ext uri="{BB962C8B-B14F-4D97-AF65-F5344CB8AC3E}">
        <p14:creationId xmlns:p14="http://schemas.microsoft.com/office/powerpoint/2010/main" val="1078668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727576-E01C-49B2-B415-6050BEB09417}"/>
              </a:ext>
            </a:extLst>
          </p:cNvPr>
          <p:cNvSpPr txBox="1"/>
          <p:nvPr/>
        </p:nvSpPr>
        <p:spPr>
          <a:xfrm>
            <a:off x="667910" y="1081377"/>
            <a:ext cx="7736619" cy="369332"/>
          </a:xfrm>
          <a:prstGeom prst="rect">
            <a:avLst/>
          </a:prstGeom>
          <a:noFill/>
        </p:spPr>
        <p:txBody>
          <a:bodyPr wrap="square" rtlCol="0">
            <a:spAutoFit/>
          </a:bodyPr>
          <a:lstStyle/>
          <a:p>
            <a:r>
              <a:rPr lang="it-IT" dirty="0"/>
              <a:t> </a:t>
            </a:r>
            <a:endParaRPr lang="en-US" dirty="0"/>
          </a:p>
        </p:txBody>
      </p:sp>
      <p:sp>
        <p:nvSpPr>
          <p:cNvPr id="3" name="TextBox 2">
            <a:extLst>
              <a:ext uri="{FF2B5EF4-FFF2-40B4-BE49-F238E27FC236}">
                <a16:creationId xmlns:a16="http://schemas.microsoft.com/office/drawing/2014/main" id="{679C230D-DEB8-4664-B6E1-70585F169F99}"/>
              </a:ext>
            </a:extLst>
          </p:cNvPr>
          <p:cNvSpPr txBox="1"/>
          <p:nvPr/>
        </p:nvSpPr>
        <p:spPr>
          <a:xfrm>
            <a:off x="1622066" y="724822"/>
            <a:ext cx="6694998" cy="923330"/>
          </a:xfrm>
          <a:prstGeom prst="rect">
            <a:avLst/>
          </a:prstGeom>
          <a:noFill/>
        </p:spPr>
        <p:txBody>
          <a:bodyPr wrap="square">
            <a:spAutoFit/>
          </a:bodyPr>
          <a:lstStyle/>
          <a:p>
            <a:pPr marL="27432" lvl="0" fontAlgn="auto">
              <a:spcBef>
                <a:spcPts val="600"/>
              </a:spcBef>
              <a:spcAft>
                <a:spcPts val="0"/>
              </a:spcAft>
              <a:buClr>
                <a:schemeClr val="accent1"/>
              </a:buClr>
              <a:buSzPct val="80000"/>
              <a:defRPr/>
            </a:pPr>
            <a:r>
              <a:rPr lang="en-US" sz="1800" dirty="0">
                <a:solidFill>
                  <a:schemeClr val="tx2">
                    <a:shade val="30000"/>
                    <a:satMod val="150000"/>
                  </a:schemeClr>
                </a:solidFill>
                <a:latin typeface="Constantia" panose="02030602050306030303" pitchFamily="18" charset="0"/>
              </a:rPr>
              <a:t>Similarly, Economists define  “</a:t>
            </a:r>
            <a:r>
              <a:rPr lang="en-US" sz="1800" dirty="0">
                <a:solidFill>
                  <a:srgbClr val="FF0000"/>
                </a:solidFill>
                <a:latin typeface="Constantia" panose="02030602050306030303" pitchFamily="18" charset="0"/>
              </a:rPr>
              <a:t>comparative advantage</a:t>
            </a:r>
            <a:r>
              <a:rPr lang="en-US" sz="1800" dirty="0">
                <a:solidFill>
                  <a:schemeClr val="tx2">
                    <a:shade val="30000"/>
                    <a:satMod val="150000"/>
                  </a:schemeClr>
                </a:solidFill>
                <a:latin typeface="Constantia" panose="02030602050306030303" pitchFamily="18" charset="0"/>
              </a:rPr>
              <a:t>” as the ability to produce a good or service at a lower opportunity cost than the other producer</a:t>
            </a:r>
            <a:endParaRPr lang="en-US" sz="1800" i="1" dirty="0">
              <a:solidFill>
                <a:srgbClr val="FF0000"/>
              </a:solidFill>
              <a:latin typeface="Constantia" panose="02030602050306030303" pitchFamily="18" charset="0"/>
            </a:endParaRPr>
          </a:p>
        </p:txBody>
      </p:sp>
      <p:sp>
        <p:nvSpPr>
          <p:cNvPr id="4" name="TextBox 3">
            <a:extLst>
              <a:ext uri="{FF2B5EF4-FFF2-40B4-BE49-F238E27FC236}">
                <a16:creationId xmlns:a16="http://schemas.microsoft.com/office/drawing/2014/main" id="{84BA9142-2F18-4393-9507-27745B77C153}"/>
              </a:ext>
            </a:extLst>
          </p:cNvPr>
          <p:cNvSpPr txBox="1"/>
          <p:nvPr/>
        </p:nvSpPr>
        <p:spPr>
          <a:xfrm>
            <a:off x="147099" y="2026503"/>
            <a:ext cx="4572000" cy="830997"/>
          </a:xfrm>
          <a:prstGeom prst="rect">
            <a:avLst/>
          </a:prstGeom>
          <a:noFill/>
        </p:spPr>
        <p:txBody>
          <a:bodyPr wrap="square">
            <a:spAutoFit/>
          </a:bodyPr>
          <a:lstStyle/>
          <a:p>
            <a:pPr algn="ct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Who has </a:t>
            </a:r>
            <a:r>
              <a:rPr lang="en-US" sz="2400" b="1" u="sng" spc="50" dirty="0">
                <a:ln w="9525" cmpd="sng">
                  <a:solidFill>
                    <a:schemeClr val="accent1"/>
                  </a:solidFill>
                  <a:prstDash val="solid"/>
                </a:ln>
                <a:solidFill>
                  <a:srgbClr val="70AD47">
                    <a:tint val="1000"/>
                  </a:srgbClr>
                </a:solidFill>
                <a:effectLst>
                  <a:glow rad="38100">
                    <a:schemeClr val="accent1">
                      <a:alpha val="40000"/>
                    </a:schemeClr>
                  </a:glow>
                </a:effectLst>
              </a:rPr>
              <a:t>comparative</a:t>
            </a: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 advantage in producing food? </a:t>
            </a:r>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
        <p:nvSpPr>
          <p:cNvPr id="5" name="TextBox 4">
            <a:extLst>
              <a:ext uri="{FF2B5EF4-FFF2-40B4-BE49-F238E27FC236}">
                <a16:creationId xmlns:a16="http://schemas.microsoft.com/office/drawing/2014/main" id="{2E2022A0-A408-46E5-A774-DEC076549ADC}"/>
              </a:ext>
            </a:extLst>
          </p:cNvPr>
          <p:cNvSpPr txBox="1"/>
          <p:nvPr/>
        </p:nvSpPr>
        <p:spPr>
          <a:xfrm>
            <a:off x="4572000" y="2026503"/>
            <a:ext cx="4591878" cy="830997"/>
          </a:xfrm>
          <a:prstGeom prst="rect">
            <a:avLst/>
          </a:prstGeom>
          <a:noFill/>
        </p:spPr>
        <p:txBody>
          <a:bodyPr wrap="square">
            <a:spAutoFit/>
          </a:bodyPr>
          <a:lstStyle/>
          <a:p>
            <a:pPr algn="ct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Who has </a:t>
            </a:r>
            <a:r>
              <a:rPr lang="en-US" sz="2400" b="1" u="sng" spc="50" dirty="0">
                <a:ln w="9525" cmpd="sng">
                  <a:solidFill>
                    <a:schemeClr val="accent1"/>
                  </a:solidFill>
                  <a:prstDash val="solid"/>
                </a:ln>
                <a:solidFill>
                  <a:srgbClr val="70AD47">
                    <a:tint val="1000"/>
                  </a:srgbClr>
                </a:solidFill>
                <a:effectLst>
                  <a:glow rad="38100">
                    <a:schemeClr val="accent1">
                      <a:alpha val="40000"/>
                    </a:schemeClr>
                  </a:glow>
                </a:effectLst>
              </a:rPr>
              <a:t>comparative</a:t>
            </a:r>
            <a:r>
              <a:rPr lang="en-US" sz="2400" b="1" spc="50" dirty="0">
                <a:ln w="9525" cmpd="sng">
                  <a:solidFill>
                    <a:schemeClr val="accent1"/>
                  </a:solidFill>
                  <a:prstDash val="solid"/>
                </a:ln>
                <a:solidFill>
                  <a:srgbClr val="70AD47">
                    <a:tint val="1000"/>
                  </a:srgbClr>
                </a:solidFill>
                <a:effectLst>
                  <a:glow rad="38100">
                    <a:schemeClr val="accent1">
                      <a:alpha val="40000"/>
                    </a:schemeClr>
                  </a:glow>
                </a:effectLst>
              </a:rPr>
              <a:t> advantage in producing wood? </a:t>
            </a:r>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Tree>
    <p:extLst>
      <p:ext uri="{BB962C8B-B14F-4D97-AF65-F5344CB8AC3E}">
        <p14:creationId xmlns:p14="http://schemas.microsoft.com/office/powerpoint/2010/main" val="3535521216"/>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A31DEA-54EF-463F-98B0-86CBB8B1CBED}"/>
              </a:ext>
            </a:extLst>
          </p:cNvPr>
          <p:cNvPicPr>
            <a:picLocks noChangeAspect="1"/>
          </p:cNvPicPr>
          <p:nvPr/>
        </p:nvPicPr>
        <p:blipFill>
          <a:blip r:embed="rId3"/>
          <a:stretch>
            <a:fillRect/>
          </a:stretch>
        </p:blipFill>
        <p:spPr>
          <a:xfrm>
            <a:off x="1502398" y="1220936"/>
            <a:ext cx="6139204" cy="123759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B3D4137-6E15-473C-A64B-27FDB1D899A6}"/>
                  </a:ext>
                </a:extLst>
              </p:cNvPr>
              <p:cNvSpPr txBox="1"/>
              <p:nvPr/>
            </p:nvSpPr>
            <p:spPr>
              <a:xfrm>
                <a:off x="962108" y="2887138"/>
                <a:ext cx="6448508" cy="1430456"/>
              </a:xfrm>
              <a:prstGeom prst="rect">
                <a:avLst/>
              </a:prstGeom>
              <a:noFill/>
            </p:spPr>
            <p:txBody>
              <a:bodyPr wrap="square" rtlCol="0">
                <a:spAutoFit/>
              </a:bodyPr>
              <a:lstStyle/>
              <a:p>
                <a:pPr algn="ctr"/>
                <a:r>
                  <a:rPr lang="it-IT" dirty="0"/>
                  <a:t>David: </a:t>
                </a:r>
              </a:p>
              <a:p>
                <a:pPr algn="ctr"/>
                <a:r>
                  <a:rPr lang="it-IT" dirty="0"/>
                  <a:t>Comparative advantage for food </a:t>
                </a:r>
                <a:r>
                  <a:rPr lang="it-IT" dirty="0">
                    <a:solidFill>
                      <a:schemeClr val="tx2">
                        <a:shade val="30000"/>
                        <a:satMod val="150000"/>
                      </a:schemeClr>
                    </a:solidFill>
                    <a:latin typeface="Constantia" panose="02030602050306030303" pitchFamily="18" charset="0"/>
                  </a:rPr>
                  <a:t>🍔</a:t>
                </a:r>
                <a:r>
                  <a:rPr lang="it-IT" dirty="0"/>
                  <a:t> = </a:t>
                </a:r>
                <a14:m>
                  <m:oMath xmlns:m="http://schemas.openxmlformats.org/officeDocument/2006/math">
                    <m:f>
                      <m:fPr>
                        <m:ctrlPr>
                          <a:rPr lang="it-IT" b="0" i="1" smtClean="0">
                            <a:latin typeface="Cambria Math" panose="02040503050406030204" pitchFamily="18" charset="0"/>
                          </a:rPr>
                        </m:ctrlPr>
                      </m:fPr>
                      <m:num>
                        <m:r>
                          <a:rPr lang="it-IT" b="0" i="1" smtClean="0">
                            <a:latin typeface="Cambria Math" panose="02040503050406030204" pitchFamily="18" charset="0"/>
                          </a:rPr>
                          <m:t>4</m:t>
                        </m:r>
                      </m:num>
                      <m:den>
                        <m:r>
                          <a:rPr lang="it-IT" b="0" i="1" smtClean="0">
                            <a:latin typeface="Cambria Math" panose="02040503050406030204" pitchFamily="18" charset="0"/>
                          </a:rPr>
                          <m:t>8</m:t>
                        </m:r>
                      </m:den>
                    </m:f>
                    <m:r>
                      <a:rPr lang="it-IT" b="0" i="1" smtClean="0">
                        <a:latin typeface="Cambria Math" panose="02040503050406030204" pitchFamily="18" charset="0"/>
                      </a:rPr>
                      <m:t>=</m:t>
                    </m:r>
                    <m:r>
                      <a:rPr lang="it-IT" b="0" i="1" smtClean="0">
                        <a:latin typeface="Cambria Math" panose="02040503050406030204" pitchFamily="18" charset="0"/>
                      </a:rPr>
                      <m:t>0</m:t>
                    </m:r>
                    <m:r>
                      <a:rPr lang="it-IT" b="0" i="1" smtClean="0">
                        <a:latin typeface="Cambria Math" panose="02040503050406030204" pitchFamily="18" charset="0"/>
                      </a:rPr>
                      <m:t>.</m:t>
                    </m:r>
                    <m:r>
                      <a:rPr lang="it-IT" b="0" i="1" smtClean="0">
                        <a:latin typeface="Cambria Math" panose="02040503050406030204" pitchFamily="18" charset="0"/>
                      </a:rPr>
                      <m:t>5</m:t>
                    </m:r>
                  </m:oMath>
                </a14:m>
                <a:r>
                  <a:rPr lang="it-IT" b="0" dirty="0"/>
                  <a:t> </a:t>
                </a:r>
              </a:p>
              <a:p>
                <a:pPr algn="ctr"/>
                <a:endParaRPr lang="it-IT" b="0" dirty="0"/>
              </a:p>
              <a:p>
                <a:pPr algn="ctr"/>
                <a:r>
                  <a:rPr lang="it-IT" dirty="0"/>
                  <a:t>Comparative advantage for wood </a:t>
                </a:r>
                <a:r>
                  <a:rPr lang="it-IT" dirty="0">
                    <a:solidFill>
                      <a:schemeClr val="tx2">
                        <a:shade val="30000"/>
                        <a:satMod val="150000"/>
                      </a:schemeClr>
                    </a:solidFill>
                    <a:latin typeface="Constantia" panose="02030602050306030303" pitchFamily="18" charset="0"/>
                  </a:rPr>
                  <a:t>🎄</a:t>
                </a:r>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 </a:t>
                </a:r>
                <a:r>
                  <a:rPr lang="it-IT" dirty="0"/>
                  <a:t>= </a:t>
                </a:r>
                <a14:m>
                  <m:oMath xmlns:m="http://schemas.openxmlformats.org/officeDocument/2006/math">
                    <m:f>
                      <m:fPr>
                        <m:ctrlPr>
                          <a:rPr lang="it-IT" b="0" i="1" smtClean="0">
                            <a:latin typeface="Cambria Math" panose="02040503050406030204" pitchFamily="18" charset="0"/>
                          </a:rPr>
                        </m:ctrlPr>
                      </m:fPr>
                      <m:num>
                        <m:r>
                          <a:rPr lang="it-IT" b="0" i="1" smtClean="0">
                            <a:latin typeface="Cambria Math" panose="02040503050406030204" pitchFamily="18" charset="0"/>
                          </a:rPr>
                          <m:t>8</m:t>
                        </m:r>
                      </m:num>
                      <m:den>
                        <m:r>
                          <a:rPr lang="it-IT" b="0" i="1" smtClean="0">
                            <a:latin typeface="Cambria Math" panose="02040503050406030204" pitchFamily="18" charset="0"/>
                          </a:rPr>
                          <m:t>4</m:t>
                        </m:r>
                      </m:den>
                    </m:f>
                    <m:r>
                      <a:rPr lang="it-IT" b="0" i="1" smtClean="0">
                        <a:latin typeface="Cambria Math" panose="02040503050406030204" pitchFamily="18" charset="0"/>
                      </a:rPr>
                      <m:t>=</m:t>
                    </m:r>
                    <m:r>
                      <a:rPr lang="it-IT" b="0" i="1" smtClean="0">
                        <a:latin typeface="Cambria Math" panose="02040503050406030204" pitchFamily="18" charset="0"/>
                      </a:rPr>
                      <m:t>2</m:t>
                    </m:r>
                  </m:oMath>
                </a14:m>
                <a:endParaRPr lang="it-IT" b="0" dirty="0"/>
              </a:p>
            </p:txBody>
          </p:sp>
        </mc:Choice>
        <mc:Fallback xmlns="">
          <p:sp>
            <p:nvSpPr>
              <p:cNvPr id="5" name="TextBox 4">
                <a:extLst>
                  <a:ext uri="{FF2B5EF4-FFF2-40B4-BE49-F238E27FC236}">
                    <a16:creationId xmlns:a16="http://schemas.microsoft.com/office/drawing/2014/main" id="{9B3D4137-6E15-473C-A64B-27FDB1D899A6}"/>
                  </a:ext>
                </a:extLst>
              </p:cNvPr>
              <p:cNvSpPr txBox="1">
                <a:spLocks noRot="1" noChangeAspect="1" noMove="1" noResize="1" noEditPoints="1" noAdjustHandles="1" noChangeArrowheads="1" noChangeShapeType="1" noTextEdit="1"/>
              </p:cNvSpPr>
              <p:nvPr/>
            </p:nvSpPr>
            <p:spPr>
              <a:xfrm>
                <a:off x="962108" y="2887138"/>
                <a:ext cx="6448508" cy="1430456"/>
              </a:xfrm>
              <a:prstGeom prst="rect">
                <a:avLst/>
              </a:prstGeom>
              <a:blipFill>
                <a:blip r:embed="rId4"/>
                <a:stretch>
                  <a:fillRect t="-2564" b="-2564"/>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1D0C6519-F93A-4E09-9423-7B2AF81BE097}"/>
              </a:ext>
            </a:extLst>
          </p:cNvPr>
          <p:cNvSpPr/>
          <p:nvPr/>
        </p:nvSpPr>
        <p:spPr>
          <a:xfrm>
            <a:off x="4440803" y="1693628"/>
            <a:ext cx="262393" cy="238539"/>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Oval 7">
            <a:extLst>
              <a:ext uri="{FF2B5EF4-FFF2-40B4-BE49-F238E27FC236}">
                <a16:creationId xmlns:a16="http://schemas.microsoft.com/office/drawing/2014/main" id="{D772A39C-F542-4550-A73B-9B799493DF91}"/>
              </a:ext>
            </a:extLst>
          </p:cNvPr>
          <p:cNvSpPr/>
          <p:nvPr/>
        </p:nvSpPr>
        <p:spPr>
          <a:xfrm>
            <a:off x="6472362" y="1693628"/>
            <a:ext cx="262393" cy="238539"/>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0" name="TextBox 9">
            <a:extLst>
              <a:ext uri="{FF2B5EF4-FFF2-40B4-BE49-F238E27FC236}">
                <a16:creationId xmlns:a16="http://schemas.microsoft.com/office/drawing/2014/main" id="{5D8FFE11-A3B1-42AB-AA3E-5E40F7E2496E}"/>
              </a:ext>
            </a:extLst>
          </p:cNvPr>
          <p:cNvSpPr txBox="1"/>
          <p:nvPr/>
        </p:nvSpPr>
        <p:spPr>
          <a:xfrm>
            <a:off x="4323522" y="696762"/>
            <a:ext cx="520810" cy="369332"/>
          </a:xfrm>
          <a:prstGeom prst="rect">
            <a:avLst/>
          </a:prstGeom>
          <a:noFill/>
        </p:spPr>
        <p:txBody>
          <a:bodyPr wrap="square">
            <a:spAutoFit/>
          </a:bodyPr>
          <a:lstStyle/>
          <a:p>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
        <p:nvSpPr>
          <p:cNvPr id="12" name="TextBox 11">
            <a:extLst>
              <a:ext uri="{FF2B5EF4-FFF2-40B4-BE49-F238E27FC236}">
                <a16:creationId xmlns:a16="http://schemas.microsoft.com/office/drawing/2014/main" id="{817DCC48-4C4D-4A07-B87F-570545352CEB}"/>
              </a:ext>
            </a:extLst>
          </p:cNvPr>
          <p:cNvSpPr txBox="1"/>
          <p:nvPr/>
        </p:nvSpPr>
        <p:spPr>
          <a:xfrm>
            <a:off x="6390860" y="694572"/>
            <a:ext cx="425395" cy="369332"/>
          </a:xfrm>
          <a:prstGeom prst="rect">
            <a:avLst/>
          </a:prstGeom>
          <a:noFill/>
        </p:spPr>
        <p:txBody>
          <a:bodyPr wrap="square">
            <a:spAutoFit/>
          </a:bodyPr>
          <a:lstStyle/>
          <a:p>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Tree>
    <p:extLst>
      <p:ext uri="{BB962C8B-B14F-4D97-AF65-F5344CB8AC3E}">
        <p14:creationId xmlns:p14="http://schemas.microsoft.com/office/powerpoint/2010/main" val="8790242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A31DEA-54EF-463F-98B0-86CBB8B1CBED}"/>
              </a:ext>
            </a:extLst>
          </p:cNvPr>
          <p:cNvPicPr>
            <a:picLocks noChangeAspect="1"/>
          </p:cNvPicPr>
          <p:nvPr/>
        </p:nvPicPr>
        <p:blipFill>
          <a:blip r:embed="rId4"/>
          <a:stretch>
            <a:fillRect/>
          </a:stretch>
        </p:blipFill>
        <p:spPr>
          <a:xfrm>
            <a:off x="1502398" y="1214563"/>
            <a:ext cx="6139204" cy="123759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B3D4137-6E15-473C-A64B-27FDB1D899A6}"/>
                  </a:ext>
                </a:extLst>
              </p:cNvPr>
              <p:cNvSpPr txBox="1"/>
              <p:nvPr/>
            </p:nvSpPr>
            <p:spPr>
              <a:xfrm>
                <a:off x="962108" y="2887138"/>
                <a:ext cx="6448508" cy="1710212"/>
              </a:xfrm>
              <a:prstGeom prst="rect">
                <a:avLst/>
              </a:prstGeom>
              <a:noFill/>
            </p:spPr>
            <p:txBody>
              <a:bodyPr wrap="square" rtlCol="0">
                <a:spAutoFit/>
              </a:bodyPr>
              <a:lstStyle/>
              <a:p>
                <a:pPr algn="ctr"/>
                <a:r>
                  <a:rPr lang="it-IT" dirty="0"/>
                  <a:t>Sherry: </a:t>
                </a:r>
              </a:p>
              <a:p>
                <a:pPr algn="ctr"/>
                <a:r>
                  <a:rPr lang="it-IT" dirty="0"/>
                  <a:t>Comparative advantage for food </a:t>
                </a:r>
                <a:r>
                  <a:rPr lang="it-IT" dirty="0">
                    <a:solidFill>
                      <a:schemeClr val="tx2">
                        <a:shade val="30000"/>
                        <a:satMod val="150000"/>
                      </a:schemeClr>
                    </a:solidFill>
                    <a:latin typeface="Constantia" panose="02030602050306030303" pitchFamily="18" charset="0"/>
                  </a:rPr>
                  <a:t>🍔</a:t>
                </a:r>
                <a:r>
                  <a:rPr lang="it-IT" dirty="0"/>
                  <a:t> = </a:t>
                </a:r>
                <a14:m>
                  <m:oMath xmlns:m="http://schemas.openxmlformats.org/officeDocument/2006/math">
                    <m:f>
                      <m:fPr>
                        <m:ctrlPr>
                          <a:rPr lang="it-IT" b="0" i="1" smtClean="0">
                            <a:latin typeface="Cambria Math" panose="02040503050406030204" pitchFamily="18" charset="0"/>
                          </a:rPr>
                        </m:ctrlPr>
                      </m:fPr>
                      <m:num>
                        <m:r>
                          <a:rPr lang="it-IT" b="0" i="1" smtClean="0">
                            <a:latin typeface="Cambria Math" panose="02040503050406030204" pitchFamily="18" charset="0"/>
                          </a:rPr>
                          <m:t>10</m:t>
                        </m:r>
                      </m:num>
                      <m:den>
                        <m:r>
                          <a:rPr lang="it-IT" b="0" i="1" smtClean="0">
                            <a:latin typeface="Cambria Math" panose="02040503050406030204" pitchFamily="18" charset="0"/>
                          </a:rPr>
                          <m:t>10</m:t>
                        </m:r>
                      </m:den>
                    </m:f>
                    <m:r>
                      <a:rPr lang="it-IT" b="0" i="1" smtClean="0">
                        <a:latin typeface="Cambria Math" panose="02040503050406030204" pitchFamily="18" charset="0"/>
                      </a:rPr>
                      <m:t>=</m:t>
                    </m:r>
                  </m:oMath>
                </a14:m>
                <a:r>
                  <a:rPr lang="it-IT" b="0" dirty="0"/>
                  <a:t> 1</a:t>
                </a:r>
              </a:p>
              <a:p>
                <a:pPr algn="ctr"/>
                <a:endParaRPr lang="it-IT" b="0" dirty="0"/>
              </a:p>
              <a:p>
                <a:pPr algn="ctr"/>
                <a:r>
                  <a:rPr lang="it-IT" dirty="0"/>
                  <a:t>Comparative advantage for wood </a:t>
                </a:r>
                <a:r>
                  <a:rPr lang="it-IT" dirty="0">
                    <a:solidFill>
                      <a:schemeClr val="tx2">
                        <a:shade val="30000"/>
                        <a:satMod val="150000"/>
                      </a:schemeClr>
                    </a:solidFill>
                    <a:latin typeface="Constantia" panose="02030602050306030303" pitchFamily="18" charset="0"/>
                  </a:rPr>
                  <a:t>🎄</a:t>
                </a:r>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 </a:t>
                </a:r>
                <a:r>
                  <a:rPr lang="it-IT" dirty="0"/>
                  <a:t>= </a:t>
                </a:r>
                <a14:m>
                  <m:oMath xmlns:m="http://schemas.openxmlformats.org/officeDocument/2006/math">
                    <m:f>
                      <m:fPr>
                        <m:ctrlPr>
                          <a:rPr lang="it-IT" b="0" i="1" smtClean="0">
                            <a:latin typeface="Cambria Math" panose="02040503050406030204" pitchFamily="18" charset="0"/>
                          </a:rPr>
                        </m:ctrlPr>
                      </m:fPr>
                      <m:num>
                        <m:r>
                          <a:rPr lang="it-IT" b="0" i="1" smtClean="0">
                            <a:latin typeface="Cambria Math" panose="02040503050406030204" pitchFamily="18" charset="0"/>
                          </a:rPr>
                          <m:t>10</m:t>
                        </m:r>
                      </m:num>
                      <m:den>
                        <m:r>
                          <a:rPr lang="it-IT" b="0" i="1" smtClean="0">
                            <a:latin typeface="Cambria Math" panose="02040503050406030204" pitchFamily="18" charset="0"/>
                          </a:rPr>
                          <m:t>10</m:t>
                        </m:r>
                      </m:den>
                    </m:f>
                    <m:r>
                      <a:rPr lang="it-IT" b="0" i="1" smtClean="0">
                        <a:latin typeface="Cambria Math" panose="02040503050406030204" pitchFamily="18" charset="0"/>
                      </a:rPr>
                      <m:t>=</m:t>
                    </m:r>
                    <m:r>
                      <a:rPr lang="it-IT" b="0" i="1" smtClean="0">
                        <a:latin typeface="Cambria Math" panose="02040503050406030204" pitchFamily="18" charset="0"/>
                      </a:rPr>
                      <m:t>1</m:t>
                    </m:r>
                  </m:oMath>
                </a14:m>
                <a:endParaRPr lang="it-IT" b="0" dirty="0"/>
              </a:p>
              <a:p>
                <a:pPr algn="ctr"/>
                <a:r>
                  <a:rPr lang="it-IT" dirty="0"/>
                  <a:t> </a:t>
                </a:r>
                <a:endParaRPr lang="en-US" dirty="0"/>
              </a:p>
            </p:txBody>
          </p:sp>
        </mc:Choice>
        <mc:Fallback xmlns="">
          <p:sp>
            <p:nvSpPr>
              <p:cNvPr id="5" name="TextBox 4">
                <a:extLst>
                  <a:ext uri="{FF2B5EF4-FFF2-40B4-BE49-F238E27FC236}">
                    <a16:creationId xmlns:a16="http://schemas.microsoft.com/office/drawing/2014/main" id="{9B3D4137-6E15-473C-A64B-27FDB1D899A6}"/>
                  </a:ext>
                </a:extLst>
              </p:cNvPr>
              <p:cNvSpPr txBox="1">
                <a:spLocks noRot="1" noChangeAspect="1" noMove="1" noResize="1" noEditPoints="1" noAdjustHandles="1" noChangeArrowheads="1" noChangeShapeType="1" noTextEdit="1"/>
              </p:cNvSpPr>
              <p:nvPr/>
            </p:nvSpPr>
            <p:spPr>
              <a:xfrm>
                <a:off x="962108" y="2887138"/>
                <a:ext cx="6448508" cy="1710212"/>
              </a:xfrm>
              <a:prstGeom prst="rect">
                <a:avLst/>
              </a:prstGeom>
              <a:blipFill>
                <a:blip r:embed="rId5"/>
                <a:stretch>
                  <a:fillRect t="-2143"/>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1D0C6519-F93A-4E09-9423-7B2AF81BE097}"/>
              </a:ext>
            </a:extLst>
          </p:cNvPr>
          <p:cNvSpPr/>
          <p:nvPr/>
        </p:nvSpPr>
        <p:spPr>
          <a:xfrm>
            <a:off x="4385144" y="2027583"/>
            <a:ext cx="373712" cy="238539"/>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Oval 7">
            <a:extLst>
              <a:ext uri="{FF2B5EF4-FFF2-40B4-BE49-F238E27FC236}">
                <a16:creationId xmlns:a16="http://schemas.microsoft.com/office/drawing/2014/main" id="{D772A39C-F542-4550-A73B-9B799493DF91}"/>
              </a:ext>
            </a:extLst>
          </p:cNvPr>
          <p:cNvSpPr/>
          <p:nvPr/>
        </p:nvSpPr>
        <p:spPr>
          <a:xfrm>
            <a:off x="6472362" y="2027583"/>
            <a:ext cx="262393" cy="238539"/>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0" name="TextBox 9">
            <a:extLst>
              <a:ext uri="{FF2B5EF4-FFF2-40B4-BE49-F238E27FC236}">
                <a16:creationId xmlns:a16="http://schemas.microsoft.com/office/drawing/2014/main" id="{5D8FFE11-A3B1-42AB-AA3E-5E40F7E2496E}"/>
              </a:ext>
            </a:extLst>
          </p:cNvPr>
          <p:cNvSpPr txBox="1"/>
          <p:nvPr/>
        </p:nvSpPr>
        <p:spPr>
          <a:xfrm>
            <a:off x="4323522" y="696762"/>
            <a:ext cx="520810" cy="369332"/>
          </a:xfrm>
          <a:prstGeom prst="rect">
            <a:avLst/>
          </a:prstGeom>
          <a:noFill/>
        </p:spPr>
        <p:txBody>
          <a:bodyPr wrap="square">
            <a:spAutoFit/>
          </a:bodyPr>
          <a:lstStyle/>
          <a:p>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
        <p:nvSpPr>
          <p:cNvPr id="12" name="TextBox 11">
            <a:extLst>
              <a:ext uri="{FF2B5EF4-FFF2-40B4-BE49-F238E27FC236}">
                <a16:creationId xmlns:a16="http://schemas.microsoft.com/office/drawing/2014/main" id="{817DCC48-4C4D-4A07-B87F-570545352CEB}"/>
              </a:ext>
            </a:extLst>
          </p:cNvPr>
          <p:cNvSpPr txBox="1"/>
          <p:nvPr/>
        </p:nvSpPr>
        <p:spPr>
          <a:xfrm>
            <a:off x="6390860" y="694572"/>
            <a:ext cx="425395" cy="369332"/>
          </a:xfrm>
          <a:prstGeom prst="rect">
            <a:avLst/>
          </a:prstGeom>
          <a:noFill/>
        </p:spPr>
        <p:txBody>
          <a:bodyPr wrap="square">
            <a:spAutoFit/>
          </a:bodyPr>
          <a:lstStyle/>
          <a:p>
            <a:r>
              <a:rPr lang="it-IT" dirty="0">
                <a:solidFill>
                  <a:schemeClr val="tx2">
                    <a:shade val="30000"/>
                    <a:satMod val="150000"/>
                  </a:schemeClr>
                </a:solidFill>
                <a:latin typeface="Constantia" panose="02030602050306030303" pitchFamily="18" charset="0"/>
              </a:rPr>
              <a:t>🎄</a:t>
            </a:r>
            <a:endParaRPr lang="en-US" dirty="0">
              <a:solidFill>
                <a:schemeClr val="tx2">
                  <a:shade val="30000"/>
                  <a:satMod val="150000"/>
                </a:schemeClr>
              </a:solidFill>
              <a:latin typeface="Constantia" panose="02030602050306030303" pitchFamily="18" charset="0"/>
            </a:endParaRPr>
          </a:p>
        </p:txBody>
      </p:sp>
    </p:spTree>
    <p:extLst>
      <p:ext uri="{BB962C8B-B14F-4D97-AF65-F5344CB8AC3E}">
        <p14:creationId xmlns:p14="http://schemas.microsoft.com/office/powerpoint/2010/main" val="2507292240"/>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E105DD7-ED18-4D77-BE30-789352B7F98F}"/>
                  </a:ext>
                </a:extLst>
              </p:cNvPr>
              <p:cNvSpPr txBox="1"/>
              <p:nvPr/>
            </p:nvSpPr>
            <p:spPr>
              <a:xfrm>
                <a:off x="2397318" y="756178"/>
                <a:ext cx="4572000" cy="369332"/>
              </a:xfrm>
              <a:prstGeom prst="rect">
                <a:avLst/>
              </a:prstGeom>
              <a:noFill/>
            </p:spPr>
            <p:txBody>
              <a:bodyPr wrap="square">
                <a:spAutoFit/>
              </a:bodyPr>
              <a:lstStyle/>
              <a:p>
                <a:pPr algn="ctr"/>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David</a:t>
                </a:r>
                <a:r>
                  <a:rPr lang="it-IT" dirty="0"/>
                  <a:t> </a:t>
                </a:r>
                <a:r>
                  <a:rPr lang="it-IT" dirty="0">
                    <a:solidFill>
                      <a:schemeClr val="tx2">
                        <a:shade val="30000"/>
                        <a:satMod val="150000"/>
                      </a:schemeClr>
                    </a:solidFill>
                    <a:latin typeface="Constantia" panose="02030602050306030303" pitchFamily="18" charset="0"/>
                  </a:rPr>
                  <a:t>🍔 </a:t>
                </a:r>
                <a14:m>
                  <m:oMath xmlns:m="http://schemas.openxmlformats.org/officeDocument/2006/math">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𝟎</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𝟓</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&lt;</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𝟏</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 </m:t>
                    </m:r>
                  </m:oMath>
                </a14:m>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Sherry </a:t>
                </a:r>
                <a:r>
                  <a:rPr lang="it-IT" dirty="0">
                    <a:solidFill>
                      <a:schemeClr val="tx2">
                        <a:shade val="30000"/>
                        <a:satMod val="150000"/>
                      </a:schemeClr>
                    </a:solidFill>
                    <a:latin typeface="Constantia" panose="02030602050306030303" pitchFamily="18" charset="0"/>
                  </a:rPr>
                  <a:t>🍔</a:t>
                </a:r>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  </a:t>
                </a:r>
                <a:r>
                  <a:rPr lang="it-IT" dirty="0"/>
                  <a:t> </a:t>
                </a:r>
                <a:endParaRPr lang="en-US" dirty="0"/>
              </a:p>
            </p:txBody>
          </p:sp>
        </mc:Choice>
        <mc:Fallback xmlns="">
          <p:sp>
            <p:nvSpPr>
              <p:cNvPr id="4" name="TextBox 3">
                <a:extLst>
                  <a:ext uri="{FF2B5EF4-FFF2-40B4-BE49-F238E27FC236}">
                    <a16:creationId xmlns:a16="http://schemas.microsoft.com/office/drawing/2014/main" id="{4E105DD7-ED18-4D77-BE30-789352B7F98F}"/>
                  </a:ext>
                </a:extLst>
              </p:cNvPr>
              <p:cNvSpPr txBox="1">
                <a:spLocks noRot="1" noChangeAspect="1" noMove="1" noResize="1" noEditPoints="1" noAdjustHandles="1" noChangeArrowheads="1" noChangeShapeType="1" noTextEdit="1"/>
              </p:cNvSpPr>
              <p:nvPr/>
            </p:nvSpPr>
            <p:spPr>
              <a:xfrm>
                <a:off x="2397318" y="756178"/>
                <a:ext cx="4572000" cy="369332"/>
              </a:xfrm>
              <a:prstGeom prst="rect">
                <a:avLst/>
              </a:prstGeom>
              <a:blipFill>
                <a:blip r:embed="rId3"/>
                <a:stretch>
                  <a:fillRect t="-9836" b="-229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A4E8D29-91B3-43E5-BA8D-84E17885461E}"/>
                  </a:ext>
                </a:extLst>
              </p:cNvPr>
              <p:cNvSpPr txBox="1"/>
              <p:nvPr/>
            </p:nvSpPr>
            <p:spPr>
              <a:xfrm>
                <a:off x="2397318" y="1280127"/>
                <a:ext cx="4572000" cy="369332"/>
              </a:xfrm>
              <a:prstGeom prst="rect">
                <a:avLst/>
              </a:prstGeom>
              <a:noFill/>
            </p:spPr>
            <p:txBody>
              <a:bodyPr wrap="square">
                <a:spAutoFit/>
              </a:bodyPr>
              <a:lstStyle/>
              <a:p>
                <a:pPr algn="ctr"/>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Sherry</a:t>
                </a:r>
                <a:r>
                  <a:rPr lang="it-IT" dirty="0"/>
                  <a:t> </a:t>
                </a:r>
                <a:r>
                  <a:rPr lang="it-IT" dirty="0">
                    <a:solidFill>
                      <a:schemeClr val="tx2">
                        <a:shade val="30000"/>
                        <a:satMod val="150000"/>
                      </a:schemeClr>
                    </a:solidFill>
                    <a:latin typeface="Constantia" panose="02030602050306030303" pitchFamily="18" charset="0"/>
                  </a:rPr>
                  <a:t>🎄</a:t>
                </a:r>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 </a:t>
                </a:r>
                <a14:m>
                  <m:oMath xmlns:m="http://schemas.openxmlformats.org/officeDocument/2006/math">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𝟏</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&lt;</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𝟐</m:t>
                    </m:r>
                    <m:r>
                      <a:rPr lang="it-IT" b="1" i="1" spc="50" smtClean="0">
                        <a:ln w="9525" cmpd="sng">
                          <a:solidFill>
                            <a:schemeClr val="accent1"/>
                          </a:solidFill>
                          <a:prstDash val="solid"/>
                        </a:ln>
                        <a:solidFill>
                          <a:srgbClr val="70AD47">
                            <a:tint val="1000"/>
                          </a:srgbClr>
                        </a:solidFill>
                        <a:effectLst>
                          <a:glow rad="38100">
                            <a:schemeClr val="accent1">
                              <a:alpha val="40000"/>
                            </a:schemeClr>
                          </a:glow>
                        </a:effectLst>
                        <a:latin typeface="Cambria Math" panose="02040503050406030204" pitchFamily="18" charset="0"/>
                      </a:rPr>
                      <m:t>= </m:t>
                    </m:r>
                  </m:oMath>
                </a14:m>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David </a:t>
                </a:r>
                <a:r>
                  <a:rPr lang="it-IT" dirty="0">
                    <a:solidFill>
                      <a:schemeClr val="tx2">
                        <a:shade val="30000"/>
                        <a:satMod val="150000"/>
                      </a:schemeClr>
                    </a:solidFill>
                    <a:latin typeface="Constantia" panose="02030602050306030303" pitchFamily="18" charset="0"/>
                  </a:rPr>
                  <a:t>🎄</a:t>
                </a:r>
                <a:r>
                  <a:rPr lang="it-IT" b="1" spc="50" dirty="0">
                    <a:ln w="9525" cmpd="sng">
                      <a:solidFill>
                        <a:schemeClr val="accent1"/>
                      </a:solidFill>
                      <a:prstDash val="solid"/>
                    </a:ln>
                    <a:solidFill>
                      <a:srgbClr val="70AD47">
                        <a:tint val="1000"/>
                      </a:srgbClr>
                    </a:solidFill>
                    <a:effectLst>
                      <a:glow rad="38100">
                        <a:schemeClr val="accent1">
                          <a:alpha val="40000"/>
                        </a:schemeClr>
                      </a:glow>
                    </a:effectLst>
                  </a:rPr>
                  <a:t>  </a:t>
                </a:r>
                <a:r>
                  <a:rPr lang="it-IT" dirty="0"/>
                  <a:t> </a:t>
                </a:r>
                <a:endParaRPr lang="en-US" dirty="0"/>
              </a:p>
            </p:txBody>
          </p:sp>
        </mc:Choice>
        <mc:Fallback>
          <p:sp>
            <p:nvSpPr>
              <p:cNvPr id="5" name="TextBox 4">
                <a:extLst>
                  <a:ext uri="{FF2B5EF4-FFF2-40B4-BE49-F238E27FC236}">
                    <a16:creationId xmlns:a16="http://schemas.microsoft.com/office/drawing/2014/main" id="{6A4E8D29-91B3-43E5-BA8D-84E17885461E}"/>
                  </a:ext>
                </a:extLst>
              </p:cNvPr>
              <p:cNvSpPr txBox="1">
                <a:spLocks noRot="1" noChangeAspect="1" noMove="1" noResize="1" noEditPoints="1" noAdjustHandles="1" noChangeArrowheads="1" noChangeShapeType="1" noTextEdit="1"/>
              </p:cNvSpPr>
              <p:nvPr/>
            </p:nvSpPr>
            <p:spPr>
              <a:xfrm>
                <a:off x="2397318" y="1280127"/>
                <a:ext cx="4572000" cy="369332"/>
              </a:xfrm>
              <a:prstGeom prst="rect">
                <a:avLst/>
              </a:prstGeom>
              <a:blipFill>
                <a:blip r:embed="rId4"/>
                <a:stretch>
                  <a:fillRect t="-11475" b="-2295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804A9CF-DC2A-444F-A1A9-0BEEB91832B5}"/>
              </a:ext>
            </a:extLst>
          </p:cNvPr>
          <p:cNvSpPr txBox="1"/>
          <p:nvPr/>
        </p:nvSpPr>
        <p:spPr>
          <a:xfrm>
            <a:off x="763325" y="2075290"/>
            <a:ext cx="7386762" cy="646331"/>
          </a:xfrm>
          <a:prstGeom prst="rect">
            <a:avLst/>
          </a:prstGeom>
          <a:noFill/>
        </p:spPr>
        <p:txBody>
          <a:bodyPr wrap="square" rtlCol="0">
            <a:spAutoFit/>
          </a:bodyPr>
          <a:lstStyle/>
          <a:p>
            <a:r>
              <a:rPr lang="it-IT" dirty="0"/>
              <a:t>Therefore, Sherry has a comparative advantage in producing wood 🎄 while David has a comparative advantage in producing food 🍔 </a:t>
            </a:r>
            <a:endParaRPr lang="en-US" dirty="0"/>
          </a:p>
        </p:txBody>
      </p:sp>
    </p:spTree>
    <p:extLst>
      <p:ext uri="{BB962C8B-B14F-4D97-AF65-F5344CB8AC3E}">
        <p14:creationId xmlns:p14="http://schemas.microsoft.com/office/powerpoint/2010/main" val="2212003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טבלה 4">
            <a:extLst>
              <a:ext uri="{FF2B5EF4-FFF2-40B4-BE49-F238E27FC236}">
                <a16:creationId xmlns:a16="http://schemas.microsoft.com/office/drawing/2014/main" id="{6EEB5749-7593-43BA-B938-76D1F2534684}"/>
              </a:ext>
            </a:extLst>
          </p:cNvPr>
          <p:cNvGraphicFramePr>
            <a:graphicFrameLocks noGrp="1"/>
          </p:cNvGraphicFramePr>
          <p:nvPr>
            <p:extLst>
              <p:ext uri="{D42A27DB-BD31-4B8C-83A1-F6EECF244321}">
                <p14:modId xmlns:p14="http://schemas.microsoft.com/office/powerpoint/2010/main" val="2957158690"/>
              </p:ext>
            </p:extLst>
          </p:nvPr>
        </p:nvGraphicFramePr>
        <p:xfrm>
          <a:off x="3472225" y="357809"/>
          <a:ext cx="2880867" cy="1297656"/>
        </p:xfrm>
        <a:graphic>
          <a:graphicData uri="http://schemas.openxmlformats.org/drawingml/2006/table">
            <a:tbl>
              <a:tblPr rtl="1" firstRow="1" bandRow="1">
                <a:tableStyleId>{5C22544A-7EE6-4342-B048-85BDC9FD1C3A}</a:tableStyleId>
              </a:tblPr>
              <a:tblGrid>
                <a:gridCol w="960289">
                  <a:extLst>
                    <a:ext uri="{9D8B030D-6E8A-4147-A177-3AD203B41FA5}">
                      <a16:colId xmlns:a16="http://schemas.microsoft.com/office/drawing/2014/main" val="20000"/>
                    </a:ext>
                  </a:extLst>
                </a:gridCol>
                <a:gridCol w="960289">
                  <a:extLst>
                    <a:ext uri="{9D8B030D-6E8A-4147-A177-3AD203B41FA5}">
                      <a16:colId xmlns:a16="http://schemas.microsoft.com/office/drawing/2014/main" val="20001"/>
                    </a:ext>
                  </a:extLst>
                </a:gridCol>
                <a:gridCol w="960289">
                  <a:extLst>
                    <a:ext uri="{9D8B030D-6E8A-4147-A177-3AD203B41FA5}">
                      <a16:colId xmlns:a16="http://schemas.microsoft.com/office/drawing/2014/main" val="20002"/>
                    </a:ext>
                  </a:extLst>
                </a:gridCol>
              </a:tblGrid>
              <a:tr h="324414">
                <a:tc gridSpan="3">
                  <a:txBody>
                    <a:bodyPr/>
                    <a:lstStyle/>
                    <a:p>
                      <a:pPr algn="ctr" rtl="0"/>
                      <a:r>
                        <a:rPr lang="en-US" sz="1200" dirty="0"/>
                        <a:t>Daily production</a:t>
                      </a:r>
                      <a:endParaRPr lang="he-IL" sz="1200" dirty="0"/>
                    </a:p>
                  </a:txBody>
                  <a:tcPr/>
                </a:tc>
                <a:tc hMerge="1">
                  <a:txBody>
                    <a:bodyPr/>
                    <a:lstStyle/>
                    <a:p>
                      <a:pPr algn="ctr" rtl="0"/>
                      <a:endParaRPr lang="he-IL" dirty="0"/>
                    </a:p>
                  </a:txBody>
                  <a:tcPr/>
                </a:tc>
                <a:tc hMerge="1">
                  <a:txBody>
                    <a:bodyPr/>
                    <a:lstStyle/>
                    <a:p>
                      <a:pPr algn="ctr" rtl="0"/>
                      <a:endParaRPr lang="he-IL" sz="1400" dirty="0"/>
                    </a:p>
                  </a:txBody>
                  <a:tcPr/>
                </a:tc>
                <a:extLst>
                  <a:ext uri="{0D108BD9-81ED-4DB2-BD59-A6C34878D82A}">
                    <a16:rowId xmlns:a16="http://schemas.microsoft.com/office/drawing/2014/main" val="10000"/>
                  </a:ext>
                </a:extLst>
              </a:tr>
              <a:tr h="324414">
                <a:tc>
                  <a:txBody>
                    <a:bodyPr/>
                    <a:lstStyle/>
                    <a:p>
                      <a:pPr algn="l" rtl="0"/>
                      <a:r>
                        <a:rPr lang="en-US" sz="1200" dirty="0"/>
                        <a:t>Food</a:t>
                      </a:r>
                      <a:endParaRPr lang="he-IL" sz="1200" dirty="0"/>
                    </a:p>
                  </a:txBody>
                  <a:tcPr/>
                </a:tc>
                <a:tc>
                  <a:txBody>
                    <a:bodyPr/>
                    <a:lstStyle/>
                    <a:p>
                      <a:pPr algn="l" rtl="0"/>
                      <a:r>
                        <a:rPr lang="en-US" sz="1200" dirty="0"/>
                        <a:t>Wood</a:t>
                      </a:r>
                      <a:endParaRPr lang="he-IL" sz="1200" dirty="0"/>
                    </a:p>
                  </a:txBody>
                  <a:tcPr/>
                </a:tc>
                <a:tc>
                  <a:txBody>
                    <a:bodyPr/>
                    <a:lstStyle/>
                    <a:p>
                      <a:pPr algn="l" rtl="0"/>
                      <a:endParaRPr lang="he-IL" sz="1200" dirty="0"/>
                    </a:p>
                  </a:txBody>
                  <a:tcPr/>
                </a:tc>
                <a:extLst>
                  <a:ext uri="{0D108BD9-81ED-4DB2-BD59-A6C34878D82A}">
                    <a16:rowId xmlns:a16="http://schemas.microsoft.com/office/drawing/2014/main" val="10001"/>
                  </a:ext>
                </a:extLst>
              </a:tr>
              <a:tr h="324414">
                <a:tc>
                  <a:txBody>
                    <a:bodyPr/>
                    <a:lstStyle/>
                    <a:p>
                      <a:pPr algn="l" rtl="0"/>
                      <a:r>
                        <a:rPr lang="en-US" sz="1200" dirty="0"/>
                        <a:t>10</a:t>
                      </a:r>
                      <a:endParaRPr lang="he-IL" sz="1200" dirty="0"/>
                    </a:p>
                  </a:txBody>
                  <a:tcPr/>
                </a:tc>
                <a:tc>
                  <a:txBody>
                    <a:bodyPr/>
                    <a:lstStyle/>
                    <a:p>
                      <a:pPr algn="l" rtl="0"/>
                      <a:r>
                        <a:rPr lang="en-US" sz="1200" dirty="0"/>
                        <a:t>10</a:t>
                      </a:r>
                      <a:endParaRPr lang="he-IL" sz="1200" dirty="0"/>
                    </a:p>
                  </a:txBody>
                  <a:tcPr/>
                </a:tc>
                <a:tc>
                  <a:txBody>
                    <a:bodyPr/>
                    <a:lstStyle/>
                    <a:p>
                      <a:pPr algn="l" rtl="0"/>
                      <a:r>
                        <a:rPr lang="en-US" sz="1200" dirty="0"/>
                        <a:t>Sherry </a:t>
                      </a:r>
                      <a:endParaRPr lang="he-IL" sz="1200" dirty="0"/>
                    </a:p>
                  </a:txBody>
                  <a:tcPr/>
                </a:tc>
                <a:extLst>
                  <a:ext uri="{0D108BD9-81ED-4DB2-BD59-A6C34878D82A}">
                    <a16:rowId xmlns:a16="http://schemas.microsoft.com/office/drawing/2014/main" val="10002"/>
                  </a:ext>
                </a:extLst>
              </a:tr>
              <a:tr h="324414">
                <a:tc>
                  <a:txBody>
                    <a:bodyPr/>
                    <a:lstStyle/>
                    <a:p>
                      <a:pPr algn="l" rtl="0"/>
                      <a:r>
                        <a:rPr lang="en-US" sz="1200" dirty="0"/>
                        <a:t>8</a:t>
                      </a:r>
                      <a:endParaRPr lang="he-IL" sz="1200" dirty="0"/>
                    </a:p>
                  </a:txBody>
                  <a:tcPr/>
                </a:tc>
                <a:tc>
                  <a:txBody>
                    <a:bodyPr/>
                    <a:lstStyle/>
                    <a:p>
                      <a:pPr algn="l" rtl="0"/>
                      <a:r>
                        <a:rPr lang="en-US" sz="1200"/>
                        <a:t>4</a:t>
                      </a:r>
                      <a:endParaRPr lang="he-IL" sz="1200" dirty="0"/>
                    </a:p>
                  </a:txBody>
                  <a:tcPr/>
                </a:tc>
                <a:tc>
                  <a:txBody>
                    <a:bodyPr/>
                    <a:lstStyle/>
                    <a:p>
                      <a:pPr algn="l" rtl="0"/>
                      <a:r>
                        <a:rPr lang="en-US" sz="1200" dirty="0"/>
                        <a:t>David</a:t>
                      </a:r>
                      <a:endParaRPr lang="he-IL" sz="1200" dirty="0"/>
                    </a:p>
                  </a:txBody>
                  <a:tcPr/>
                </a:tc>
                <a:extLst>
                  <a:ext uri="{0D108BD9-81ED-4DB2-BD59-A6C34878D82A}">
                    <a16:rowId xmlns:a16="http://schemas.microsoft.com/office/drawing/2014/main" val="10003"/>
                  </a:ext>
                </a:extLst>
              </a:tr>
            </a:tbl>
          </a:graphicData>
        </a:graphic>
      </p:graphicFrame>
      <p:sp>
        <p:nvSpPr>
          <p:cNvPr id="4" name="TextBox 3">
            <a:extLst>
              <a:ext uri="{FF2B5EF4-FFF2-40B4-BE49-F238E27FC236}">
                <a16:creationId xmlns:a16="http://schemas.microsoft.com/office/drawing/2014/main" id="{0F4B1099-4E99-4BF5-AD16-C39C5D90A943}"/>
              </a:ext>
            </a:extLst>
          </p:cNvPr>
          <p:cNvSpPr txBox="1"/>
          <p:nvPr/>
        </p:nvSpPr>
        <p:spPr>
          <a:xfrm>
            <a:off x="2715371" y="2212163"/>
            <a:ext cx="4572000" cy="2031325"/>
          </a:xfrm>
          <a:prstGeom prst="rect">
            <a:avLst/>
          </a:prstGeom>
          <a:noFill/>
        </p:spPr>
        <p:txBody>
          <a:bodyPr wrap="square">
            <a:spAutoFit/>
          </a:bodyPr>
          <a:lstStyle/>
          <a:p>
            <a:pPr algn="ctr"/>
            <a:r>
              <a:rPr lang="en-US" sz="1800" dirty="0"/>
              <a:t>What is the </a:t>
            </a:r>
            <a:r>
              <a:rPr lang="en-US" sz="1800" u="sng" dirty="0"/>
              <a:t>monthly</a:t>
            </a:r>
            <a:r>
              <a:rPr lang="en-US" sz="1800" dirty="0"/>
              <a:t> production possibilities frontier?</a:t>
            </a:r>
          </a:p>
          <a:p>
            <a:pPr algn="ctr"/>
            <a:endParaRPr lang="en-US" sz="1800" dirty="0"/>
          </a:p>
          <a:p>
            <a:pPr algn="ctr"/>
            <a:r>
              <a:rPr lang="en-US" dirty="0"/>
              <a:t>On aggregate, how much food can David and Sherry produce?</a:t>
            </a:r>
          </a:p>
          <a:p>
            <a:pPr algn="ctr"/>
            <a:endParaRPr lang="en-US" dirty="0"/>
          </a:p>
          <a:p>
            <a:pPr algn="ctr"/>
            <a:r>
              <a:rPr lang="en-US" dirty="0"/>
              <a:t>How much wood? </a:t>
            </a:r>
          </a:p>
        </p:txBody>
      </p:sp>
    </p:spTree>
    <p:extLst>
      <p:ext uri="{BB962C8B-B14F-4D97-AF65-F5344CB8AC3E}">
        <p14:creationId xmlns:p14="http://schemas.microsoft.com/office/powerpoint/2010/main" val="107166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טבלה 3">
            <a:extLst>
              <a:ext uri="{FF2B5EF4-FFF2-40B4-BE49-F238E27FC236}">
                <a16:creationId xmlns:a16="http://schemas.microsoft.com/office/drawing/2014/main" id="{876DC8AA-98E3-43C1-ACE4-6D79802114D8}"/>
              </a:ext>
            </a:extLst>
          </p:cNvPr>
          <p:cNvGraphicFramePr>
            <a:graphicFrameLocks noGrp="1"/>
          </p:cNvGraphicFramePr>
          <p:nvPr>
            <p:extLst>
              <p:ext uri="{D42A27DB-BD31-4B8C-83A1-F6EECF244321}">
                <p14:modId xmlns:p14="http://schemas.microsoft.com/office/powerpoint/2010/main" val="217759642"/>
              </p:ext>
            </p:extLst>
          </p:nvPr>
        </p:nvGraphicFramePr>
        <p:xfrm>
          <a:off x="1524000" y="1066800"/>
          <a:ext cx="6096000" cy="1112520"/>
        </p:xfrm>
        <a:graphic>
          <a:graphicData uri="http://schemas.openxmlformats.org/drawingml/2006/table">
            <a:tbl>
              <a:tblPr rtl="1"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rtl="1"/>
                      <a:r>
                        <a:rPr lang="en-US" dirty="0">
                          <a:solidFill>
                            <a:srgbClr val="FF0000"/>
                          </a:solidFill>
                        </a:rPr>
                        <a:t>wood</a:t>
                      </a:r>
                      <a:endParaRPr lang="he-IL" dirty="0">
                        <a:solidFill>
                          <a:srgbClr val="FF0000"/>
                        </a:solidFill>
                      </a:endParaRPr>
                    </a:p>
                  </a:txBody>
                  <a:tcPr/>
                </a:tc>
                <a:tc>
                  <a:txBody>
                    <a:bodyPr/>
                    <a:lstStyle/>
                    <a:p>
                      <a:pPr algn="ctr" rtl="1"/>
                      <a:r>
                        <a:rPr lang="en-US" dirty="0">
                          <a:solidFill>
                            <a:srgbClr val="FF0000"/>
                          </a:solidFill>
                        </a:rPr>
                        <a:t>food</a:t>
                      </a:r>
                      <a:endParaRPr lang="he-IL" dirty="0">
                        <a:solidFill>
                          <a:srgbClr val="FF0000"/>
                        </a:solidFill>
                      </a:endParaRPr>
                    </a:p>
                  </a:txBody>
                  <a:tcPr/>
                </a:tc>
                <a:tc>
                  <a:txBody>
                    <a:bodyPr/>
                    <a:lstStyle/>
                    <a:p>
                      <a:pPr rtl="1"/>
                      <a:endParaRPr lang="he-IL" dirty="0"/>
                    </a:p>
                  </a:txBody>
                  <a:tcPr/>
                </a:tc>
                <a:extLst>
                  <a:ext uri="{0D108BD9-81ED-4DB2-BD59-A6C34878D82A}">
                    <a16:rowId xmlns:a16="http://schemas.microsoft.com/office/drawing/2014/main" val="10000"/>
                  </a:ext>
                </a:extLst>
              </a:tr>
              <a:tr h="370840">
                <a:tc>
                  <a:txBody>
                    <a:bodyPr/>
                    <a:lstStyle/>
                    <a:p>
                      <a:pPr algn="ctr" rtl="1"/>
                      <a:r>
                        <a:rPr lang="en-US" dirty="0"/>
                        <a:t>4</a:t>
                      </a:r>
                      <a:endParaRPr lang="he-IL" dirty="0"/>
                    </a:p>
                  </a:txBody>
                  <a:tcPr/>
                </a:tc>
                <a:tc>
                  <a:txBody>
                    <a:bodyPr/>
                    <a:lstStyle/>
                    <a:p>
                      <a:pPr algn="ctr" rtl="1"/>
                      <a:r>
                        <a:rPr lang="en-US" dirty="0"/>
                        <a:t>8</a:t>
                      </a:r>
                      <a:endParaRPr lang="he-IL"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kern="1200" dirty="0">
                          <a:solidFill>
                            <a:srgbClr val="FF0000"/>
                          </a:solidFill>
                          <a:latin typeface="+mn-lt"/>
                          <a:ea typeface="+mn-ea"/>
                          <a:cs typeface="+mn-cs"/>
                        </a:rPr>
                        <a:t>David</a:t>
                      </a:r>
                      <a:endParaRPr lang="he-IL" sz="1800" kern="1200" dirty="0">
                        <a:solidFill>
                          <a:srgbClr val="FF0000"/>
                        </a:solidFill>
                        <a:latin typeface="+mn-lt"/>
                        <a:ea typeface="+mn-ea"/>
                        <a:cs typeface="+mn-cs"/>
                      </a:endParaRPr>
                    </a:p>
                  </a:txBody>
                  <a:tcPr/>
                </a:tc>
                <a:extLst>
                  <a:ext uri="{0D108BD9-81ED-4DB2-BD59-A6C34878D82A}">
                    <a16:rowId xmlns:a16="http://schemas.microsoft.com/office/drawing/2014/main" val="10001"/>
                  </a:ext>
                </a:extLst>
              </a:tr>
              <a:tr h="370840">
                <a:tc>
                  <a:txBody>
                    <a:bodyPr/>
                    <a:lstStyle/>
                    <a:p>
                      <a:pPr algn="ctr" rtl="1"/>
                      <a:r>
                        <a:rPr lang="en-US" dirty="0"/>
                        <a:t>10</a:t>
                      </a:r>
                      <a:endParaRPr lang="he-IL" dirty="0"/>
                    </a:p>
                  </a:txBody>
                  <a:tcPr/>
                </a:tc>
                <a:tc>
                  <a:txBody>
                    <a:bodyPr/>
                    <a:lstStyle/>
                    <a:p>
                      <a:pPr algn="ctr" rtl="1"/>
                      <a:r>
                        <a:rPr lang="en-US" dirty="0"/>
                        <a:t>10</a:t>
                      </a:r>
                      <a:endParaRPr lang="he-IL" dirty="0"/>
                    </a:p>
                  </a:txBody>
                  <a:tcPr/>
                </a:tc>
                <a:tc>
                  <a:txBody>
                    <a:bodyPr/>
                    <a:lstStyle/>
                    <a:p>
                      <a:pPr algn="ctr" rtl="1"/>
                      <a:r>
                        <a:rPr lang="en-US" sz="1800" dirty="0">
                          <a:solidFill>
                            <a:srgbClr val="FF0000"/>
                          </a:solidFill>
                        </a:rPr>
                        <a:t>Sherry </a:t>
                      </a:r>
                      <a:endParaRPr lang="he-IL" dirty="0">
                        <a:solidFill>
                          <a:srgbClr val="FF0000"/>
                        </a:solidFill>
                      </a:endParaRPr>
                    </a:p>
                  </a:txBody>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C22EA0BD-83CD-47CE-879C-B8E676000576}"/>
              </a:ext>
            </a:extLst>
          </p:cNvPr>
          <p:cNvSpPr txBox="1"/>
          <p:nvPr/>
        </p:nvSpPr>
        <p:spPr>
          <a:xfrm>
            <a:off x="580445" y="2528514"/>
            <a:ext cx="8293211" cy="646331"/>
          </a:xfrm>
          <a:prstGeom prst="rect">
            <a:avLst/>
          </a:prstGeom>
          <a:noFill/>
        </p:spPr>
        <p:txBody>
          <a:bodyPr wrap="square" rtlCol="0">
            <a:spAutoFit/>
          </a:bodyPr>
          <a:lstStyle/>
          <a:p>
            <a:pPr algn="ctr"/>
            <a:r>
              <a:rPr lang="it-IT" dirty="0"/>
              <a:t>Max Food: 10*30 + 8*30 = 300 + 240 = 540</a:t>
            </a:r>
          </a:p>
          <a:p>
            <a:pPr algn="ctr"/>
            <a:r>
              <a:rPr lang="it-IT" dirty="0"/>
              <a:t>Max Wood: 10*30 + 4*30 = 300 + 120 = 420</a:t>
            </a:r>
            <a:endParaRPr lang="en-US" dirty="0"/>
          </a:p>
        </p:txBody>
      </p:sp>
      <p:pic>
        <p:nvPicPr>
          <p:cNvPr id="4" name="Picture 3">
            <a:extLst>
              <a:ext uri="{FF2B5EF4-FFF2-40B4-BE49-F238E27FC236}">
                <a16:creationId xmlns:a16="http://schemas.microsoft.com/office/drawing/2014/main" id="{11755E01-2AF0-4A03-8D26-D68F2F0651E1}"/>
              </a:ext>
            </a:extLst>
          </p:cNvPr>
          <p:cNvPicPr>
            <a:picLocks noChangeAspect="1"/>
          </p:cNvPicPr>
          <p:nvPr/>
        </p:nvPicPr>
        <p:blipFill>
          <a:blip r:embed="rId3"/>
          <a:stretch>
            <a:fillRect/>
          </a:stretch>
        </p:blipFill>
        <p:spPr>
          <a:xfrm>
            <a:off x="795261" y="3174845"/>
            <a:ext cx="3084843" cy="1847248"/>
          </a:xfrm>
          <a:prstGeom prst="rect">
            <a:avLst/>
          </a:prstGeom>
        </p:spPr>
      </p:pic>
    </p:spTree>
    <p:extLst>
      <p:ext uri="{BB962C8B-B14F-4D97-AF65-F5344CB8AC3E}">
        <p14:creationId xmlns:p14="http://schemas.microsoft.com/office/powerpoint/2010/main" val="21408002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E0AF04-5706-48DE-B45A-8BDA35675443}"/>
              </a:ext>
            </a:extLst>
          </p:cNvPr>
          <p:cNvSpPr txBox="1"/>
          <p:nvPr/>
        </p:nvSpPr>
        <p:spPr>
          <a:xfrm>
            <a:off x="1741337" y="528847"/>
            <a:ext cx="5812403" cy="1200329"/>
          </a:xfrm>
          <a:prstGeom prst="rect">
            <a:avLst/>
          </a:prstGeom>
          <a:noFill/>
        </p:spPr>
        <p:txBody>
          <a:bodyPr wrap="square" rtlCol="0">
            <a:spAutoFit/>
          </a:bodyPr>
          <a:lstStyle/>
          <a:p>
            <a:pPr algn="ctr"/>
            <a:r>
              <a:rPr lang="en-US" dirty="0"/>
              <a:t>Supposed we are producing just 420 pieces of wood, but we need some food. Who is going to produce the food? David or Sherry ? </a:t>
            </a:r>
          </a:p>
          <a:p>
            <a:pPr algn="ctr" rtl="0"/>
            <a:endParaRPr lang="en-US" dirty="0"/>
          </a:p>
        </p:txBody>
      </p:sp>
      <p:sp>
        <p:nvSpPr>
          <p:cNvPr id="3" name="TextBox 2">
            <a:extLst>
              <a:ext uri="{FF2B5EF4-FFF2-40B4-BE49-F238E27FC236}">
                <a16:creationId xmlns:a16="http://schemas.microsoft.com/office/drawing/2014/main" id="{A3C36983-ECB3-4E34-B9A7-5FA335222AAD}"/>
              </a:ext>
            </a:extLst>
          </p:cNvPr>
          <p:cNvSpPr txBox="1"/>
          <p:nvPr/>
        </p:nvSpPr>
        <p:spPr>
          <a:xfrm>
            <a:off x="2595310" y="1544510"/>
            <a:ext cx="4104456" cy="369332"/>
          </a:xfrm>
          <a:prstGeom prst="rect">
            <a:avLst/>
          </a:prstGeom>
          <a:noFill/>
        </p:spPr>
        <p:txBody>
          <a:bodyPr wrap="square" rtlCol="0">
            <a:spAutoFit/>
          </a:bodyPr>
          <a:lstStyle/>
          <a:p>
            <a:pPr algn="ctr" rtl="0"/>
            <a:r>
              <a:rPr lang="it-IT" dirty="0"/>
              <a:t>🗝 </a:t>
            </a:r>
            <a:r>
              <a:rPr lang="en-US" dirty="0"/>
              <a:t>Key answer: </a:t>
            </a:r>
            <a:r>
              <a:rPr lang="en-US" u="sng" dirty="0"/>
              <a:t>Opportunity cost</a:t>
            </a:r>
          </a:p>
        </p:txBody>
      </p:sp>
      <p:graphicFrame>
        <p:nvGraphicFramePr>
          <p:cNvPr id="7" name="טבלה 21">
            <a:extLst>
              <a:ext uri="{FF2B5EF4-FFF2-40B4-BE49-F238E27FC236}">
                <a16:creationId xmlns:a16="http://schemas.microsoft.com/office/drawing/2014/main" id="{3960835B-A40E-4F95-A75D-58967E7A1CC5}"/>
              </a:ext>
            </a:extLst>
          </p:cNvPr>
          <p:cNvGraphicFramePr>
            <a:graphicFrameLocks noGrp="1"/>
          </p:cNvGraphicFramePr>
          <p:nvPr>
            <p:extLst>
              <p:ext uri="{D42A27DB-BD31-4B8C-83A1-F6EECF244321}">
                <p14:modId xmlns:p14="http://schemas.microsoft.com/office/powerpoint/2010/main" val="354787692"/>
              </p:ext>
            </p:extLst>
          </p:nvPr>
        </p:nvGraphicFramePr>
        <p:xfrm>
          <a:off x="1590842" y="2519383"/>
          <a:ext cx="5962315" cy="1466442"/>
        </p:xfrm>
        <a:graphic>
          <a:graphicData uri="http://schemas.openxmlformats.org/drawingml/2006/table">
            <a:tbl>
              <a:tblPr rtl="1" firstRow="1" bandRow="1">
                <a:tableStyleId>{5C22544A-7EE6-4342-B048-85BDC9FD1C3A}</a:tableStyleId>
              </a:tblPr>
              <a:tblGrid>
                <a:gridCol w="1192463">
                  <a:extLst>
                    <a:ext uri="{9D8B030D-6E8A-4147-A177-3AD203B41FA5}">
                      <a16:colId xmlns:a16="http://schemas.microsoft.com/office/drawing/2014/main" val="20000"/>
                    </a:ext>
                  </a:extLst>
                </a:gridCol>
                <a:gridCol w="1192463">
                  <a:extLst>
                    <a:ext uri="{9D8B030D-6E8A-4147-A177-3AD203B41FA5}">
                      <a16:colId xmlns:a16="http://schemas.microsoft.com/office/drawing/2014/main" val="20001"/>
                    </a:ext>
                  </a:extLst>
                </a:gridCol>
                <a:gridCol w="1192463">
                  <a:extLst>
                    <a:ext uri="{9D8B030D-6E8A-4147-A177-3AD203B41FA5}">
                      <a16:colId xmlns:a16="http://schemas.microsoft.com/office/drawing/2014/main" val="20002"/>
                    </a:ext>
                  </a:extLst>
                </a:gridCol>
                <a:gridCol w="1192463">
                  <a:extLst>
                    <a:ext uri="{9D8B030D-6E8A-4147-A177-3AD203B41FA5}">
                      <a16:colId xmlns:a16="http://schemas.microsoft.com/office/drawing/2014/main" val="20003"/>
                    </a:ext>
                  </a:extLst>
                </a:gridCol>
                <a:gridCol w="1192463">
                  <a:extLst>
                    <a:ext uri="{9D8B030D-6E8A-4147-A177-3AD203B41FA5}">
                      <a16:colId xmlns:a16="http://schemas.microsoft.com/office/drawing/2014/main" val="20004"/>
                    </a:ext>
                  </a:extLst>
                </a:gridCol>
              </a:tblGrid>
              <a:tr h="535570">
                <a:tc>
                  <a:txBody>
                    <a:bodyPr/>
                    <a:lstStyle/>
                    <a:p>
                      <a:pPr algn="l" rtl="0"/>
                      <a:r>
                        <a:rPr lang="en-US" sz="1100" dirty="0"/>
                        <a:t>Opportunity cost of Food</a:t>
                      </a:r>
                      <a:endParaRPr lang="he-IL"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Opportunity cost of Wood</a:t>
                      </a:r>
                      <a:endParaRPr lang="he-IL" sz="1100" dirty="0"/>
                    </a:p>
                  </a:txBody>
                  <a:tcPr/>
                </a:tc>
                <a:tc>
                  <a:txBody>
                    <a:bodyPr/>
                    <a:lstStyle/>
                    <a:p>
                      <a:pPr algn="l" rtl="0"/>
                      <a:r>
                        <a:rPr lang="en-US" sz="1100" dirty="0"/>
                        <a:t>Food</a:t>
                      </a:r>
                      <a:endParaRPr lang="he-IL" sz="1100" dirty="0"/>
                    </a:p>
                  </a:txBody>
                  <a:tcPr/>
                </a:tc>
                <a:tc>
                  <a:txBody>
                    <a:bodyPr/>
                    <a:lstStyle/>
                    <a:p>
                      <a:pPr algn="l" rtl="0"/>
                      <a:r>
                        <a:rPr lang="en-US" sz="1100" dirty="0"/>
                        <a:t>Wood</a:t>
                      </a:r>
                      <a:endParaRPr lang="he-IL" sz="1100" dirty="0"/>
                    </a:p>
                  </a:txBody>
                  <a:tcPr/>
                </a:tc>
                <a:tc>
                  <a:txBody>
                    <a:bodyPr/>
                    <a:lstStyle/>
                    <a:p>
                      <a:pPr algn="l" rtl="0"/>
                      <a:endParaRPr lang="he-IL" sz="1100" dirty="0"/>
                    </a:p>
                  </a:txBody>
                  <a:tcPr/>
                </a:tc>
                <a:extLst>
                  <a:ext uri="{0D108BD9-81ED-4DB2-BD59-A6C34878D82A}">
                    <a16:rowId xmlns:a16="http://schemas.microsoft.com/office/drawing/2014/main" val="10000"/>
                  </a:ext>
                </a:extLst>
              </a:tr>
              <a:tr h="465436">
                <a:tc>
                  <a:txBody>
                    <a:bodyPr/>
                    <a:lstStyle/>
                    <a:p>
                      <a:pPr algn="l" rtl="0"/>
                      <a:r>
                        <a:rPr lang="en-US" sz="1300" dirty="0"/>
                        <a:t>1</a:t>
                      </a:r>
                      <a:endParaRPr lang="he-IL" sz="1300" dirty="0"/>
                    </a:p>
                  </a:txBody>
                  <a:tcPr/>
                </a:tc>
                <a:tc>
                  <a:txBody>
                    <a:bodyPr/>
                    <a:lstStyle/>
                    <a:p>
                      <a:pPr algn="l" rtl="0"/>
                      <a:r>
                        <a:rPr lang="en-US" sz="1300" dirty="0"/>
                        <a:t>1</a:t>
                      </a:r>
                      <a:endParaRPr lang="he-IL" sz="1300" dirty="0"/>
                    </a:p>
                  </a:txBody>
                  <a:tcPr/>
                </a:tc>
                <a:tc>
                  <a:txBody>
                    <a:bodyPr/>
                    <a:lstStyle/>
                    <a:p>
                      <a:pPr algn="l" rtl="0"/>
                      <a:r>
                        <a:rPr lang="en-US" sz="1300" dirty="0"/>
                        <a:t>10</a:t>
                      </a:r>
                      <a:endParaRPr lang="he-IL" sz="1300" dirty="0"/>
                    </a:p>
                  </a:txBody>
                  <a:tcPr/>
                </a:tc>
                <a:tc>
                  <a:txBody>
                    <a:bodyPr/>
                    <a:lstStyle/>
                    <a:p>
                      <a:pPr algn="l" rtl="0"/>
                      <a:r>
                        <a:rPr lang="en-US" sz="1300" dirty="0"/>
                        <a:t>10</a:t>
                      </a:r>
                      <a:endParaRPr lang="he-IL" sz="1300" dirty="0"/>
                    </a:p>
                  </a:txBody>
                  <a:tcPr/>
                </a:tc>
                <a:tc>
                  <a:txBody>
                    <a:bodyPr/>
                    <a:lstStyle/>
                    <a:p>
                      <a:pPr algn="l" rtl="0"/>
                      <a:r>
                        <a:rPr lang="en-US" sz="1100" dirty="0"/>
                        <a:t>Sherry </a:t>
                      </a:r>
                      <a:endParaRPr lang="he-IL" sz="1100" dirty="0"/>
                    </a:p>
                  </a:txBody>
                  <a:tcPr/>
                </a:tc>
                <a:extLst>
                  <a:ext uri="{0D108BD9-81ED-4DB2-BD59-A6C34878D82A}">
                    <a16:rowId xmlns:a16="http://schemas.microsoft.com/office/drawing/2014/main" val="10001"/>
                  </a:ext>
                </a:extLst>
              </a:tr>
              <a:tr h="465436">
                <a:tc>
                  <a:txBody>
                    <a:bodyPr/>
                    <a:lstStyle/>
                    <a:p>
                      <a:pPr algn="l" rtl="0"/>
                      <a:r>
                        <a:rPr lang="en-US" sz="1300" dirty="0"/>
                        <a:t>0.5</a:t>
                      </a:r>
                      <a:endParaRPr lang="he-IL" sz="1300" dirty="0"/>
                    </a:p>
                  </a:txBody>
                  <a:tcPr/>
                </a:tc>
                <a:tc>
                  <a:txBody>
                    <a:bodyPr/>
                    <a:lstStyle/>
                    <a:p>
                      <a:pPr algn="l" rtl="0"/>
                      <a:r>
                        <a:rPr lang="en-US" sz="1300" dirty="0"/>
                        <a:t>2</a:t>
                      </a:r>
                      <a:endParaRPr lang="he-IL" sz="1300" dirty="0"/>
                    </a:p>
                  </a:txBody>
                  <a:tcPr/>
                </a:tc>
                <a:tc>
                  <a:txBody>
                    <a:bodyPr/>
                    <a:lstStyle/>
                    <a:p>
                      <a:pPr algn="l" rtl="0"/>
                      <a:r>
                        <a:rPr lang="en-US" sz="1300" dirty="0"/>
                        <a:t>8</a:t>
                      </a:r>
                      <a:endParaRPr lang="he-IL" sz="1300" dirty="0"/>
                    </a:p>
                  </a:txBody>
                  <a:tcPr/>
                </a:tc>
                <a:tc>
                  <a:txBody>
                    <a:bodyPr/>
                    <a:lstStyle/>
                    <a:p>
                      <a:pPr algn="l" rtl="0"/>
                      <a:r>
                        <a:rPr lang="en-US" sz="1300" dirty="0"/>
                        <a:t>4</a:t>
                      </a:r>
                      <a:endParaRPr lang="he-IL" sz="1300" dirty="0"/>
                    </a:p>
                  </a:txBody>
                  <a:tcPr/>
                </a:tc>
                <a:tc>
                  <a:txBody>
                    <a:bodyPr/>
                    <a:lstStyle/>
                    <a:p>
                      <a:pPr algn="l" rtl="0"/>
                      <a:r>
                        <a:rPr lang="en-US" sz="1100" dirty="0"/>
                        <a:t>David</a:t>
                      </a:r>
                      <a:endParaRPr lang="he-IL" sz="11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4155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0BF7A2-344A-4B0D-BEB9-49E1BBA1FD3F}"/>
              </a:ext>
            </a:extLst>
          </p:cNvPr>
          <p:cNvPicPr>
            <a:picLocks noChangeAspect="1"/>
          </p:cNvPicPr>
          <p:nvPr/>
        </p:nvPicPr>
        <p:blipFill>
          <a:blip r:embed="rId3"/>
          <a:stretch>
            <a:fillRect/>
          </a:stretch>
        </p:blipFill>
        <p:spPr>
          <a:xfrm>
            <a:off x="199399" y="429306"/>
            <a:ext cx="4133446" cy="3011685"/>
          </a:xfrm>
          <a:prstGeom prst="rect">
            <a:avLst/>
          </a:prstGeom>
        </p:spPr>
      </p:pic>
      <p:sp>
        <p:nvSpPr>
          <p:cNvPr id="4" name="TextBox 3">
            <a:extLst>
              <a:ext uri="{FF2B5EF4-FFF2-40B4-BE49-F238E27FC236}">
                <a16:creationId xmlns:a16="http://schemas.microsoft.com/office/drawing/2014/main" id="{987EDC07-C130-431E-8952-20B6CF56FEC3}"/>
              </a:ext>
            </a:extLst>
          </p:cNvPr>
          <p:cNvSpPr txBox="1"/>
          <p:nvPr/>
        </p:nvSpPr>
        <p:spPr>
          <a:xfrm>
            <a:off x="3050691" y="579755"/>
            <a:ext cx="2564308" cy="1107996"/>
          </a:xfrm>
          <a:prstGeom prst="rect">
            <a:avLst/>
          </a:prstGeom>
          <a:solidFill>
            <a:schemeClr val="bg2">
              <a:lumMod val="20000"/>
              <a:lumOff val="80000"/>
            </a:schemeClr>
          </a:solidFill>
        </p:spPr>
        <p:txBody>
          <a:bodyPr wrap="square" rtlCol="0">
            <a:spAutoFit/>
          </a:bodyPr>
          <a:lstStyle/>
          <a:p>
            <a:r>
              <a:rPr lang="en-US" sz="1300" dirty="0"/>
              <a:t>If they need more than 240 units of  food, </a:t>
            </a:r>
            <a:r>
              <a:rPr lang="en-US" sz="1400" dirty="0"/>
              <a:t>Sherry </a:t>
            </a:r>
            <a:r>
              <a:rPr lang="en-US" sz="1300" dirty="0"/>
              <a:t>should stop chopping wood and start gathering food. For 1 unit of food, she will lose 1 unit of wood.</a:t>
            </a:r>
          </a:p>
        </p:txBody>
      </p:sp>
      <p:sp>
        <p:nvSpPr>
          <p:cNvPr id="5" name="TextBox 4">
            <a:extLst>
              <a:ext uri="{FF2B5EF4-FFF2-40B4-BE49-F238E27FC236}">
                <a16:creationId xmlns:a16="http://schemas.microsoft.com/office/drawing/2014/main" id="{4BA48415-D8CB-43C1-B67C-49183FBD0368}"/>
              </a:ext>
            </a:extLst>
          </p:cNvPr>
          <p:cNvSpPr txBox="1"/>
          <p:nvPr/>
        </p:nvSpPr>
        <p:spPr>
          <a:xfrm>
            <a:off x="5741320" y="725017"/>
            <a:ext cx="3402680" cy="923330"/>
          </a:xfrm>
          <a:prstGeom prst="rect">
            <a:avLst/>
          </a:prstGeom>
          <a:noFill/>
        </p:spPr>
        <p:txBody>
          <a:bodyPr wrap="square" rtlCol="0">
            <a:spAutoFit/>
          </a:bodyPr>
          <a:lstStyle/>
          <a:p>
            <a:r>
              <a:rPr lang="en-US" dirty="0"/>
              <a:t>David can gather 240 units of Food instead of 120 units of Wood.</a:t>
            </a:r>
          </a:p>
        </p:txBody>
      </p:sp>
      <p:sp>
        <p:nvSpPr>
          <p:cNvPr id="6" name="Rectangle 5">
            <a:extLst>
              <a:ext uri="{FF2B5EF4-FFF2-40B4-BE49-F238E27FC236}">
                <a16:creationId xmlns:a16="http://schemas.microsoft.com/office/drawing/2014/main" id="{7633950F-2995-4718-9772-8F6F21C33A2B}"/>
              </a:ext>
            </a:extLst>
          </p:cNvPr>
          <p:cNvSpPr/>
          <p:nvPr/>
        </p:nvSpPr>
        <p:spPr>
          <a:xfrm>
            <a:off x="5614999" y="1614299"/>
            <a:ext cx="3465391" cy="923330"/>
          </a:xfrm>
          <a:prstGeom prst="rect">
            <a:avLst/>
          </a:prstGeom>
        </p:spPr>
        <p:txBody>
          <a:bodyPr wrap="square">
            <a:spAutoFit/>
          </a:bodyPr>
          <a:lstStyle/>
          <a:p>
            <a:r>
              <a:rPr lang="en-US" dirty="0"/>
              <a:t>In this case, they can produce 240 (30*8) units of  food and 300 (30*10) of wood.</a:t>
            </a:r>
          </a:p>
        </p:txBody>
      </p:sp>
      <p:sp>
        <p:nvSpPr>
          <p:cNvPr id="7" name="Rectangle 6">
            <a:extLst>
              <a:ext uri="{FF2B5EF4-FFF2-40B4-BE49-F238E27FC236}">
                <a16:creationId xmlns:a16="http://schemas.microsoft.com/office/drawing/2014/main" id="{651C318D-C586-4D9D-9D0E-5C0AC43A050B}"/>
              </a:ext>
            </a:extLst>
          </p:cNvPr>
          <p:cNvSpPr/>
          <p:nvPr/>
        </p:nvSpPr>
        <p:spPr>
          <a:xfrm>
            <a:off x="4332845" y="3591440"/>
            <a:ext cx="4572000" cy="1200329"/>
          </a:xfrm>
          <a:prstGeom prst="rect">
            <a:avLst/>
          </a:prstGeom>
        </p:spPr>
        <p:txBody>
          <a:bodyPr>
            <a:spAutoFit/>
          </a:bodyPr>
          <a:lstStyle/>
          <a:p>
            <a:r>
              <a:rPr lang="en-US" b="1" dirty="0"/>
              <a:t>Note:</a:t>
            </a:r>
            <a:r>
              <a:rPr lang="en-US" dirty="0"/>
              <a:t> David can decide how many days to spend cutting wood and how many days to gather food. The cost opportunity is always 0.5 wood (Linear line)</a:t>
            </a:r>
          </a:p>
        </p:txBody>
      </p:sp>
    </p:spTree>
    <p:extLst>
      <p:ext uri="{BB962C8B-B14F-4D97-AF65-F5344CB8AC3E}">
        <p14:creationId xmlns:p14="http://schemas.microsoft.com/office/powerpoint/2010/main" val="102634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6A20E8-0080-4E6F-885C-CB0C938C88E4}"/>
              </a:ext>
            </a:extLst>
          </p:cNvPr>
          <p:cNvSpPr txBox="1"/>
          <p:nvPr/>
        </p:nvSpPr>
        <p:spPr>
          <a:xfrm>
            <a:off x="1825056" y="450602"/>
            <a:ext cx="5929354" cy="590931"/>
          </a:xfrm>
          <a:prstGeom prst="rect">
            <a:avLst/>
          </a:prstGeom>
          <a:noFill/>
        </p:spPr>
        <p:txBody>
          <a:bodyPr wrap="square" rtlCol="1">
            <a:spAutoFit/>
          </a:bodyPr>
          <a:lstStyle/>
          <a:p>
            <a:pPr defTabSz="685800">
              <a:lnSpc>
                <a:spcPct val="90000"/>
              </a:lnSpc>
              <a:spcBef>
                <a:spcPts val="750"/>
              </a:spcBef>
            </a:pPr>
            <a:r>
              <a:rPr lang="en-US" dirty="0">
                <a:solidFill>
                  <a:schemeClr val="bg1"/>
                </a:solidFill>
                <a:latin typeface="Calibri Light" panose="020F0302020204030204" pitchFamily="34" charset="0"/>
                <a:cs typeface="Calibri Light" panose="020F0302020204030204" pitchFamily="34" charset="0"/>
              </a:rPr>
              <a:t>Suppose they need 200 units of food and as many of woods as they can get. How many units of </a:t>
            </a:r>
            <a:r>
              <a:rPr lang="en-US">
                <a:solidFill>
                  <a:schemeClr val="bg1"/>
                </a:solidFill>
                <a:latin typeface="Calibri Light" panose="020F0302020204030204" pitchFamily="34" charset="0"/>
                <a:cs typeface="Calibri Light" panose="020F0302020204030204" pitchFamily="34" charset="0"/>
              </a:rPr>
              <a:t>wood can </a:t>
            </a:r>
            <a:r>
              <a:rPr lang="en-US" dirty="0">
                <a:solidFill>
                  <a:schemeClr val="bg1"/>
                </a:solidFill>
                <a:latin typeface="Calibri Light" panose="020F0302020204030204" pitchFamily="34" charset="0"/>
                <a:cs typeface="Calibri Light" panose="020F0302020204030204" pitchFamily="34" charset="0"/>
              </a:rPr>
              <a:t>they produce ?</a:t>
            </a:r>
            <a:endParaRPr lang="he-IL" dirty="0">
              <a:solidFill>
                <a:schemeClr val="bg1"/>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72E4D6E6-D737-4175-BAEA-F6B55F2062DE}"/>
              </a:ext>
            </a:extLst>
          </p:cNvPr>
          <p:cNvPicPr>
            <a:picLocks noChangeAspect="1"/>
          </p:cNvPicPr>
          <p:nvPr/>
        </p:nvPicPr>
        <p:blipFill>
          <a:blip r:embed="rId3"/>
          <a:stretch>
            <a:fillRect/>
          </a:stretch>
        </p:blipFill>
        <p:spPr>
          <a:xfrm>
            <a:off x="184431" y="1096933"/>
            <a:ext cx="3956647" cy="4011516"/>
          </a:xfrm>
          <a:prstGeom prst="rect">
            <a:avLst/>
          </a:prstGeom>
        </p:spPr>
      </p:pic>
      <p:sp>
        <p:nvSpPr>
          <p:cNvPr id="29" name="TextBox 28">
            <a:extLst>
              <a:ext uri="{FF2B5EF4-FFF2-40B4-BE49-F238E27FC236}">
                <a16:creationId xmlns:a16="http://schemas.microsoft.com/office/drawing/2014/main" id="{F03B629E-348D-4450-8ED8-F595BA048C88}"/>
              </a:ext>
            </a:extLst>
          </p:cNvPr>
          <p:cNvSpPr txBox="1"/>
          <p:nvPr/>
        </p:nvSpPr>
        <p:spPr>
          <a:xfrm>
            <a:off x="3340257" y="1440802"/>
            <a:ext cx="5214974" cy="1477328"/>
          </a:xfrm>
          <a:prstGeom prst="rect">
            <a:avLst/>
          </a:prstGeom>
          <a:noFill/>
        </p:spPr>
        <p:txBody>
          <a:bodyPr wrap="square" rtlCol="1">
            <a:spAutoFit/>
          </a:bodyPr>
          <a:lstStyle/>
          <a:p>
            <a:r>
              <a:rPr lang="en-US" dirty="0"/>
              <a:t>David has a comparative advantage in producing food. He can spend 25 days (200/8) producing food and 5 days chopping woods. Sherry is going to just chop woods. Therefore, they produce 200  units of food and 320 ((4*5)+(10*30)) units of wood.</a:t>
            </a:r>
            <a:endParaRPr lang="he-IL" dirty="0"/>
          </a:p>
        </p:txBody>
      </p:sp>
    </p:spTree>
    <p:extLst>
      <p:ext uri="{BB962C8B-B14F-4D97-AF65-F5344CB8AC3E}">
        <p14:creationId xmlns:p14="http://schemas.microsoft.com/office/powerpoint/2010/main" val="289289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amond(in)">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C6002-6461-40FF-B287-11F3E4FEAADD}"/>
              </a:ext>
            </a:extLst>
          </p:cNvPr>
          <p:cNvSpPr>
            <a:spLocks noGrp="1"/>
          </p:cNvSpPr>
          <p:nvPr>
            <p:ph type="title"/>
          </p:nvPr>
        </p:nvSpPr>
        <p:spPr/>
        <p:txBody>
          <a:bodyPr/>
          <a:lstStyle/>
          <a:p>
            <a:pPr algn="ctr"/>
            <a:r>
              <a:rPr lang="it-IT" dirty="0"/>
              <a:t>TRADE - Assumptions</a:t>
            </a:r>
            <a:endParaRPr lang="en-US" dirty="0"/>
          </a:p>
        </p:txBody>
      </p:sp>
      <p:sp>
        <p:nvSpPr>
          <p:cNvPr id="3" name="Content Placeholder 2">
            <a:extLst>
              <a:ext uri="{FF2B5EF4-FFF2-40B4-BE49-F238E27FC236}">
                <a16:creationId xmlns:a16="http://schemas.microsoft.com/office/drawing/2014/main" id="{D17F2EA0-EA8D-4305-8C87-36045BBC7A40}"/>
              </a:ext>
            </a:extLst>
          </p:cNvPr>
          <p:cNvSpPr>
            <a:spLocks noGrp="1"/>
          </p:cNvSpPr>
          <p:nvPr>
            <p:ph idx="1"/>
          </p:nvPr>
        </p:nvSpPr>
        <p:spPr/>
        <p:txBody>
          <a:bodyPr/>
          <a:lstStyle/>
          <a:p>
            <a:pPr lvl="1"/>
            <a:r>
              <a:rPr lang="en-US" sz="2800" dirty="0"/>
              <a:t>No transaction costs</a:t>
            </a:r>
          </a:p>
          <a:p>
            <a:pPr lvl="1"/>
            <a:r>
              <a:rPr lang="en-US" sz="2800" dirty="0"/>
              <a:t>Same products are exchanged in the market</a:t>
            </a:r>
          </a:p>
          <a:p>
            <a:pPr lvl="1"/>
            <a:r>
              <a:rPr lang="en-US" sz="2800" dirty="0"/>
              <a:t>Producers cannot affect the market price (no market power)</a:t>
            </a:r>
          </a:p>
          <a:p>
            <a:pPr lvl="1"/>
            <a:r>
              <a:rPr lang="en-US" sz="2800" dirty="0"/>
              <a:t>Producers can sell and buy unlimited quantities from/to the world market.</a:t>
            </a:r>
          </a:p>
          <a:p>
            <a:endParaRPr lang="en-US" dirty="0"/>
          </a:p>
        </p:txBody>
      </p:sp>
    </p:spTree>
    <p:extLst>
      <p:ext uri="{BB962C8B-B14F-4D97-AF65-F5344CB8AC3E}">
        <p14:creationId xmlns:p14="http://schemas.microsoft.com/office/powerpoint/2010/main" val="10490728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502F-7BAF-4520-B5DE-BA944E962A37}"/>
              </a:ext>
            </a:extLst>
          </p:cNvPr>
          <p:cNvSpPr>
            <a:spLocks noGrp="1"/>
          </p:cNvSpPr>
          <p:nvPr>
            <p:ph type="title"/>
          </p:nvPr>
        </p:nvSpPr>
        <p:spPr/>
        <p:txBody>
          <a:bodyPr/>
          <a:lstStyle/>
          <a:p>
            <a:pPr algn="ctr"/>
            <a:r>
              <a:rPr lang="it-IT" dirty="0"/>
              <a:t>TRADE #1</a:t>
            </a:r>
            <a:endParaRPr lang="en-US" dirty="0"/>
          </a:p>
        </p:txBody>
      </p:sp>
      <p:sp>
        <p:nvSpPr>
          <p:cNvPr id="4" name="Content Placeholder 3">
            <a:extLst>
              <a:ext uri="{FF2B5EF4-FFF2-40B4-BE49-F238E27FC236}">
                <a16:creationId xmlns:a16="http://schemas.microsoft.com/office/drawing/2014/main" id="{06517CCA-98F8-454B-B0DE-A108925C30A1}"/>
              </a:ext>
            </a:extLst>
          </p:cNvPr>
          <p:cNvSpPr txBox="1">
            <a:spLocks noGrp="1"/>
          </p:cNvSpPr>
          <p:nvPr>
            <p:ph idx="1"/>
          </p:nvPr>
        </p:nvSpPr>
        <p:spPr>
          <a:xfrm>
            <a:off x="628650" y="1425575"/>
            <a:ext cx="7886700" cy="840230"/>
          </a:xfrm>
          <a:prstGeom prst="rect">
            <a:avLst/>
          </a:prstGeom>
          <a:noFill/>
        </p:spPr>
        <p:txBody>
          <a:bodyPr wrap="square" rtlCol="1">
            <a:spAutoFit/>
          </a:bodyPr>
          <a:lstStyle/>
          <a:p>
            <a:pPr algn="l" rtl="0"/>
            <a:r>
              <a:rPr lang="en-US" dirty="0"/>
              <a:t>Suppose David and Sherry can trade 1 unit of food for 2 units wood and that they still need 200 units of food and as many woods as they can get. Find the production and consumption point.</a:t>
            </a:r>
            <a:endParaRPr lang="he-IL" dirty="0"/>
          </a:p>
        </p:txBody>
      </p:sp>
      <p:pic>
        <p:nvPicPr>
          <p:cNvPr id="6" name="Picture 5">
            <a:extLst>
              <a:ext uri="{FF2B5EF4-FFF2-40B4-BE49-F238E27FC236}">
                <a16:creationId xmlns:a16="http://schemas.microsoft.com/office/drawing/2014/main" id="{9B661BCC-668F-4587-8794-DFD2176DC7D4}"/>
              </a:ext>
            </a:extLst>
          </p:cNvPr>
          <p:cNvPicPr>
            <a:picLocks noChangeAspect="1"/>
          </p:cNvPicPr>
          <p:nvPr/>
        </p:nvPicPr>
        <p:blipFill>
          <a:blip r:embed="rId3"/>
          <a:stretch>
            <a:fillRect/>
          </a:stretch>
        </p:blipFill>
        <p:spPr>
          <a:xfrm>
            <a:off x="1683258" y="2857500"/>
            <a:ext cx="5777484" cy="2036064"/>
          </a:xfrm>
          <a:prstGeom prst="rect">
            <a:avLst/>
          </a:prstGeom>
        </p:spPr>
      </p:pic>
    </p:spTree>
    <p:extLst>
      <p:ext uri="{BB962C8B-B14F-4D97-AF65-F5344CB8AC3E}">
        <p14:creationId xmlns:p14="http://schemas.microsoft.com/office/powerpoint/2010/main" val="39229093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173CEE-5733-4F06-8846-1F044EF62DF3}"/>
              </a:ext>
            </a:extLst>
          </p:cNvPr>
          <p:cNvPicPr>
            <a:picLocks noChangeAspect="1"/>
          </p:cNvPicPr>
          <p:nvPr/>
        </p:nvPicPr>
        <p:blipFill>
          <a:blip r:embed="rId3"/>
          <a:stretch>
            <a:fillRect/>
          </a:stretch>
        </p:blipFill>
        <p:spPr>
          <a:xfrm>
            <a:off x="758622" y="656654"/>
            <a:ext cx="7114722" cy="4106178"/>
          </a:xfrm>
          <a:prstGeom prst="rect">
            <a:avLst/>
          </a:prstGeom>
        </p:spPr>
      </p:pic>
      <p:sp>
        <p:nvSpPr>
          <p:cNvPr id="6" name="TextBox 5">
            <a:extLst>
              <a:ext uri="{FF2B5EF4-FFF2-40B4-BE49-F238E27FC236}">
                <a16:creationId xmlns:a16="http://schemas.microsoft.com/office/drawing/2014/main" id="{41EA1939-30E4-4F33-BE35-58FD4DBC9375}"/>
              </a:ext>
            </a:extLst>
          </p:cNvPr>
          <p:cNvSpPr txBox="1"/>
          <p:nvPr/>
        </p:nvSpPr>
        <p:spPr>
          <a:xfrm>
            <a:off x="3929026" y="1225709"/>
            <a:ext cx="5214974" cy="1477328"/>
          </a:xfrm>
          <a:prstGeom prst="rect">
            <a:avLst/>
          </a:prstGeom>
          <a:noFill/>
        </p:spPr>
        <p:txBody>
          <a:bodyPr wrap="square" rtlCol="1">
            <a:spAutoFit/>
          </a:bodyPr>
          <a:lstStyle/>
          <a:p>
            <a:r>
              <a:rPr lang="en-US" dirty="0"/>
              <a:t>The opportunity cost of producing 1 food is either 1 or 0.5. In both cases the opportunity cost is lower than in trading. Therefore, David and Sherry will produce only food (540 units of food) and sell the extra 340 units of food for 680 units of wood.</a:t>
            </a:r>
            <a:endParaRPr lang="he-IL" dirty="0"/>
          </a:p>
        </p:txBody>
      </p:sp>
    </p:spTree>
    <p:extLst>
      <p:ext uri="{BB962C8B-B14F-4D97-AF65-F5344CB8AC3E}">
        <p14:creationId xmlns:p14="http://schemas.microsoft.com/office/powerpoint/2010/main" val="221081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4069D-6886-4790-A116-B041AE894394}"/>
              </a:ext>
            </a:extLst>
          </p:cNvPr>
          <p:cNvSpPr>
            <a:spLocks noGrp="1"/>
          </p:cNvSpPr>
          <p:nvPr>
            <p:ph type="title"/>
          </p:nvPr>
        </p:nvSpPr>
        <p:spPr/>
        <p:txBody>
          <a:bodyPr/>
          <a:lstStyle/>
          <a:p>
            <a:pPr algn="ctr"/>
            <a:r>
              <a:rPr lang="it-IT" dirty="0"/>
              <a:t>TRADE #2</a:t>
            </a:r>
            <a:endParaRPr lang="en-US" dirty="0"/>
          </a:p>
        </p:txBody>
      </p:sp>
      <p:sp>
        <p:nvSpPr>
          <p:cNvPr id="3" name="Content Placeholder 2">
            <a:extLst>
              <a:ext uri="{FF2B5EF4-FFF2-40B4-BE49-F238E27FC236}">
                <a16:creationId xmlns:a16="http://schemas.microsoft.com/office/drawing/2014/main" id="{8E0B66F6-F8B9-4217-BA84-5C4E0E4FE3BC}"/>
              </a:ext>
            </a:extLst>
          </p:cNvPr>
          <p:cNvSpPr>
            <a:spLocks noGrp="1"/>
          </p:cNvSpPr>
          <p:nvPr>
            <p:ph idx="1"/>
          </p:nvPr>
        </p:nvSpPr>
        <p:spPr/>
        <p:txBody>
          <a:bodyPr/>
          <a:lstStyle/>
          <a:p>
            <a:pPr marL="0" indent="0" algn="ctr">
              <a:buNone/>
            </a:pPr>
            <a:r>
              <a:rPr lang="it-IT" dirty="0"/>
              <a:t>Suppose they now trade 1 unit of food for 0.75 of wood</a:t>
            </a:r>
          </a:p>
        </p:txBody>
      </p:sp>
      <p:pic>
        <p:nvPicPr>
          <p:cNvPr id="5" name="Picture 4">
            <a:extLst>
              <a:ext uri="{FF2B5EF4-FFF2-40B4-BE49-F238E27FC236}">
                <a16:creationId xmlns:a16="http://schemas.microsoft.com/office/drawing/2014/main" id="{0B9A1B55-5199-44E2-9300-1CEFC3278A7A}"/>
              </a:ext>
            </a:extLst>
          </p:cNvPr>
          <p:cNvPicPr>
            <a:picLocks noChangeAspect="1"/>
          </p:cNvPicPr>
          <p:nvPr/>
        </p:nvPicPr>
        <p:blipFill>
          <a:blip r:embed="rId3"/>
          <a:stretch>
            <a:fillRect/>
          </a:stretch>
        </p:blipFill>
        <p:spPr>
          <a:xfrm>
            <a:off x="1582154" y="2073774"/>
            <a:ext cx="6143244" cy="2756916"/>
          </a:xfrm>
          <a:prstGeom prst="rect">
            <a:avLst/>
          </a:prstGeom>
        </p:spPr>
      </p:pic>
    </p:spTree>
    <p:extLst>
      <p:ext uri="{BB962C8B-B14F-4D97-AF65-F5344CB8AC3E}">
        <p14:creationId xmlns:p14="http://schemas.microsoft.com/office/powerpoint/2010/main" val="22007921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Picture 59">
            <a:extLst>
              <a:ext uri="{FF2B5EF4-FFF2-40B4-BE49-F238E27FC236}">
                <a16:creationId xmlns:a16="http://schemas.microsoft.com/office/drawing/2014/main" id="{2590DDC6-8B95-4B75-8711-8A2E65160AA8}"/>
              </a:ext>
            </a:extLst>
          </p:cNvPr>
          <p:cNvPicPr>
            <a:picLocks noChangeAspect="1"/>
          </p:cNvPicPr>
          <p:nvPr/>
        </p:nvPicPr>
        <p:blipFill>
          <a:blip r:embed="rId3"/>
          <a:stretch>
            <a:fillRect/>
          </a:stretch>
        </p:blipFill>
        <p:spPr>
          <a:xfrm>
            <a:off x="663205" y="561238"/>
            <a:ext cx="7626757" cy="4401693"/>
          </a:xfrm>
          <a:prstGeom prst="rect">
            <a:avLst/>
          </a:prstGeom>
        </p:spPr>
      </p:pic>
      <p:sp>
        <p:nvSpPr>
          <p:cNvPr id="61" name="TextBox 60">
            <a:extLst>
              <a:ext uri="{FF2B5EF4-FFF2-40B4-BE49-F238E27FC236}">
                <a16:creationId xmlns:a16="http://schemas.microsoft.com/office/drawing/2014/main" id="{58A6B7EB-1412-40A2-821F-8F47923E2B39}"/>
              </a:ext>
            </a:extLst>
          </p:cNvPr>
          <p:cNvSpPr txBox="1"/>
          <p:nvPr/>
        </p:nvSpPr>
        <p:spPr>
          <a:xfrm>
            <a:off x="3676655" y="1658416"/>
            <a:ext cx="5214974" cy="1754326"/>
          </a:xfrm>
          <a:prstGeom prst="rect">
            <a:avLst/>
          </a:prstGeom>
          <a:noFill/>
        </p:spPr>
        <p:txBody>
          <a:bodyPr wrap="square" rtlCol="1">
            <a:spAutoFit/>
          </a:bodyPr>
          <a:lstStyle/>
          <a:p>
            <a:r>
              <a:rPr lang="en-US" dirty="0"/>
              <a:t>The opportunity cost of producing 1 unit of food is either 1 or 0.5. David has a comparative advantage in producing food while Sherry in wood. Production point: (300,240). Consumption point: (330,200)</a:t>
            </a:r>
            <a:endParaRPr lang="nb-NO" dirty="0"/>
          </a:p>
          <a:p>
            <a:endParaRPr lang="nb-NO" dirty="0"/>
          </a:p>
          <a:p>
            <a:pPr algn="ctr"/>
            <a:r>
              <a:rPr lang="nb-NO" dirty="0"/>
              <a:t>330 = 300+(240-200)*0.75</a:t>
            </a:r>
            <a:endParaRPr lang="en-US" dirty="0"/>
          </a:p>
        </p:txBody>
      </p:sp>
    </p:spTree>
    <p:extLst>
      <p:ext uri="{BB962C8B-B14F-4D97-AF65-F5344CB8AC3E}">
        <p14:creationId xmlns:p14="http://schemas.microsoft.com/office/powerpoint/2010/main" val="2223886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diamond(in)">
                                      <p:cBhvr>
                                        <p:cTn id="7"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5EB03-85E3-48BD-8D11-98871C2CDE2B}"/>
              </a:ext>
            </a:extLst>
          </p:cNvPr>
          <p:cNvSpPr>
            <a:spLocks noGrp="1"/>
          </p:cNvSpPr>
          <p:nvPr>
            <p:ph type="title"/>
          </p:nvPr>
        </p:nvSpPr>
        <p:spPr/>
        <p:txBody>
          <a:bodyPr/>
          <a:lstStyle/>
          <a:p>
            <a:pPr algn="ctr"/>
            <a:r>
              <a:rPr lang="it-IT" dirty="0"/>
              <a:t>TRADE #3 (Homework)</a:t>
            </a:r>
            <a:endParaRPr lang="en-US" dirty="0"/>
          </a:p>
        </p:txBody>
      </p:sp>
      <p:sp>
        <p:nvSpPr>
          <p:cNvPr id="4" name="Content Placeholder 3">
            <a:extLst>
              <a:ext uri="{FF2B5EF4-FFF2-40B4-BE49-F238E27FC236}">
                <a16:creationId xmlns:a16="http://schemas.microsoft.com/office/drawing/2014/main" id="{5C20FEFB-367B-47CF-9F2F-2780ADC071FE}"/>
              </a:ext>
            </a:extLst>
          </p:cNvPr>
          <p:cNvSpPr txBox="1">
            <a:spLocks noGrp="1"/>
          </p:cNvSpPr>
          <p:nvPr>
            <p:ph idx="1"/>
          </p:nvPr>
        </p:nvSpPr>
        <p:spPr>
          <a:xfrm>
            <a:off x="628650" y="1425575"/>
            <a:ext cx="7886700" cy="590931"/>
          </a:xfrm>
          <a:prstGeom prst="rect">
            <a:avLst/>
          </a:prstGeom>
          <a:noFill/>
        </p:spPr>
        <p:txBody>
          <a:bodyPr wrap="square" rtlCol="1">
            <a:spAutoFit/>
          </a:bodyPr>
          <a:lstStyle/>
          <a:p>
            <a:pPr algn="l" rtl="0"/>
            <a:r>
              <a:rPr lang="en-US" dirty="0"/>
              <a:t>DIY (at home) Suppose they  can trade 1 unit of  food for 0.2 of woods. Find the consumption and production point.</a:t>
            </a:r>
            <a:endParaRPr lang="he-IL" dirty="0"/>
          </a:p>
        </p:txBody>
      </p:sp>
      <p:pic>
        <p:nvPicPr>
          <p:cNvPr id="3" name="Picture 2">
            <a:extLst>
              <a:ext uri="{FF2B5EF4-FFF2-40B4-BE49-F238E27FC236}">
                <a16:creationId xmlns:a16="http://schemas.microsoft.com/office/drawing/2014/main" id="{CF584939-8A81-4C76-9BBD-EA0F5D441CDC}"/>
              </a:ext>
            </a:extLst>
          </p:cNvPr>
          <p:cNvPicPr>
            <a:picLocks noChangeAspect="1"/>
          </p:cNvPicPr>
          <p:nvPr/>
        </p:nvPicPr>
        <p:blipFill>
          <a:blip r:embed="rId3"/>
          <a:stretch>
            <a:fillRect/>
          </a:stretch>
        </p:blipFill>
        <p:spPr>
          <a:xfrm>
            <a:off x="1764020" y="2326457"/>
            <a:ext cx="5779509" cy="2206943"/>
          </a:xfrm>
          <a:prstGeom prst="rect">
            <a:avLst/>
          </a:prstGeom>
        </p:spPr>
      </p:pic>
    </p:spTree>
    <p:extLst>
      <p:ext uri="{BB962C8B-B14F-4D97-AF65-F5344CB8AC3E}">
        <p14:creationId xmlns:p14="http://schemas.microsoft.com/office/powerpoint/2010/main" val="23866220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EAE09-0BED-4CAC-8212-5B93D7A70FDE}"/>
              </a:ext>
            </a:extLst>
          </p:cNvPr>
          <p:cNvSpPr>
            <a:spLocks noGrp="1"/>
          </p:cNvSpPr>
          <p:nvPr>
            <p:ph type="title"/>
          </p:nvPr>
        </p:nvSpPr>
        <p:spPr/>
        <p:txBody>
          <a:bodyPr/>
          <a:lstStyle/>
          <a:p>
            <a:pPr algn="ctr"/>
            <a:r>
              <a:rPr lang="it-IT" dirty="0"/>
              <a:t>Summary #1</a:t>
            </a:r>
            <a:endParaRPr lang="en-US" dirty="0"/>
          </a:p>
        </p:txBody>
      </p:sp>
      <p:sp>
        <p:nvSpPr>
          <p:cNvPr id="3" name="Content Placeholder 2">
            <a:extLst>
              <a:ext uri="{FF2B5EF4-FFF2-40B4-BE49-F238E27FC236}">
                <a16:creationId xmlns:a16="http://schemas.microsoft.com/office/drawing/2014/main" id="{1D30359C-CBBF-48E2-90A8-845B2C301D3C}"/>
              </a:ext>
            </a:extLst>
          </p:cNvPr>
          <p:cNvSpPr>
            <a:spLocks noGrp="1"/>
          </p:cNvSpPr>
          <p:nvPr>
            <p:ph idx="1"/>
          </p:nvPr>
        </p:nvSpPr>
        <p:spPr/>
        <p:txBody>
          <a:bodyPr/>
          <a:lstStyle/>
          <a:p>
            <a:pPr marL="457200" indent="-457200" algn="l" rtl="0">
              <a:buAutoNum type="arabicPeriod"/>
            </a:pPr>
            <a:r>
              <a:rPr lang="en-US" sz="1800" dirty="0"/>
              <a:t>The field of economics is divided into two subfields: microeconomics and macroeconomics.</a:t>
            </a:r>
          </a:p>
          <a:p>
            <a:pPr marL="457200" indent="-457200" algn="l" rtl="0">
              <a:buAutoNum type="arabicPeriod"/>
            </a:pPr>
            <a:r>
              <a:rPr lang="en-US" sz="1800" dirty="0"/>
              <a:t>Economists try to address their subject with scientific objectivity.</a:t>
            </a:r>
          </a:p>
          <a:p>
            <a:pPr marL="457200" indent="-457200" algn="l" rtl="0">
              <a:buAutoNum type="arabicPeriod"/>
            </a:pPr>
            <a:r>
              <a:rPr lang="en-US" sz="1800" dirty="0"/>
              <a:t>A positive statement is an assertion about how the world is.</a:t>
            </a:r>
          </a:p>
          <a:p>
            <a:pPr marL="457200" indent="-457200" algn="l" rtl="0">
              <a:buAutoNum type="arabicPeriod"/>
            </a:pPr>
            <a:r>
              <a:rPr lang="en-US" sz="1800" dirty="0"/>
              <a:t>A normative statement is an assertion about how the world should be.</a:t>
            </a:r>
          </a:p>
          <a:p>
            <a:pPr marL="457200" indent="-457200" algn="l" rtl="0">
              <a:buAutoNum type="arabicPeriod"/>
            </a:pPr>
            <a:r>
              <a:rPr lang="en-US" sz="1800" dirty="0"/>
              <a:t>The production Possibilities Frontier is a graph that shows all the combinations of goods and services that can be produced if all the society’s resources are fully employed and used efficiently.</a:t>
            </a:r>
          </a:p>
          <a:p>
            <a:endParaRPr lang="en-US" dirty="0"/>
          </a:p>
        </p:txBody>
      </p:sp>
    </p:spTree>
    <p:extLst>
      <p:ext uri="{BB962C8B-B14F-4D97-AF65-F5344CB8AC3E}">
        <p14:creationId xmlns:p14="http://schemas.microsoft.com/office/powerpoint/2010/main" val="37603969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DEB9A-7D04-42C6-8A80-9906B92F3B49}"/>
              </a:ext>
            </a:extLst>
          </p:cNvPr>
          <p:cNvSpPr>
            <a:spLocks noGrp="1"/>
          </p:cNvSpPr>
          <p:nvPr>
            <p:ph type="title"/>
          </p:nvPr>
        </p:nvSpPr>
        <p:spPr/>
        <p:txBody>
          <a:bodyPr/>
          <a:lstStyle/>
          <a:p>
            <a:pPr algn="ctr"/>
            <a:r>
              <a:rPr lang="it-IT" dirty="0"/>
              <a:t>Summary #2</a:t>
            </a:r>
            <a:endParaRPr lang="en-US" dirty="0"/>
          </a:p>
        </p:txBody>
      </p:sp>
      <p:sp>
        <p:nvSpPr>
          <p:cNvPr id="3" name="Content Placeholder 2">
            <a:extLst>
              <a:ext uri="{FF2B5EF4-FFF2-40B4-BE49-F238E27FC236}">
                <a16:creationId xmlns:a16="http://schemas.microsoft.com/office/drawing/2014/main" id="{8DC0EF51-28F2-45F6-BD96-33F38C1708AE}"/>
              </a:ext>
            </a:extLst>
          </p:cNvPr>
          <p:cNvSpPr>
            <a:spLocks noGrp="1"/>
          </p:cNvSpPr>
          <p:nvPr>
            <p:ph idx="1"/>
          </p:nvPr>
        </p:nvSpPr>
        <p:spPr/>
        <p:txBody>
          <a:bodyPr/>
          <a:lstStyle/>
          <a:p>
            <a:pPr marL="342900" indent="-342900">
              <a:buFont typeface="+mj-lt"/>
              <a:buAutoNum type="arabicPeriod"/>
            </a:pPr>
            <a:r>
              <a:rPr lang="en-US" sz="1800" dirty="0"/>
              <a:t>The cost of something is what you give up to get it. This is called the opportunity cost.</a:t>
            </a:r>
          </a:p>
          <a:p>
            <a:pPr marL="342900" indent="-342900" algn="l" rtl="0">
              <a:buFont typeface="+mj-lt"/>
              <a:buAutoNum type="arabicPeriod"/>
            </a:pPr>
            <a:r>
              <a:rPr lang="en-US" sz="1800" dirty="0"/>
              <a:t>A producer has a comparative advantage over another in the production of a good or service if he/she can produce the good or service at lower opportunity cost.</a:t>
            </a:r>
          </a:p>
          <a:p>
            <a:pPr marL="342900" indent="-342900" algn="l" rtl="0">
              <a:buFont typeface="+mj-lt"/>
              <a:buAutoNum type="arabicPeriod"/>
            </a:pPr>
            <a:r>
              <a:rPr lang="en-US" sz="1800" dirty="0"/>
              <a:t>A producer has an absolute advantage over another in the production of good or service if he/she can produce the good or service using fewer resources. </a:t>
            </a:r>
          </a:p>
          <a:p>
            <a:pPr marL="0" indent="0">
              <a:buNone/>
            </a:pPr>
            <a:endParaRPr lang="en-US" dirty="0"/>
          </a:p>
        </p:txBody>
      </p:sp>
    </p:spTree>
    <p:extLst>
      <p:ext uri="{BB962C8B-B14F-4D97-AF65-F5344CB8AC3E}">
        <p14:creationId xmlns:p14="http://schemas.microsoft.com/office/powerpoint/2010/main" val="4043709138"/>
      </p:ext>
    </p:extLst>
  </p:cSld>
  <p:clrMapOvr>
    <a:masterClrMapping/>
  </p:clrMapOvr>
</p:sld>
</file>

<file path=ppt/theme/theme1.xml><?xml version="1.0" encoding="utf-8"?>
<a:theme xmlns:a="http://schemas.openxmlformats.org/drawingml/2006/main" name="1_Mørk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8848261F-96B4-4A1E-AFBA-10763A3AA5ED}"/>
    </a:ext>
  </a:extLst>
</a:theme>
</file>

<file path=ppt/theme/theme2.xml><?xml version="1.0" encoding="utf-8"?>
<a:theme xmlns:a="http://schemas.openxmlformats.org/drawingml/2006/main" name="2_Lys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CCABFE4B-7D70-46E5-9E7F-52BCF378F20D}"/>
    </a:ext>
  </a:extLst>
</a:theme>
</file>

<file path=ppt/theme/theme3.xml><?xml version="1.0" encoding="utf-8"?>
<a:theme xmlns:a="http://schemas.openxmlformats.org/drawingml/2006/main" name="3_Hvit-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gendefinert 2">
      <a:majorFont>
        <a:latin typeface="Calibri"/>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3C5EFE4C-45C1-4EF4-AC98-B948AE8648C2}"/>
    </a:ext>
  </a:extLst>
</a:theme>
</file>

<file path=ppt/theme/theme4.xml><?xml version="1.0" encoding="utf-8"?>
<a:theme xmlns:a="http://schemas.openxmlformats.org/drawingml/2006/main" name="4_Si ifra!">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15A5869B-4A0C-4888-B30C-D7769D56BDCD}"/>
    </a:ext>
  </a:extLst>
</a:theme>
</file>

<file path=ppt/theme/theme5.xml><?xml version="1.0" encoding="utf-8"?>
<a:theme xmlns:a="http://schemas.openxmlformats.org/drawingml/2006/main" name="4_Blank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56C785A7-A997-4AA5-9FD3-E663D0D495D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086B82B2E673BB48BBFD907EF88B1F72" ma:contentTypeVersion="0" ma:contentTypeDescription="Opprett et nytt dokument." ma:contentTypeScope="" ma:versionID="0653049da3c7d6103ba0b9e54f21c3f6">
  <xsd:schema xmlns:xsd="http://www.w3.org/2001/XMLSchema" xmlns:xs="http://www.w3.org/2001/XMLSchema" xmlns:p="http://schemas.microsoft.com/office/2006/metadata/properties" targetNamespace="http://schemas.microsoft.com/office/2006/metadata/properties" ma:root="true" ma:fieldsID="3e2500873ed525c1cf306a41cba81ed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7479CE2-CFF2-495B-B6E0-2F66375CDBBB}">
  <ds:schemaRefs>
    <ds:schemaRef ds:uri="http://schemas.microsoft.com/sharepoint/v3/contenttype/forms"/>
  </ds:schemaRefs>
</ds:datastoreItem>
</file>

<file path=customXml/itemProps2.xml><?xml version="1.0" encoding="utf-8"?>
<ds:datastoreItem xmlns:ds="http://schemas.openxmlformats.org/officeDocument/2006/customXml" ds:itemID="{C299F0B8-F1FA-4547-8345-D1C345C8AD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CAC7484-FE6E-40E6-83CA-83D55D847BA8}">
  <ds:schemaRef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dcmitype/"/>
    <ds:schemaRef ds:uri="http://purl.org/dc/term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HiMolde presentation template</Template>
  <TotalTime>1789</TotalTime>
  <Words>4715</Words>
  <Application>Microsoft Office PowerPoint</Application>
  <PresentationFormat>On-screen Show (16:10)</PresentationFormat>
  <Paragraphs>278</Paragraphs>
  <Slides>59</Slides>
  <Notes>59</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59</vt:i4>
      </vt:variant>
    </vt:vector>
  </HeadingPairs>
  <TitlesOfParts>
    <vt:vector size="71" baseType="lpstr">
      <vt:lpstr>Arial</vt:lpstr>
      <vt:lpstr>Calibri</vt:lpstr>
      <vt:lpstr>Calibri Light</vt:lpstr>
      <vt:lpstr>Cambria Math</vt:lpstr>
      <vt:lpstr>Constantia</vt:lpstr>
      <vt:lpstr>TT Commons</vt:lpstr>
      <vt:lpstr>Wingdings</vt:lpstr>
      <vt:lpstr>1_Mørkblå-bakgrunn</vt:lpstr>
      <vt:lpstr>2_Lysblå-bakgrunn</vt:lpstr>
      <vt:lpstr>3_Hvit-bakgrunn</vt:lpstr>
      <vt:lpstr>4_Si ifra!</vt:lpstr>
      <vt:lpstr>4_Blanko</vt:lpstr>
      <vt:lpstr>Lecture #2 Basic Economics Models</vt:lpstr>
      <vt:lpstr>The Scientific Method</vt:lpstr>
      <vt:lpstr>The Scientific Method</vt:lpstr>
      <vt:lpstr>Role of Assumptions</vt:lpstr>
      <vt:lpstr>PowerPoint Presentation</vt:lpstr>
      <vt:lpstr>Economic Models</vt:lpstr>
      <vt:lpstr>The Circular-Flow Diagram</vt:lpstr>
      <vt:lpstr>The Circular-Flow Diagram</vt:lpstr>
      <vt:lpstr>Goods and Services Markets</vt:lpstr>
      <vt:lpstr>Goods and Services Market</vt:lpstr>
      <vt:lpstr>Factors Market</vt:lpstr>
      <vt:lpstr>Factors Market</vt:lpstr>
      <vt:lpstr>Circular-Flow Diagram (Full Picture)</vt:lpstr>
      <vt:lpstr>Circular-Flow Diagram (Full Picture)</vt:lpstr>
      <vt:lpstr>Circular-Flow Diagram (Advanced)</vt:lpstr>
      <vt:lpstr>Circular-Flow Diagram (Advanced)</vt:lpstr>
      <vt:lpstr>Why Circular-Flow Diagram is important? </vt:lpstr>
      <vt:lpstr> Production Possibilities Model</vt:lpstr>
      <vt:lpstr>Assumptions</vt:lpstr>
      <vt:lpstr> Production Possibilities Model</vt:lpstr>
      <vt:lpstr>Production Possibilities Model</vt:lpstr>
      <vt:lpstr> Production Possibilities Model</vt:lpstr>
      <vt:lpstr> Production Possibilities Model</vt:lpstr>
      <vt:lpstr> Production Possibilities Model</vt:lpstr>
      <vt:lpstr> Production Possibilities Model</vt:lpstr>
      <vt:lpstr> Production Possibilities Model</vt:lpstr>
      <vt:lpstr> Production Possibilities Model</vt:lpstr>
      <vt:lpstr>Efficiency and Inefficiency</vt:lpstr>
      <vt:lpstr> Production Possibilities Model (Full Picture)</vt:lpstr>
      <vt:lpstr>Opportunity Cost</vt:lpstr>
      <vt:lpstr>PowerPoint Presentation</vt:lpstr>
      <vt:lpstr>PowerPoint Presentation</vt:lpstr>
      <vt:lpstr>PowerPoint Presentation</vt:lpstr>
      <vt:lpstr>Characteristics of the Production Possibility Frontier (PPF)</vt:lpstr>
      <vt:lpstr> Increasing Opportunity Cost</vt:lpstr>
      <vt:lpstr>Production Possibilities Table</vt:lpstr>
      <vt:lpstr>Production Possibilities Curve</vt:lpstr>
      <vt:lpstr>Example</vt:lpstr>
      <vt:lpstr>Assumptions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TRADE - Assumptions</vt:lpstr>
      <vt:lpstr>TRADE #1</vt:lpstr>
      <vt:lpstr>PowerPoint Presentation</vt:lpstr>
      <vt:lpstr>TRADE #2</vt:lpstr>
      <vt:lpstr>PowerPoint Presentation</vt:lpstr>
      <vt:lpstr>TRADE #3 (Homework)</vt:lpstr>
      <vt:lpstr>Summary #1</vt:lpstr>
      <vt:lpstr>Summary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for Sport Management   </dc:title>
  <dc:creator>Alessandro Di Mattia</dc:creator>
  <cp:lastModifiedBy>Alessandro Edoardo Giorgio David Di Mattia</cp:lastModifiedBy>
  <cp:revision>8</cp:revision>
  <dcterms:created xsi:type="dcterms:W3CDTF">2021-07-15T16:00:15Z</dcterms:created>
  <dcterms:modified xsi:type="dcterms:W3CDTF">2026-07-27T15:19:10Z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0x010100086B82B2E673BB48BBFD907EF88B1F72</vt:lpwstr>
  </property>
  <property fmtid="{D5CDD505-2E9C-101B-9397-08002B2CF9AE}" pid="3" name="MSIP_Label_ee59125d-3421-490c-8c49-713131ff88a1_Enabled">
    <vt:lpwstr>true</vt:lpwstr>
  </property>
  <property fmtid="{D5CDD505-2E9C-101B-9397-08002B2CF9AE}" pid="4" name="MSIP_Label_ee59125d-3421-490c-8c49-713131ff88a1_SetDate">
    <vt:lpwstr>2026-07-27T10:04:55Z</vt:lpwstr>
  </property>
  <property fmtid="{D5CDD505-2E9C-101B-9397-08002B2CF9AE}" pid="5" name="MSIP_Label_ee59125d-3421-490c-8c49-713131ff88a1_Method">
    <vt:lpwstr>Standard</vt:lpwstr>
  </property>
  <property fmtid="{D5CDD505-2E9C-101B-9397-08002B2CF9AE}" pid="6" name="MSIP_Label_ee59125d-3421-490c-8c49-713131ff88a1_Name">
    <vt:lpwstr>Yellow</vt:lpwstr>
  </property>
  <property fmtid="{D5CDD505-2E9C-101B-9397-08002B2CF9AE}" pid="7" name="MSIP_Label_ee59125d-3421-490c-8c49-713131ff88a1_SiteId">
    <vt:lpwstr>938c1eb0-9d08-484b-92b9-53f583bd08fb</vt:lpwstr>
  </property>
  <property fmtid="{D5CDD505-2E9C-101B-9397-08002B2CF9AE}" pid="8" name="MSIP_Label_ee59125d-3421-490c-8c49-713131ff88a1_ActionId">
    <vt:lpwstr>f3ee50cd-2663-4afe-a835-f42a70d8c4b1</vt:lpwstr>
  </property>
  <property fmtid="{D5CDD505-2E9C-101B-9397-08002B2CF9AE}" pid="9" name="MSIP_Label_ee59125d-3421-490c-8c49-713131ff88a1_ContentBits">
    <vt:lpwstr>0</vt:lpwstr>
  </property>
  <property fmtid="{D5CDD505-2E9C-101B-9397-08002B2CF9AE}" pid="10" name="MSIP_Label_ee59125d-3421-490c-8c49-713131ff88a1_Tag">
    <vt:lpwstr>10, 3, 0, 1</vt:lpwstr>
  </property>
</Properties>
</file>