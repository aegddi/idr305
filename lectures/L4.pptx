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4" r:id="rId5"/>
    <p:sldMasterId id="2147483703" r:id="rId6"/>
    <p:sldMasterId id="2147483718" r:id="rId7"/>
    <p:sldMasterId id="2147483712" r:id="rId8"/>
  </p:sldMasterIdLst>
  <p:notesMasterIdLst>
    <p:notesMasterId r:id="rId69"/>
  </p:notesMasterIdLst>
  <p:handoutMasterIdLst>
    <p:handoutMasterId r:id="rId70"/>
  </p:handoutMasterIdLst>
  <p:sldIdLst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33" r:id="rId55"/>
    <p:sldId id="334" r:id="rId56"/>
    <p:sldId id="326" r:id="rId57"/>
    <p:sldId id="327" r:id="rId58"/>
    <p:sldId id="328" r:id="rId59"/>
    <p:sldId id="330" r:id="rId60"/>
    <p:sldId id="329" r:id="rId61"/>
    <p:sldId id="331" r:id="rId62"/>
    <p:sldId id="332" r:id="rId63"/>
    <p:sldId id="335" r:id="rId64"/>
    <p:sldId id="336" r:id="rId65"/>
    <p:sldId id="337" r:id="rId66"/>
    <p:sldId id="338" r:id="rId67"/>
    <p:sldId id="339" r:id="rId68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 Mattia Alessandro Edoardo Giorgio David" initials="DMAEGD" lastIdx="1" clrIdx="0">
    <p:extLst>
      <p:ext uri="{19B8F6BF-5375-455C-9EA6-DF929625EA0E}">
        <p15:presenceInfo xmlns:p15="http://schemas.microsoft.com/office/powerpoint/2012/main" userId="S::aldi@himolde.no::f8954a66-e5ad-4a1c-9536-1d2117047f5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A592"/>
    <a:srgbClr val="0000FF"/>
    <a:srgbClr val="E97C67"/>
    <a:srgbClr val="005CA3"/>
    <a:srgbClr val="2E538D"/>
    <a:srgbClr val="EDF6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D3A680-70A0-4B3B-95E5-5D6AACE401AF}" v="927" dt="2021-10-04T08:04:13.0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64" autoAdjust="0"/>
    <p:restoredTop sz="94694"/>
  </p:normalViewPr>
  <p:slideViewPr>
    <p:cSldViewPr snapToGrid="0" snapToObjects="1">
      <p:cViewPr>
        <p:scale>
          <a:sx n="100" d="100"/>
          <a:sy n="100" d="100"/>
        </p:scale>
        <p:origin x="440" y="-7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6" d="100"/>
          <a:sy n="96" d="100"/>
        </p:scale>
        <p:origin x="27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42" Type="http://schemas.openxmlformats.org/officeDocument/2006/relationships/slide" Target="slides/slide34.xml"/><Relationship Id="rId47" Type="http://schemas.openxmlformats.org/officeDocument/2006/relationships/slide" Target="slides/slide39.xml"/><Relationship Id="rId63" Type="http://schemas.openxmlformats.org/officeDocument/2006/relationships/slide" Target="slides/slide55.xml"/><Relationship Id="rId68" Type="http://schemas.openxmlformats.org/officeDocument/2006/relationships/slide" Target="slides/slide60.xml"/><Relationship Id="rId16" Type="http://schemas.openxmlformats.org/officeDocument/2006/relationships/slide" Target="slides/slide8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slide" Target="slides/slide29.xml"/><Relationship Id="rId40" Type="http://schemas.openxmlformats.org/officeDocument/2006/relationships/slide" Target="slides/slide32.xml"/><Relationship Id="rId45" Type="http://schemas.openxmlformats.org/officeDocument/2006/relationships/slide" Target="slides/slide37.xml"/><Relationship Id="rId53" Type="http://schemas.openxmlformats.org/officeDocument/2006/relationships/slide" Target="slides/slide45.xml"/><Relationship Id="rId58" Type="http://schemas.openxmlformats.org/officeDocument/2006/relationships/slide" Target="slides/slide50.xml"/><Relationship Id="rId66" Type="http://schemas.openxmlformats.org/officeDocument/2006/relationships/slide" Target="slides/slide58.xml"/><Relationship Id="rId7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3.xml"/><Relationship Id="rId19" Type="http://schemas.openxmlformats.org/officeDocument/2006/relationships/slide" Target="slides/slide1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43" Type="http://schemas.openxmlformats.org/officeDocument/2006/relationships/slide" Target="slides/slide35.xml"/><Relationship Id="rId48" Type="http://schemas.openxmlformats.org/officeDocument/2006/relationships/slide" Target="slides/slide40.xml"/><Relationship Id="rId56" Type="http://schemas.openxmlformats.org/officeDocument/2006/relationships/slide" Target="slides/slide48.xml"/><Relationship Id="rId64" Type="http://schemas.openxmlformats.org/officeDocument/2006/relationships/slide" Target="slides/slide56.xml"/><Relationship Id="rId69" Type="http://schemas.openxmlformats.org/officeDocument/2006/relationships/notesMaster" Target="notesMasters/notesMaster1.xml"/><Relationship Id="rId77" Type="http://schemas.microsoft.com/office/2015/10/relationships/revisionInfo" Target="revisionInfo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3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46" Type="http://schemas.openxmlformats.org/officeDocument/2006/relationships/slide" Target="slides/slide38.xml"/><Relationship Id="rId59" Type="http://schemas.openxmlformats.org/officeDocument/2006/relationships/slide" Target="slides/slide51.xml"/><Relationship Id="rId67" Type="http://schemas.openxmlformats.org/officeDocument/2006/relationships/slide" Target="slides/slide59.xml"/><Relationship Id="rId20" Type="http://schemas.openxmlformats.org/officeDocument/2006/relationships/slide" Target="slides/slide12.xml"/><Relationship Id="rId41" Type="http://schemas.openxmlformats.org/officeDocument/2006/relationships/slide" Target="slides/slide33.xml"/><Relationship Id="rId54" Type="http://schemas.openxmlformats.org/officeDocument/2006/relationships/slide" Target="slides/slide46.xml"/><Relationship Id="rId62" Type="http://schemas.openxmlformats.org/officeDocument/2006/relationships/slide" Target="slides/slide54.xml"/><Relationship Id="rId70" Type="http://schemas.openxmlformats.org/officeDocument/2006/relationships/handoutMaster" Target="handoutMasters/handoutMaster1.xml"/><Relationship Id="rId7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slide" Target="slides/slide28.xml"/><Relationship Id="rId49" Type="http://schemas.openxmlformats.org/officeDocument/2006/relationships/slide" Target="slides/slide41.xml"/><Relationship Id="rId57" Type="http://schemas.openxmlformats.org/officeDocument/2006/relationships/slide" Target="slides/slide49.xml"/><Relationship Id="rId10" Type="http://schemas.openxmlformats.org/officeDocument/2006/relationships/slide" Target="slides/slide2.xml"/><Relationship Id="rId31" Type="http://schemas.openxmlformats.org/officeDocument/2006/relationships/slide" Target="slides/slide23.xml"/><Relationship Id="rId44" Type="http://schemas.openxmlformats.org/officeDocument/2006/relationships/slide" Target="slides/slide36.xml"/><Relationship Id="rId52" Type="http://schemas.openxmlformats.org/officeDocument/2006/relationships/slide" Target="slides/slide44.xml"/><Relationship Id="rId60" Type="http://schemas.openxmlformats.org/officeDocument/2006/relationships/slide" Target="slides/slide52.xml"/><Relationship Id="rId65" Type="http://schemas.openxmlformats.org/officeDocument/2006/relationships/slide" Target="slides/slide57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39" Type="http://schemas.openxmlformats.org/officeDocument/2006/relationships/slide" Target="slides/slide31.xml"/><Relationship Id="rId34" Type="http://schemas.openxmlformats.org/officeDocument/2006/relationships/slide" Target="slides/slide26.xml"/><Relationship Id="rId50" Type="http://schemas.openxmlformats.org/officeDocument/2006/relationships/slide" Target="slides/slide42.xml"/><Relationship Id="rId55" Type="http://schemas.openxmlformats.org/officeDocument/2006/relationships/slide" Target="slides/slide47.xml"/><Relationship Id="rId76" Type="http://schemas.microsoft.com/office/2016/11/relationships/changesInfo" Target="changesInfos/changesInfo1.xml"/><Relationship Id="rId7" Type="http://schemas.openxmlformats.org/officeDocument/2006/relationships/slideMaster" Target="slideMasters/slideMaster4.xml"/><Relationship Id="rId71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29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 Mattia Alessandro Edoardo Giorgio David" userId="f8954a66-e5ad-4a1c-9536-1d2117047f5f" providerId="ADAL" clId="{CDD3A680-70A0-4B3B-95E5-5D6AACE401AF}"/>
    <pc:docChg chg="undo custSel addSld delSld modSld modMainMaster">
      <pc:chgData name="Di Mattia Alessandro Edoardo Giorgio David" userId="f8954a66-e5ad-4a1c-9536-1d2117047f5f" providerId="ADAL" clId="{CDD3A680-70A0-4B3B-95E5-5D6AACE401AF}" dt="2021-10-04T08:15:43.334" v="11952" actId="114"/>
      <pc:docMkLst>
        <pc:docMk/>
      </pc:docMkLst>
      <pc:sldChg chg="modSp mod">
        <pc:chgData name="Di Mattia Alessandro Edoardo Giorgio David" userId="f8954a66-e5ad-4a1c-9536-1d2117047f5f" providerId="ADAL" clId="{CDD3A680-70A0-4B3B-95E5-5D6AACE401AF}" dt="2021-08-26T09:10:39.819" v="1" actId="20577"/>
        <pc:sldMkLst>
          <pc:docMk/>
          <pc:sldMk cId="2290804199" sldId="283"/>
        </pc:sldMkLst>
        <pc:spChg chg="mod">
          <ac:chgData name="Di Mattia Alessandro Edoardo Giorgio David" userId="f8954a66-e5ad-4a1c-9536-1d2117047f5f" providerId="ADAL" clId="{CDD3A680-70A0-4B3B-95E5-5D6AACE401AF}" dt="2021-08-26T09:10:39.819" v="1" actId="20577"/>
          <ac:spMkLst>
            <pc:docMk/>
            <pc:sldMk cId="2290804199" sldId="283"/>
            <ac:spMk id="3" creationId="{2649062A-E431-4830-8792-8C3AA0B072C3}"/>
          </ac:spMkLst>
        </pc:spChg>
      </pc:sldChg>
      <pc:sldChg chg="modSp mod">
        <pc:chgData name="Di Mattia Alessandro Edoardo Giorgio David" userId="f8954a66-e5ad-4a1c-9536-1d2117047f5f" providerId="ADAL" clId="{CDD3A680-70A0-4B3B-95E5-5D6AACE401AF}" dt="2021-09-17T13:47:17.058" v="10862" actId="20577"/>
        <pc:sldMkLst>
          <pc:docMk/>
          <pc:sldMk cId="2746722792" sldId="284"/>
        </pc:sldMkLst>
        <pc:spChg chg="mod">
          <ac:chgData name="Di Mattia Alessandro Edoardo Giorgio David" userId="f8954a66-e5ad-4a1c-9536-1d2117047f5f" providerId="ADAL" clId="{CDD3A680-70A0-4B3B-95E5-5D6AACE401AF}" dt="2021-09-17T13:47:17.058" v="10862" actId="20577"/>
          <ac:spMkLst>
            <pc:docMk/>
            <pc:sldMk cId="2746722792" sldId="284"/>
            <ac:spMk id="3" creationId="{9662AD80-86AD-4C0B-8BB2-DF45089F67F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09:46:30.223" v="244" actId="113"/>
        <pc:sldMkLst>
          <pc:docMk/>
          <pc:sldMk cId="136307228" sldId="285"/>
        </pc:sldMkLst>
        <pc:spChg chg="mod">
          <ac:chgData name="Di Mattia Alessandro Edoardo Giorgio David" userId="f8954a66-e5ad-4a1c-9536-1d2117047f5f" providerId="ADAL" clId="{CDD3A680-70A0-4B3B-95E5-5D6AACE401AF}" dt="2021-08-26T09:40:58.657" v="220" actId="122"/>
          <ac:spMkLst>
            <pc:docMk/>
            <pc:sldMk cId="136307228" sldId="285"/>
            <ac:spMk id="2" creationId="{13364F0A-C956-4FF9-9CEF-8828D3BF48F1}"/>
          </ac:spMkLst>
        </pc:spChg>
        <pc:spChg chg="mod">
          <ac:chgData name="Di Mattia Alessandro Edoardo Giorgio David" userId="f8954a66-e5ad-4a1c-9536-1d2117047f5f" providerId="ADAL" clId="{CDD3A680-70A0-4B3B-95E5-5D6AACE401AF}" dt="2021-08-26T09:46:30.223" v="244" actId="113"/>
          <ac:spMkLst>
            <pc:docMk/>
            <pc:sldMk cId="136307228" sldId="285"/>
            <ac:spMk id="3" creationId="{79E0C796-771F-4F4F-BD64-A5F8042C9B70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8-26T09:58:37.901" v="572" actId="20577"/>
        <pc:sldMkLst>
          <pc:docMk/>
          <pc:sldMk cId="397456170" sldId="286"/>
        </pc:sldMkLst>
        <pc:spChg chg="mod">
          <ac:chgData name="Di Mattia Alessandro Edoardo Giorgio David" userId="f8954a66-e5ad-4a1c-9536-1d2117047f5f" providerId="ADAL" clId="{CDD3A680-70A0-4B3B-95E5-5D6AACE401AF}" dt="2021-08-26T09:58:37.901" v="572" actId="20577"/>
          <ac:spMkLst>
            <pc:docMk/>
            <pc:sldMk cId="397456170" sldId="286"/>
            <ac:spMk id="3" creationId="{79E0C796-771F-4F4F-BD64-A5F8042C9B70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0:00:26.785" v="582" actId="207"/>
        <pc:sldMkLst>
          <pc:docMk/>
          <pc:sldMk cId="2987841737" sldId="287"/>
        </pc:sldMkLst>
        <pc:spChg chg="mod">
          <ac:chgData name="Di Mattia Alessandro Edoardo Giorgio David" userId="f8954a66-e5ad-4a1c-9536-1d2117047f5f" providerId="ADAL" clId="{CDD3A680-70A0-4B3B-95E5-5D6AACE401AF}" dt="2021-08-26T09:59:03.589" v="575" actId="122"/>
          <ac:spMkLst>
            <pc:docMk/>
            <pc:sldMk cId="2987841737" sldId="287"/>
            <ac:spMk id="2" creationId="{29E4B2AC-724E-4310-ABA4-45F34D1DBEC3}"/>
          </ac:spMkLst>
        </pc:spChg>
        <pc:spChg chg="mod">
          <ac:chgData name="Di Mattia Alessandro Edoardo Giorgio David" userId="f8954a66-e5ad-4a1c-9536-1d2117047f5f" providerId="ADAL" clId="{CDD3A680-70A0-4B3B-95E5-5D6AACE401AF}" dt="2021-08-26T10:00:26.785" v="582" actId="207"/>
          <ac:spMkLst>
            <pc:docMk/>
            <pc:sldMk cId="2987841737" sldId="287"/>
            <ac:spMk id="3" creationId="{6EE23F1E-20E5-4102-B6A7-04F181C4071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2:49.241" v="594" actId="1440"/>
        <pc:sldMkLst>
          <pc:docMk/>
          <pc:sldMk cId="3177459641" sldId="288"/>
        </pc:sldMkLst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2" creationId="{2C6FAD34-5A9B-4494-BBDB-1AF1DC64B671}"/>
          </ac:spMkLst>
        </pc:spChg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3" creationId="{2244814B-5F25-4985-A4E6-CDB097CF4643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00:55.153" v="585"/>
          <ac:graphicFrameMkLst>
            <pc:docMk/>
            <pc:sldMk cId="3177459641" sldId="288"/>
            <ac:graphicFrameMk id="4" creationId="{251178BF-5555-4A79-A392-7ABB33DEA460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02:49.241" v="594" actId="1440"/>
          <ac:picMkLst>
            <pc:docMk/>
            <pc:sldMk cId="3177459641" sldId="288"/>
            <ac:picMk id="5" creationId="{EE893D25-5C6C-41F5-B226-50D51955D72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03:48.981" v="617" actId="15"/>
        <pc:sldMkLst>
          <pc:docMk/>
          <pc:sldMk cId="1800017578" sldId="289"/>
        </pc:sldMkLst>
        <pc:spChg chg="add mod">
          <ac:chgData name="Di Mattia Alessandro Edoardo Giorgio David" userId="f8954a66-e5ad-4a1c-9536-1d2117047f5f" providerId="ADAL" clId="{CDD3A680-70A0-4B3B-95E5-5D6AACE401AF}" dt="2021-08-26T10:03:29.418" v="612" actId="20577"/>
          <ac:spMkLst>
            <pc:docMk/>
            <pc:sldMk cId="1800017578" sldId="289"/>
            <ac:spMk id="2" creationId="{9EC5949A-A5F1-402C-A5BC-9451C240E1E7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03:48.981" v="617" actId="15"/>
          <ac:spMkLst>
            <pc:docMk/>
            <pc:sldMk cId="1800017578" sldId="289"/>
            <ac:spMk id="3" creationId="{27098DF3-E07F-41C3-AE3D-3553CFA94A2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6:16.881" v="625" actId="12788"/>
        <pc:sldMkLst>
          <pc:docMk/>
          <pc:sldMk cId="189423430" sldId="290"/>
        </pc:sldMkLst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2" creationId="{898F21F0-655D-47E1-887F-C7885B1199C5}"/>
          </ac:spMkLst>
        </pc:spChg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3" creationId="{F4BE46A5-D9F8-432D-A301-5FBD10404EA5}"/>
          </ac:spMkLst>
        </pc:spChg>
        <pc:graphicFrameChg chg="add mod">
          <ac:chgData name="Di Mattia Alessandro Edoardo Giorgio David" userId="f8954a66-e5ad-4a1c-9536-1d2117047f5f" providerId="ADAL" clId="{CDD3A680-70A0-4B3B-95E5-5D6AACE401AF}" dt="2021-08-26T10:06:16.881" v="625" actId="12788"/>
          <ac:graphicFrameMkLst>
            <pc:docMk/>
            <pc:sldMk cId="189423430" sldId="290"/>
            <ac:graphicFrameMk id="4" creationId="{4C748AAC-A9B2-4721-B877-FBEF2ADD9BC1}"/>
          </ac:graphicFrameMkLst>
        </pc:graphicFrame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10:26.684" v="718" actId="20577"/>
        <pc:sldMkLst>
          <pc:docMk/>
          <pc:sldMk cId="2279340633" sldId="291"/>
        </pc:sldMkLst>
        <pc:spChg chg="add mod">
          <ac:chgData name="Di Mattia Alessandro Edoardo Giorgio David" userId="f8954a66-e5ad-4a1c-9536-1d2117047f5f" providerId="ADAL" clId="{CDD3A680-70A0-4B3B-95E5-5D6AACE401AF}" dt="2021-08-26T10:07:00.544" v="629" actId="122"/>
          <ac:spMkLst>
            <pc:docMk/>
            <pc:sldMk cId="2279340633" sldId="291"/>
            <ac:spMk id="2" creationId="{889A99B6-7F27-4B51-B07F-BBF07C22C426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0:26.684" v="718" actId="20577"/>
          <ac:spMkLst>
            <pc:docMk/>
            <pc:sldMk cId="2279340633" sldId="291"/>
            <ac:spMk id="3" creationId="{BA3E679B-111F-42A4-B459-693A455908DE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8-26T10:14:16.566" v="735"/>
        <pc:sldMkLst>
          <pc:docMk/>
          <pc:sldMk cId="3371114497" sldId="292"/>
        </pc:sldMkLst>
        <pc:spChg chg="mod">
          <ac:chgData name="Di Mattia Alessandro Edoardo Giorgio David" userId="f8954a66-e5ad-4a1c-9536-1d2117047f5f" providerId="ADAL" clId="{CDD3A680-70A0-4B3B-95E5-5D6AACE401AF}" dt="2021-08-26T10:14:16.566" v="735"/>
          <ac:spMkLst>
            <pc:docMk/>
            <pc:sldMk cId="3371114497" sldId="292"/>
            <ac:spMk id="2" creationId="{224D3D06-2AB5-4B2A-86E4-99BC6A84B544}"/>
          </ac:spMkLst>
        </pc:spChg>
        <pc:spChg chg="mod">
          <ac:chgData name="Di Mattia Alessandro Edoardo Giorgio David" userId="f8954a66-e5ad-4a1c-9536-1d2117047f5f" providerId="ADAL" clId="{CDD3A680-70A0-4B3B-95E5-5D6AACE401AF}" dt="2021-08-26T10:13:47.507" v="732" actId="15"/>
          <ac:spMkLst>
            <pc:docMk/>
            <pc:sldMk cId="3371114497" sldId="292"/>
            <ac:spMk id="3" creationId="{6CE27645-0773-4A46-B2BB-80E82FE726D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14:00.170" v="734" actId="1076"/>
          <ac:picMkLst>
            <pc:docMk/>
            <pc:sldMk cId="3371114497" sldId="292"/>
            <ac:picMk id="4" creationId="{7DDAC425-D4D8-47C4-934C-767A69AD8BB3}"/>
          </ac:picMkLst>
        </pc:picChg>
      </pc:sldChg>
      <pc:sldChg chg="addSp delSp modSp add mod">
        <pc:chgData name="Di Mattia Alessandro Edoardo Giorgio David" userId="f8954a66-e5ad-4a1c-9536-1d2117047f5f" providerId="ADAL" clId="{CDD3A680-70A0-4B3B-95E5-5D6AACE401AF}" dt="2021-08-26T10:15:39.018" v="750" actId="1076"/>
        <pc:sldMkLst>
          <pc:docMk/>
          <pc:sldMk cId="1501790977" sldId="293"/>
        </pc:sldMkLst>
        <pc:spChg chg="mod">
          <ac:chgData name="Di Mattia Alessandro Edoardo Giorgio David" userId="f8954a66-e5ad-4a1c-9536-1d2117047f5f" providerId="ADAL" clId="{CDD3A680-70A0-4B3B-95E5-5D6AACE401AF}" dt="2021-08-26T10:15:26.467" v="748" actId="15"/>
          <ac:spMkLst>
            <pc:docMk/>
            <pc:sldMk cId="1501790977" sldId="293"/>
            <ac:spMk id="3" creationId="{6CE27645-0773-4A46-B2BB-80E82FE726DA}"/>
          </ac:spMkLst>
        </pc:spChg>
        <pc:picChg chg="del">
          <ac:chgData name="Di Mattia Alessandro Edoardo Giorgio David" userId="f8954a66-e5ad-4a1c-9536-1d2117047f5f" providerId="ADAL" clId="{CDD3A680-70A0-4B3B-95E5-5D6AACE401AF}" dt="2021-08-26T10:14:23.921" v="737" actId="478"/>
          <ac:picMkLst>
            <pc:docMk/>
            <pc:sldMk cId="1501790977" sldId="293"/>
            <ac:picMk id="4" creationId="{7DDAC425-D4D8-47C4-934C-767A69AD8BB3}"/>
          </ac:picMkLst>
        </pc:picChg>
        <pc:picChg chg="add mod">
          <ac:chgData name="Di Mattia Alessandro Edoardo Giorgio David" userId="f8954a66-e5ad-4a1c-9536-1d2117047f5f" providerId="ADAL" clId="{CDD3A680-70A0-4B3B-95E5-5D6AACE401AF}" dt="2021-08-26T10:15:39.018" v="750" actId="1076"/>
          <ac:picMkLst>
            <pc:docMk/>
            <pc:sldMk cId="1501790977" sldId="293"/>
            <ac:picMk id="5" creationId="{C12619F1-2EF3-4D29-BEA0-824A510CE527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DD3A680-70A0-4B3B-95E5-5D6AACE401AF}" dt="2021-08-26T10:18:43.214" v="769" actId="14100"/>
        <pc:sldMkLst>
          <pc:docMk/>
          <pc:sldMk cId="422741358" sldId="294"/>
        </pc:sldMkLst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2" creationId="{CECCA60E-97F5-4E57-9820-2D263E9B14F7}"/>
          </ac:spMkLst>
        </pc:spChg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3" creationId="{57A994E3-4431-4C44-9874-304D2DF5CEB2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43.214" v="769" actId="14100"/>
          <ac:spMkLst>
            <pc:docMk/>
            <pc:sldMk cId="422741358" sldId="294"/>
            <ac:spMk id="6" creationId="{35358B06-1DE5-45DE-912A-765465560813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31.401" v="768" actId="1076"/>
          <ac:spMkLst>
            <pc:docMk/>
            <pc:sldMk cId="422741358" sldId="294"/>
            <ac:spMk id="7" creationId="{B6677616-D2C0-4E60-8A4C-14DCF135BB79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15:56.968" v="754"/>
          <ac:graphicFrameMkLst>
            <pc:docMk/>
            <pc:sldMk cId="422741358" sldId="294"/>
            <ac:graphicFrameMk id="4" creationId="{5B8E0FA0-6CF8-4B0A-ADCD-99E317352CEC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16:40.792" v="757" actId="1076"/>
          <ac:picMkLst>
            <pc:docMk/>
            <pc:sldMk cId="422741358" sldId="294"/>
            <ac:picMk id="5" creationId="{9DC4631B-7CBE-4B38-B9E6-0BD97BFE0FD2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3:53:44.274" v="10863" actId="255"/>
        <pc:sldMkLst>
          <pc:docMk/>
          <pc:sldMk cId="3804130750" sldId="295"/>
        </pc:sldMkLst>
        <pc:spChg chg="add mod">
          <ac:chgData name="Di Mattia Alessandro Edoardo Giorgio David" userId="f8954a66-e5ad-4a1c-9536-1d2117047f5f" providerId="ADAL" clId="{CDD3A680-70A0-4B3B-95E5-5D6AACE401AF}" dt="2021-08-26T10:19:35.349" v="773" actId="122"/>
          <ac:spMkLst>
            <pc:docMk/>
            <pc:sldMk cId="3804130750" sldId="295"/>
            <ac:spMk id="2" creationId="{9CAD3991-4B66-4F2F-BD1E-7FEED8CFF078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3:53:44.274" v="10863" actId="255"/>
          <ac:spMkLst>
            <pc:docMk/>
            <pc:sldMk cId="3804130750" sldId="295"/>
            <ac:spMk id="3" creationId="{0286D78F-1918-4503-AF56-191C2B39DB8A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1:58.881" v="788" actId="12789"/>
        <pc:sldMkLst>
          <pc:docMk/>
          <pc:sldMk cId="2958941754" sldId="296"/>
        </pc:sldMkLst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2" creationId="{BAB49A7D-34B3-43C3-8C60-F1BB3C90FF99}"/>
          </ac:spMkLst>
        </pc:spChg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3" creationId="{05C212EC-BEAB-44F1-910E-41719B6785DF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1:58.881" v="788" actId="12789"/>
          <ac:picMkLst>
            <pc:docMk/>
            <pc:sldMk cId="2958941754" sldId="296"/>
            <ac:picMk id="4" creationId="{481E0528-CDB3-4A64-8201-464948C26A5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6:27.956" v="793"/>
        <pc:sldMkLst>
          <pc:docMk/>
          <pc:sldMk cId="751128815" sldId="297"/>
        </pc:sldMkLst>
        <pc:spChg chg="add mod">
          <ac:chgData name="Di Mattia Alessandro Edoardo Giorgio David" userId="f8954a66-e5ad-4a1c-9536-1d2117047f5f" providerId="ADAL" clId="{CDD3A680-70A0-4B3B-95E5-5D6AACE401AF}" dt="2021-08-26T10:25:21.196" v="792" actId="122"/>
          <ac:spMkLst>
            <pc:docMk/>
            <pc:sldMk cId="751128815" sldId="297"/>
            <ac:spMk id="2" creationId="{BB602728-82E4-431F-A781-BA0C9656C09C}"/>
          </ac:spMkLst>
        </pc:spChg>
        <pc:spChg chg="add del mod">
          <ac:chgData name="Di Mattia Alessandro Edoardo Giorgio David" userId="f8954a66-e5ad-4a1c-9536-1d2117047f5f" providerId="ADAL" clId="{CDD3A680-70A0-4B3B-95E5-5D6AACE401AF}" dt="2021-08-26T10:26:27.956" v="793"/>
          <ac:spMkLst>
            <pc:docMk/>
            <pc:sldMk cId="751128815" sldId="297"/>
            <ac:spMk id="3" creationId="{6404D91C-0FB5-4998-80CA-0E23E503337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6:27.956" v="793"/>
          <ac:picMkLst>
            <pc:docMk/>
            <pc:sldMk cId="751128815" sldId="297"/>
            <ac:picMk id="4" creationId="{B6083223-0C19-4625-B839-F59AF9E467E6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8-26T12:01:30.825" v="1097" actId="20577"/>
        <pc:sldMkLst>
          <pc:docMk/>
          <pc:sldMk cId="1204931054" sldId="298"/>
        </pc:sldMkLst>
        <pc:spChg chg="mod">
          <ac:chgData name="Di Mattia Alessandro Edoardo Giorgio David" userId="f8954a66-e5ad-4a1c-9536-1d2117047f5f" providerId="ADAL" clId="{CDD3A680-70A0-4B3B-95E5-5D6AACE401AF}" dt="2021-08-26T11:46:41.214" v="796" actId="122"/>
          <ac:spMkLst>
            <pc:docMk/>
            <pc:sldMk cId="1204931054" sldId="298"/>
            <ac:spMk id="2" creationId="{D687D5E9-C61B-4112-BCB0-BE99D99CDEEC}"/>
          </ac:spMkLst>
        </pc:spChg>
        <pc:spChg chg="mod">
          <ac:chgData name="Di Mattia Alessandro Edoardo Giorgio David" userId="f8954a66-e5ad-4a1c-9536-1d2117047f5f" providerId="ADAL" clId="{CDD3A680-70A0-4B3B-95E5-5D6AACE401AF}" dt="2021-08-26T12:01:30.825" v="1097" actId="20577"/>
          <ac:spMkLst>
            <pc:docMk/>
            <pc:sldMk cId="1204931054" sldId="298"/>
            <ac:spMk id="3" creationId="{71AA0D9A-573E-464B-9A1E-E1F4D9E4A4E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2:04:57.651" v="1101"/>
        <pc:sldMkLst>
          <pc:docMk/>
          <pc:sldMk cId="2407881802" sldId="299"/>
        </pc:sldMkLst>
        <pc:spChg chg="mod">
          <ac:chgData name="Di Mattia Alessandro Edoardo Giorgio David" userId="f8954a66-e5ad-4a1c-9536-1d2117047f5f" providerId="ADAL" clId="{CDD3A680-70A0-4B3B-95E5-5D6AACE401AF}" dt="2021-08-26T12:01:52.282" v="1100" actId="122"/>
          <ac:spMkLst>
            <pc:docMk/>
            <pc:sldMk cId="2407881802" sldId="299"/>
            <ac:spMk id="2" creationId="{26ABB9B6-F717-4B8F-803B-677381F49D58}"/>
          </ac:spMkLst>
        </pc:spChg>
        <pc:spChg chg="mod">
          <ac:chgData name="Di Mattia Alessandro Edoardo Giorgio David" userId="f8954a66-e5ad-4a1c-9536-1d2117047f5f" providerId="ADAL" clId="{CDD3A680-70A0-4B3B-95E5-5D6AACE401AF}" dt="2021-08-26T12:04:57.651" v="1101"/>
          <ac:spMkLst>
            <pc:docMk/>
            <pc:sldMk cId="2407881802" sldId="299"/>
            <ac:spMk id="3" creationId="{572FEE07-299D-4294-8B97-0E6E4FA3A2B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07.840" v="10870" actId="255"/>
        <pc:sldMkLst>
          <pc:docMk/>
          <pc:sldMk cId="4088423911" sldId="300"/>
        </pc:sldMkLst>
        <pc:spChg chg="mod">
          <ac:chgData name="Di Mattia Alessandro Edoardo Giorgio David" userId="f8954a66-e5ad-4a1c-9536-1d2117047f5f" providerId="ADAL" clId="{CDD3A680-70A0-4B3B-95E5-5D6AACE401AF}" dt="2021-08-26T12:05:29.149" v="1104" actId="122"/>
          <ac:spMkLst>
            <pc:docMk/>
            <pc:sldMk cId="4088423911" sldId="300"/>
            <ac:spMk id="2" creationId="{F4CCD474-02C5-4D5E-BD0B-DB3CB7997CE3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07.840" v="10870" actId="255"/>
          <ac:spMkLst>
            <pc:docMk/>
            <pc:sldMk cId="4088423911" sldId="300"/>
            <ac:spMk id="3" creationId="{B3D45BE2-C87C-47BB-945E-5BF827D6B052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4:56.439" v="10869" actId="255"/>
        <pc:sldMkLst>
          <pc:docMk/>
          <pc:sldMk cId="3489902843" sldId="301"/>
        </pc:sldMkLst>
        <pc:spChg chg="mod">
          <ac:chgData name="Di Mattia Alessandro Edoardo Giorgio David" userId="f8954a66-e5ad-4a1c-9536-1d2117047f5f" providerId="ADAL" clId="{CDD3A680-70A0-4B3B-95E5-5D6AACE401AF}" dt="2021-08-26T12:12:45.227" v="1482" actId="122"/>
          <ac:spMkLst>
            <pc:docMk/>
            <pc:sldMk cId="3489902843" sldId="301"/>
            <ac:spMk id="2" creationId="{D3E967D6-61AC-4D8E-BAC0-78D6FDB46B90}"/>
          </ac:spMkLst>
        </pc:spChg>
        <pc:spChg chg="mod">
          <ac:chgData name="Di Mattia Alessandro Edoardo Giorgio David" userId="f8954a66-e5ad-4a1c-9536-1d2117047f5f" providerId="ADAL" clId="{CDD3A680-70A0-4B3B-95E5-5D6AACE401AF}" dt="2021-09-17T14:04:56.439" v="10869" actId="255"/>
          <ac:spMkLst>
            <pc:docMk/>
            <pc:sldMk cId="3489902843" sldId="301"/>
            <ac:spMk id="3" creationId="{4570A9BA-C130-46BC-963A-A94DA92A4608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32.225" v="10871" actId="255"/>
        <pc:sldMkLst>
          <pc:docMk/>
          <pc:sldMk cId="1935820678" sldId="302"/>
        </pc:sldMkLst>
        <pc:spChg chg="mod">
          <ac:chgData name="Di Mattia Alessandro Edoardo Giorgio David" userId="f8954a66-e5ad-4a1c-9536-1d2117047f5f" providerId="ADAL" clId="{CDD3A680-70A0-4B3B-95E5-5D6AACE401AF}" dt="2021-08-26T12:17:14.747" v="1534" actId="122"/>
          <ac:spMkLst>
            <pc:docMk/>
            <pc:sldMk cId="1935820678" sldId="302"/>
            <ac:spMk id="2" creationId="{E83A1901-EE45-43B4-8014-45FAAF380C14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32.225" v="10871" actId="255"/>
          <ac:spMkLst>
            <pc:docMk/>
            <pc:sldMk cId="1935820678" sldId="302"/>
            <ac:spMk id="3" creationId="{896681A2-FD9C-4415-8AB5-86D70DCBE7E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8-26T12:23:09.299" v="1579"/>
        <pc:sldMkLst>
          <pc:docMk/>
          <pc:sldMk cId="831921405" sldId="303"/>
        </pc:sldMkLst>
        <pc:spChg chg="mod">
          <ac:chgData name="Di Mattia Alessandro Edoardo Giorgio David" userId="f8954a66-e5ad-4a1c-9536-1d2117047f5f" providerId="ADAL" clId="{CDD3A680-70A0-4B3B-95E5-5D6AACE401AF}" dt="2021-08-26T12:21:56.092" v="1578" actId="122"/>
          <ac:spMkLst>
            <pc:docMk/>
            <pc:sldMk cId="831921405" sldId="303"/>
            <ac:spMk id="2" creationId="{699670B4-A180-4FB7-85A5-E7B0ECB07EF3}"/>
          </ac:spMkLst>
        </pc:spChg>
        <pc:spChg chg="del">
          <ac:chgData name="Di Mattia Alessandro Edoardo Giorgio David" userId="f8954a66-e5ad-4a1c-9536-1d2117047f5f" providerId="ADAL" clId="{CDD3A680-70A0-4B3B-95E5-5D6AACE401AF}" dt="2021-08-26T12:23:09.299" v="1579"/>
          <ac:spMkLst>
            <pc:docMk/>
            <pc:sldMk cId="831921405" sldId="303"/>
            <ac:spMk id="3" creationId="{200ACC3F-2AFD-431F-9C3B-46736AB0A672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23:09.299" v="1579"/>
          <ac:picMkLst>
            <pc:docMk/>
            <pc:sldMk cId="831921405" sldId="303"/>
            <ac:picMk id="4" creationId="{469CDDD2-5EF3-4A20-AD14-1254B15F02FC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17T14:06:09.566" v="10872" actId="255"/>
        <pc:sldMkLst>
          <pc:docMk/>
          <pc:sldMk cId="2260148978" sldId="304"/>
        </pc:sldMkLst>
        <pc:spChg chg="mod">
          <ac:chgData name="Di Mattia Alessandro Edoardo Giorgio David" userId="f8954a66-e5ad-4a1c-9536-1d2117047f5f" providerId="ADAL" clId="{CDD3A680-70A0-4B3B-95E5-5D6AACE401AF}" dt="2021-08-26T12:29:13.670" v="1585" actId="122"/>
          <ac:spMkLst>
            <pc:docMk/>
            <pc:sldMk cId="2260148978" sldId="304"/>
            <ac:spMk id="2" creationId="{F454555D-49EF-407C-B125-397A40A8DBD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6:09.566" v="10872" actId="255"/>
          <ac:spMkLst>
            <pc:docMk/>
            <pc:sldMk cId="2260148978" sldId="304"/>
            <ac:spMk id="3" creationId="{90F3714A-FF6E-4D0D-B6DC-D7BF65D71AC0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9-17T14:09:26.749" v="10879" actId="20577"/>
        <pc:sldMkLst>
          <pc:docMk/>
          <pc:sldMk cId="857219401" sldId="305"/>
        </pc:sldMkLst>
        <pc:spChg chg="mod">
          <ac:chgData name="Di Mattia Alessandro Edoardo Giorgio David" userId="f8954a66-e5ad-4a1c-9536-1d2117047f5f" providerId="ADAL" clId="{CDD3A680-70A0-4B3B-95E5-5D6AACE401AF}" dt="2021-08-26T12:49:50.314" v="1823" actId="122"/>
          <ac:spMkLst>
            <pc:docMk/>
            <pc:sldMk cId="857219401" sldId="305"/>
            <ac:spMk id="2" creationId="{BD7E0C5F-4882-4993-A598-B19716F2BCF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9:26.749" v="10879" actId="20577"/>
          <ac:spMkLst>
            <pc:docMk/>
            <pc:sldMk cId="857219401" sldId="305"/>
            <ac:spMk id="3" creationId="{CC3B4534-CEF0-415F-BC3A-10376F214C95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50:14.074" v="1829" actId="1076"/>
          <ac:picMkLst>
            <pc:docMk/>
            <pc:sldMk cId="857219401" sldId="305"/>
            <ac:picMk id="4" creationId="{A4CFD918-4173-4060-BAF8-8AAB78F5D763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17T14:07:11.410" v="10874" actId="255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CDD3A680-70A0-4B3B-95E5-5D6AACE401AF}" dt="2021-09-02T15:20:41.781" v="1918" actId="790"/>
          <ac:spMkLst>
            <pc:docMk/>
            <pc:sldMk cId="1731353798" sldId="306"/>
            <ac:spMk id="2" creationId="{7EC01715-7E32-4E9D-9ED1-CA6C6CF03338}"/>
          </ac:spMkLst>
        </pc:spChg>
        <pc:spChg chg="mod">
          <ac:chgData name="Di Mattia Alessandro Edoardo Giorgio David" userId="f8954a66-e5ad-4a1c-9536-1d2117047f5f" providerId="ADAL" clId="{CDD3A680-70A0-4B3B-95E5-5D6AACE401AF}" dt="2021-09-17T14:07:11.410" v="10874" actId="255"/>
          <ac:spMkLst>
            <pc:docMk/>
            <pc:sldMk cId="1731353798" sldId="306"/>
            <ac:spMk id="3" creationId="{2D430180-4BB9-4AD7-AA64-E3AA96044BF1}"/>
          </ac:spMkLst>
        </pc:spChg>
        <pc:picChg chg="add del">
          <ac:chgData name="Di Mattia Alessandro Edoardo Giorgio David" userId="f8954a66-e5ad-4a1c-9536-1d2117047f5f" providerId="ADAL" clId="{CDD3A680-70A0-4B3B-95E5-5D6AACE401AF}" dt="2021-09-02T15:31:21.837" v="2164" actId="22"/>
          <ac:picMkLst>
            <pc:docMk/>
            <pc:sldMk cId="1731353798" sldId="306"/>
            <ac:picMk id="5" creationId="{DEAF1691-53A0-4202-9950-60FBC95CCA5F}"/>
          </ac:picMkLst>
        </pc:picChg>
      </pc:sldChg>
      <pc:sldChg chg="addSp delSp modSp new mod addCm delCm">
        <pc:chgData name="Di Mattia Alessandro Edoardo Giorgio David" userId="f8954a66-e5ad-4a1c-9536-1d2117047f5f" providerId="ADAL" clId="{CDD3A680-70A0-4B3B-95E5-5D6AACE401AF}" dt="2021-09-02T15:37:13.969" v="2220" actId="1076"/>
        <pc:sldMkLst>
          <pc:docMk/>
          <pc:sldMk cId="393636126" sldId="307"/>
        </pc:sldMkLst>
        <pc:spChg chg="mod">
          <ac:chgData name="Di Mattia Alessandro Edoardo Giorgio David" userId="f8954a66-e5ad-4a1c-9536-1d2117047f5f" providerId="ADAL" clId="{CDD3A680-70A0-4B3B-95E5-5D6AACE401AF}" dt="2021-09-02T15:31:53.142" v="2182" actId="790"/>
          <ac:spMkLst>
            <pc:docMk/>
            <pc:sldMk cId="393636126" sldId="307"/>
            <ac:spMk id="2" creationId="{3156B10D-7EBA-4478-9293-A150E1BAE672}"/>
          </ac:spMkLst>
        </pc:spChg>
        <pc:spChg chg="del">
          <ac:chgData name="Di Mattia Alessandro Edoardo Giorgio David" userId="f8954a66-e5ad-4a1c-9536-1d2117047f5f" providerId="ADAL" clId="{CDD3A680-70A0-4B3B-95E5-5D6AACE401AF}" dt="2021-09-02T15:31:43.292" v="2180" actId="22"/>
          <ac:spMkLst>
            <pc:docMk/>
            <pc:sldMk cId="393636126" sldId="307"/>
            <ac:spMk id="3" creationId="{28C4402A-40E5-4763-B138-6D541A0DA21D}"/>
          </ac:spMkLst>
        </pc:spChg>
        <pc:spChg chg="add mod">
          <ac:chgData name="Di Mattia Alessandro Edoardo Giorgio David" userId="f8954a66-e5ad-4a1c-9536-1d2117047f5f" providerId="ADAL" clId="{CDD3A680-70A0-4B3B-95E5-5D6AACE401AF}" dt="2021-09-02T15:37:13.969" v="2220" actId="1076"/>
          <ac:spMkLst>
            <pc:docMk/>
            <pc:sldMk cId="393636126" sldId="307"/>
            <ac:spMk id="6" creationId="{7118283C-1B2F-47DF-B0E1-3CCD3129A438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2T15:31:45.943" v="2181" actId="14100"/>
          <ac:picMkLst>
            <pc:docMk/>
            <pc:sldMk cId="393636126" sldId="307"/>
            <ac:picMk id="5" creationId="{F68AFCA4-6258-413A-BDA6-EEC3E083368C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3T13:28:22.480" v="2336" actId="14100"/>
        <pc:sldMkLst>
          <pc:docMk/>
          <pc:sldMk cId="1267565031" sldId="308"/>
        </pc:sldMkLst>
        <pc:spChg chg="mod">
          <ac:chgData name="Di Mattia Alessandro Edoardo Giorgio David" userId="f8954a66-e5ad-4a1c-9536-1d2117047f5f" providerId="ADAL" clId="{CDD3A680-70A0-4B3B-95E5-5D6AACE401AF}" dt="2021-09-03T13:25:20.803" v="2290" actId="790"/>
          <ac:spMkLst>
            <pc:docMk/>
            <pc:sldMk cId="1267565031" sldId="308"/>
            <ac:spMk id="2" creationId="{ED8A4BAB-ACF7-463A-92C9-5B03594CCD49}"/>
          </ac:spMkLst>
        </pc:spChg>
        <pc:spChg chg="del">
          <ac:chgData name="Di Mattia Alessandro Edoardo Giorgio David" userId="f8954a66-e5ad-4a1c-9536-1d2117047f5f" providerId="ADAL" clId="{CDD3A680-70A0-4B3B-95E5-5D6AACE401AF}" dt="2021-09-03T13:25:09.666" v="2288" actId="22"/>
          <ac:spMkLst>
            <pc:docMk/>
            <pc:sldMk cId="1267565031" sldId="308"/>
            <ac:spMk id="3" creationId="{5C479443-7C4B-4EE6-832E-72630138FEC4}"/>
          </ac:spMkLst>
        </pc:spChg>
        <pc:graphicFrameChg chg="add mod modGraphic">
          <ac:chgData name="Di Mattia Alessandro Edoardo Giorgio David" userId="f8954a66-e5ad-4a1c-9536-1d2117047f5f" providerId="ADAL" clId="{CDD3A680-70A0-4B3B-95E5-5D6AACE401AF}" dt="2021-09-03T13:28:22.480" v="2336" actId="14100"/>
          <ac:graphicFrameMkLst>
            <pc:docMk/>
            <pc:sldMk cId="1267565031" sldId="308"/>
            <ac:graphicFrameMk id="8" creationId="{347C241F-E6FA-4E0C-A70D-4AAD0AA4D82C}"/>
          </ac:graphicFrameMkLst>
        </pc:graphicFrameChg>
        <pc:picChg chg="add mod ord">
          <ac:chgData name="Di Mattia Alessandro Edoardo Giorgio David" userId="f8954a66-e5ad-4a1c-9536-1d2117047f5f" providerId="ADAL" clId="{CDD3A680-70A0-4B3B-95E5-5D6AACE401AF}" dt="2021-09-03T13:25:12.674" v="2289" actId="1076"/>
          <ac:picMkLst>
            <pc:docMk/>
            <pc:sldMk cId="1267565031" sldId="308"/>
            <ac:picMk id="5" creationId="{A87A3773-C138-40AA-8239-8A5AD6251E43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3T13:38:24.429" v="2419" actId="20577"/>
        <pc:sldMkLst>
          <pc:docMk/>
          <pc:sldMk cId="1495894822" sldId="309"/>
        </pc:sldMkLst>
        <pc:spChg chg="mod">
          <ac:chgData name="Di Mattia Alessandro Edoardo Giorgio David" userId="f8954a66-e5ad-4a1c-9536-1d2117047f5f" providerId="ADAL" clId="{CDD3A680-70A0-4B3B-95E5-5D6AACE401AF}" dt="2021-09-03T13:29:00.564" v="2339" actId="122"/>
          <ac:spMkLst>
            <pc:docMk/>
            <pc:sldMk cId="1495894822" sldId="309"/>
            <ac:spMk id="2" creationId="{C2D998EA-557B-4A70-B566-5D4605B20B0B}"/>
          </ac:spMkLst>
        </pc:spChg>
        <pc:spChg chg="mod">
          <ac:chgData name="Di Mattia Alessandro Edoardo Giorgio David" userId="f8954a66-e5ad-4a1c-9536-1d2117047f5f" providerId="ADAL" clId="{CDD3A680-70A0-4B3B-95E5-5D6AACE401AF}" dt="2021-09-03T13:38:24.429" v="2419" actId="20577"/>
          <ac:spMkLst>
            <pc:docMk/>
            <pc:sldMk cId="1495894822" sldId="309"/>
            <ac:spMk id="3" creationId="{48BF33AD-948A-483A-AF43-D1DC48A8AF0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3T13:50:43.004" v="2898" actId="20577"/>
        <pc:sldMkLst>
          <pc:docMk/>
          <pc:sldMk cId="2494358137" sldId="310"/>
        </pc:sldMkLst>
        <pc:spChg chg="mod">
          <ac:chgData name="Di Mattia Alessandro Edoardo Giorgio David" userId="f8954a66-e5ad-4a1c-9536-1d2117047f5f" providerId="ADAL" clId="{CDD3A680-70A0-4B3B-95E5-5D6AACE401AF}" dt="2021-09-03T13:45:41.084" v="2541" actId="20577"/>
          <ac:spMkLst>
            <pc:docMk/>
            <pc:sldMk cId="2494358137" sldId="310"/>
            <ac:spMk id="2" creationId="{05C85CDD-5FE8-408E-A170-65194B88CA6A}"/>
          </ac:spMkLst>
        </pc:spChg>
        <pc:spChg chg="mod">
          <ac:chgData name="Di Mattia Alessandro Edoardo Giorgio David" userId="f8954a66-e5ad-4a1c-9536-1d2117047f5f" providerId="ADAL" clId="{CDD3A680-70A0-4B3B-95E5-5D6AACE401AF}" dt="2021-09-03T13:50:43.004" v="2898" actId="20577"/>
          <ac:spMkLst>
            <pc:docMk/>
            <pc:sldMk cId="2494358137" sldId="310"/>
            <ac:spMk id="3" creationId="{87A055C9-4EAC-4596-AE25-B43D889176D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27T07:14:20.801" v="11694" actId="20577"/>
        <pc:sldMkLst>
          <pc:docMk/>
          <pc:sldMk cId="3051364830" sldId="311"/>
        </pc:sldMkLst>
        <pc:spChg chg="mod">
          <ac:chgData name="Di Mattia Alessandro Edoardo Giorgio David" userId="f8954a66-e5ad-4a1c-9536-1d2117047f5f" providerId="ADAL" clId="{CDD3A680-70A0-4B3B-95E5-5D6AACE401AF}" dt="2021-09-03T13:51:23.234" v="2913" actId="122"/>
          <ac:spMkLst>
            <pc:docMk/>
            <pc:sldMk cId="3051364830" sldId="311"/>
            <ac:spMk id="2" creationId="{9B0F930E-6A0D-4B2E-9201-EB4B5464F99F}"/>
          </ac:spMkLst>
        </pc:spChg>
        <pc:spChg chg="mod">
          <ac:chgData name="Di Mattia Alessandro Edoardo Giorgio David" userId="f8954a66-e5ad-4a1c-9536-1d2117047f5f" providerId="ADAL" clId="{CDD3A680-70A0-4B3B-95E5-5D6AACE401AF}" dt="2021-09-27T07:14:20.801" v="11694" actId="20577"/>
          <ac:spMkLst>
            <pc:docMk/>
            <pc:sldMk cId="3051364830" sldId="311"/>
            <ac:spMk id="3" creationId="{BAF68436-6FA4-48EC-96D3-EAD7274DA571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03T13:58:54.838" v="3075" actId="12789"/>
        <pc:sldMkLst>
          <pc:docMk/>
          <pc:sldMk cId="2825439095" sldId="312"/>
        </pc:sldMkLst>
        <pc:spChg chg="mod">
          <ac:chgData name="Di Mattia Alessandro Edoardo Giorgio David" userId="f8954a66-e5ad-4a1c-9536-1d2117047f5f" providerId="ADAL" clId="{CDD3A680-70A0-4B3B-95E5-5D6AACE401AF}" dt="2021-09-03T13:58:19.776" v="3070" actId="20577"/>
          <ac:spMkLst>
            <pc:docMk/>
            <pc:sldMk cId="2825439095" sldId="312"/>
            <ac:spMk id="2" creationId="{D1EF9F94-42B7-4B38-B830-78E6AB40D305}"/>
          </ac:spMkLst>
        </pc:spChg>
        <pc:spChg chg="del">
          <ac:chgData name="Di Mattia Alessandro Edoardo Giorgio David" userId="f8954a66-e5ad-4a1c-9536-1d2117047f5f" providerId="ADAL" clId="{CDD3A680-70A0-4B3B-95E5-5D6AACE401AF}" dt="2021-09-03T13:58:22.170" v="3071"/>
          <ac:spMkLst>
            <pc:docMk/>
            <pc:sldMk cId="2825439095" sldId="312"/>
            <ac:spMk id="3" creationId="{EE696043-AD97-4C59-A28E-D747836588A3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3:58:54.838" v="3075" actId="12789"/>
          <ac:picMkLst>
            <pc:docMk/>
            <pc:sldMk cId="2825439095" sldId="312"/>
            <ac:picMk id="1026" creationId="{13A6F768-C131-44E9-8659-D3607C7CD49D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11:14.969" v="3244" actId="12788"/>
        <pc:sldMkLst>
          <pc:docMk/>
          <pc:sldMk cId="378395753" sldId="313"/>
        </pc:sldMkLst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2" creationId="{10456E52-9B07-43EB-AECA-7261BA1BB3CB}"/>
          </ac:spMkLst>
        </pc:spChg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3" creationId="{0FFC9CB4-C083-4F5B-8279-DF6E7B97D6B6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11:14.969" v="3244" actId="12788"/>
          <ac:picMkLst>
            <pc:docMk/>
            <pc:sldMk cId="378395753" sldId="313"/>
            <ac:picMk id="5" creationId="{A29B042E-536F-4DC0-AC52-B1EEE641584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36:51.437" v="10884" actId="27636"/>
        <pc:sldMkLst>
          <pc:docMk/>
          <pc:sldMk cId="3190573897" sldId="314"/>
        </pc:sldMkLst>
        <pc:spChg chg="add mod">
          <ac:chgData name="Di Mattia Alessandro Edoardo Giorgio David" userId="f8954a66-e5ad-4a1c-9536-1d2117047f5f" providerId="ADAL" clId="{CDD3A680-70A0-4B3B-95E5-5D6AACE401AF}" dt="2021-09-03T15:11:54.201" v="3262" actId="122"/>
          <ac:spMkLst>
            <pc:docMk/>
            <pc:sldMk cId="3190573897" sldId="314"/>
            <ac:spMk id="2" creationId="{4C7CDBEE-1595-4129-9416-313194D4347B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36:51.437" v="10884" actId="27636"/>
          <ac:spMkLst>
            <pc:docMk/>
            <pc:sldMk cId="3190573897" sldId="314"/>
            <ac:spMk id="3" creationId="{2F071C00-3342-46D0-97C8-F97D778971AA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6:08.430" v="10882" actId="255"/>
        <pc:sldMkLst>
          <pc:docMk/>
          <pc:sldMk cId="975567761" sldId="315"/>
        </pc:sldMkLst>
        <pc:spChg chg="mod">
          <ac:chgData name="Di Mattia Alessandro Edoardo Giorgio David" userId="f8954a66-e5ad-4a1c-9536-1d2117047f5f" providerId="ADAL" clId="{CDD3A680-70A0-4B3B-95E5-5D6AACE401AF}" dt="2021-09-03T15:28:11.594" v="3867" actId="122"/>
          <ac:spMkLst>
            <pc:docMk/>
            <pc:sldMk cId="975567761" sldId="315"/>
            <ac:spMk id="2" creationId="{9BE30AAB-42FD-4AE6-BC7B-8FD9A95007D4}"/>
          </ac:spMkLst>
        </pc:spChg>
        <pc:spChg chg="mod">
          <ac:chgData name="Di Mattia Alessandro Edoardo Giorgio David" userId="f8954a66-e5ad-4a1c-9536-1d2117047f5f" providerId="ADAL" clId="{CDD3A680-70A0-4B3B-95E5-5D6AACE401AF}" dt="2021-09-17T14:16:08.430" v="10882" actId="255"/>
          <ac:spMkLst>
            <pc:docMk/>
            <pc:sldMk cId="975567761" sldId="315"/>
            <ac:spMk id="3" creationId="{D6ACFB55-33F9-4723-BCB4-ABFADE908E34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59:55.415" v="4243" actId="1076"/>
        <pc:sldMkLst>
          <pc:docMk/>
          <pc:sldMk cId="2420248663" sldId="316"/>
        </pc:sldMkLst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2" creationId="{5903E5B0-4DE1-49B0-AAD9-8EE22F14C797}"/>
          </ac:spMkLst>
        </pc:spChg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3" creationId="{33056345-B0A5-4B95-8ABF-8EC76590ADFA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59:55.415" v="4243" actId="1076"/>
          <ac:picMkLst>
            <pc:docMk/>
            <pc:sldMk cId="2420248663" sldId="316"/>
            <ac:picMk id="4" creationId="{E4A162C3-DF9D-494F-9389-46A3E7BBEAF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27T07:16:22.757" v="11703" actId="20577"/>
        <pc:sldMkLst>
          <pc:docMk/>
          <pc:sldMk cId="808802499" sldId="317"/>
        </pc:sldMkLst>
        <pc:spChg chg="add mod">
          <ac:chgData name="Di Mattia Alessandro Edoardo Giorgio David" userId="f8954a66-e5ad-4a1c-9536-1d2117047f5f" providerId="ADAL" clId="{CDD3A680-70A0-4B3B-95E5-5D6AACE401AF}" dt="2021-09-06T08:50:49.372" v="4500" actId="20577"/>
          <ac:spMkLst>
            <pc:docMk/>
            <pc:sldMk cId="808802499" sldId="317"/>
            <ac:spMk id="2" creationId="{449E0F35-A011-43E7-BD49-298F5A0F14ED}"/>
          </ac:spMkLst>
        </pc:spChg>
        <pc:spChg chg="add mod">
          <ac:chgData name="Di Mattia Alessandro Edoardo Giorgio David" userId="f8954a66-e5ad-4a1c-9536-1d2117047f5f" providerId="ADAL" clId="{CDD3A680-70A0-4B3B-95E5-5D6AACE401AF}" dt="2021-09-27T07:16:22.757" v="11703" actId="20577"/>
          <ac:spMkLst>
            <pc:docMk/>
            <pc:sldMk cId="808802499" sldId="317"/>
            <ac:spMk id="3" creationId="{7D9F480F-639E-4F93-9DD5-7B09B9E6484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08:49:13.329" v="4465" actId="1076"/>
        <pc:sldMkLst>
          <pc:docMk/>
          <pc:sldMk cId="3322520885" sldId="318"/>
        </pc:sldMkLst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2" creationId="{84B7464F-0370-4A7D-9605-7CD4BA0C5EBF}"/>
          </ac:spMkLst>
        </pc:spChg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3" creationId="{70581C3B-3194-4567-97BC-1A380D7467D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6T08:48:49.707" v="4459" actId="478"/>
          <ac:picMkLst>
            <pc:docMk/>
            <pc:sldMk cId="3322520885" sldId="318"/>
            <ac:picMk id="5" creationId="{16BDFB37-21A7-4EF0-8689-BC033BF04A5C}"/>
          </ac:picMkLst>
        </pc:picChg>
        <pc:picChg chg="add mod">
          <ac:chgData name="Di Mattia Alessandro Edoardo Giorgio David" userId="f8954a66-e5ad-4a1c-9536-1d2117047f5f" providerId="ADAL" clId="{CDD3A680-70A0-4B3B-95E5-5D6AACE401AF}" dt="2021-09-06T08:49:13.329" v="4465" actId="1076"/>
          <ac:picMkLst>
            <pc:docMk/>
            <pc:sldMk cId="3322520885" sldId="318"/>
            <ac:picMk id="7" creationId="{32A4989D-2029-4FAE-8A54-C5FCF17BE41F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43:12.905" v="10885" actId="255"/>
        <pc:sldMkLst>
          <pc:docMk/>
          <pc:sldMk cId="305413344" sldId="319"/>
        </pc:sldMkLst>
        <pc:spChg chg="add mod">
          <ac:chgData name="Di Mattia Alessandro Edoardo Giorgio David" userId="f8954a66-e5ad-4a1c-9536-1d2117047f5f" providerId="ADAL" clId="{CDD3A680-70A0-4B3B-95E5-5D6AACE401AF}" dt="2021-09-06T08:55:38.835" v="4637" actId="122"/>
          <ac:spMkLst>
            <pc:docMk/>
            <pc:sldMk cId="305413344" sldId="319"/>
            <ac:spMk id="2" creationId="{B7F44CDB-8AA2-475E-8FB4-8A7FF16FBB11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43:12.905" v="10885" actId="255"/>
          <ac:spMkLst>
            <pc:docMk/>
            <pc:sldMk cId="305413344" sldId="319"/>
            <ac:spMk id="3" creationId="{88BCF5D6-9A45-4191-80DC-A3EA35381D2D}"/>
          </ac:spMkLst>
        </pc:spChg>
      </pc:sldChg>
      <pc:sldChg chg="new del">
        <pc:chgData name="Di Mattia Alessandro Edoardo Giorgio David" userId="f8954a66-e5ad-4a1c-9536-1d2117047f5f" providerId="ADAL" clId="{CDD3A680-70A0-4B3B-95E5-5D6AACE401AF}" dt="2021-09-06T08:52:28.621" v="4594" actId="2696"/>
        <pc:sldMkLst>
          <pc:docMk/>
          <pc:sldMk cId="2801634557" sldId="319"/>
        </pc:sldMkLst>
      </pc:sldChg>
      <pc:sldChg chg="modSp new mod">
        <pc:chgData name="Di Mattia Alessandro Edoardo Giorgio David" userId="f8954a66-e5ad-4a1c-9536-1d2117047f5f" providerId="ADAL" clId="{CDD3A680-70A0-4B3B-95E5-5D6AACE401AF}" dt="2021-09-17T14:43:34.437" v="10886" actId="255"/>
        <pc:sldMkLst>
          <pc:docMk/>
          <pc:sldMk cId="2647203940" sldId="320"/>
        </pc:sldMkLst>
        <pc:spChg chg="mod">
          <ac:chgData name="Di Mattia Alessandro Edoardo Giorgio David" userId="f8954a66-e5ad-4a1c-9536-1d2117047f5f" providerId="ADAL" clId="{CDD3A680-70A0-4B3B-95E5-5D6AACE401AF}" dt="2021-09-06T08:58:50.468" v="4653" actId="122"/>
          <ac:spMkLst>
            <pc:docMk/>
            <pc:sldMk cId="2647203940" sldId="320"/>
            <ac:spMk id="2" creationId="{82AC0C6E-7475-43E9-BA3B-CBF7DDC11C5D}"/>
          </ac:spMkLst>
        </pc:spChg>
        <pc:spChg chg="mod">
          <ac:chgData name="Di Mattia Alessandro Edoardo Giorgio David" userId="f8954a66-e5ad-4a1c-9536-1d2117047f5f" providerId="ADAL" clId="{CDD3A680-70A0-4B3B-95E5-5D6AACE401AF}" dt="2021-09-17T14:43:34.437" v="10886" actId="255"/>
          <ac:spMkLst>
            <pc:docMk/>
            <pc:sldMk cId="2647203940" sldId="320"/>
            <ac:spMk id="3" creationId="{C586B415-2D44-486C-94C6-6FB1572ED64B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13.545" v="9382" actId="20577"/>
        <pc:sldMkLst>
          <pc:docMk/>
          <pc:sldMk cId="2707799317" sldId="321"/>
        </pc:sldMkLst>
        <pc:spChg chg="mod">
          <ac:chgData name="Di Mattia Alessandro Edoardo Giorgio David" userId="f8954a66-e5ad-4a1c-9536-1d2117047f5f" providerId="ADAL" clId="{CDD3A680-70A0-4B3B-95E5-5D6AACE401AF}" dt="2021-09-06T09:18:27.125" v="5493" actId="122"/>
          <ac:spMkLst>
            <pc:docMk/>
            <pc:sldMk cId="2707799317" sldId="321"/>
            <ac:spMk id="2" creationId="{6296F203-B47A-440C-BB90-8C421DF76CE2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13.545" v="9382" actId="20577"/>
          <ac:spMkLst>
            <pc:docMk/>
            <pc:sldMk cId="2707799317" sldId="321"/>
            <ac:spMk id="3" creationId="{E51FF42C-5FD6-4CC8-9795-A2D6D0E5263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5:32:46.802" v="10971" actId="20577"/>
        <pc:sldMkLst>
          <pc:docMk/>
          <pc:sldMk cId="2157758138" sldId="322"/>
        </pc:sldMkLst>
        <pc:spChg chg="mod">
          <ac:chgData name="Di Mattia Alessandro Edoardo Giorgio David" userId="f8954a66-e5ad-4a1c-9536-1d2117047f5f" providerId="ADAL" clId="{CDD3A680-70A0-4B3B-95E5-5D6AACE401AF}" dt="2021-09-06T13:47:50.830" v="6449"/>
          <ac:spMkLst>
            <pc:docMk/>
            <pc:sldMk cId="2157758138" sldId="322"/>
            <ac:spMk id="2" creationId="{C7E0D38D-D9BD-47DF-A1BE-DE9F337C46C1}"/>
          </ac:spMkLst>
        </pc:spChg>
        <pc:spChg chg="mod">
          <ac:chgData name="Di Mattia Alessandro Edoardo Giorgio David" userId="f8954a66-e5ad-4a1c-9536-1d2117047f5f" providerId="ADAL" clId="{CDD3A680-70A0-4B3B-95E5-5D6AACE401AF}" dt="2021-09-17T15:32:46.802" v="10971" actId="20577"/>
          <ac:spMkLst>
            <pc:docMk/>
            <pc:sldMk cId="2157758138" sldId="322"/>
            <ac:spMk id="3" creationId="{0FBEE257-C71A-42B8-85F7-989A066F1891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27T07:32:11.171" v="11714" actId="20577"/>
        <pc:sldMkLst>
          <pc:docMk/>
          <pc:sldMk cId="1376154131" sldId="323"/>
        </pc:sldMkLst>
        <pc:spChg chg="mod">
          <ac:chgData name="Di Mattia Alessandro Edoardo Giorgio David" userId="f8954a66-e5ad-4a1c-9536-1d2117047f5f" providerId="ADAL" clId="{CDD3A680-70A0-4B3B-95E5-5D6AACE401AF}" dt="2021-09-06T14:32:05.612" v="7276" actId="207"/>
          <ac:spMkLst>
            <pc:docMk/>
            <pc:sldMk cId="1376154131" sldId="323"/>
            <ac:spMk id="2" creationId="{2E17D8A5-7DE3-4C5E-8324-92D763C9D38C}"/>
          </ac:spMkLst>
        </pc:spChg>
        <pc:spChg chg="mod">
          <ac:chgData name="Di Mattia Alessandro Edoardo Giorgio David" userId="f8954a66-e5ad-4a1c-9536-1d2117047f5f" providerId="ADAL" clId="{CDD3A680-70A0-4B3B-95E5-5D6AACE401AF}" dt="2021-09-27T07:32:11.171" v="11714" actId="20577"/>
          <ac:spMkLst>
            <pc:docMk/>
            <pc:sldMk cId="1376154131" sldId="323"/>
            <ac:spMk id="3" creationId="{C53CD75B-FFB7-4C7D-84B4-684FBA53CC46}"/>
          </ac:spMkLst>
        </pc:spChg>
      </pc:sldChg>
      <pc:sldChg chg="modSp new mod modAnim">
        <pc:chgData name="Di Mattia Alessandro Edoardo Giorgio David" userId="f8954a66-e5ad-4a1c-9536-1d2117047f5f" providerId="ADAL" clId="{CDD3A680-70A0-4B3B-95E5-5D6AACE401AF}" dt="2021-10-04T08:04:13.084" v="11831"/>
        <pc:sldMkLst>
          <pc:docMk/>
          <pc:sldMk cId="2329310411" sldId="324"/>
        </pc:sldMkLst>
        <pc:spChg chg="mod">
          <ac:chgData name="Di Mattia Alessandro Edoardo Giorgio David" userId="f8954a66-e5ad-4a1c-9536-1d2117047f5f" providerId="ADAL" clId="{CDD3A680-70A0-4B3B-95E5-5D6AACE401AF}" dt="2021-09-06T14:38:26.470" v="7367" actId="122"/>
          <ac:spMkLst>
            <pc:docMk/>
            <pc:sldMk cId="2329310411" sldId="324"/>
            <ac:spMk id="2" creationId="{A71982B5-F73D-4282-9D65-9251632326A4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48.419" v="9384" actId="20577"/>
          <ac:spMkLst>
            <pc:docMk/>
            <pc:sldMk cId="2329310411" sldId="324"/>
            <ac:spMk id="3" creationId="{14DDE2C9-C263-41D0-AFB1-63E92D2DBD7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27T07:50:03.480" v="11733" actId="207"/>
        <pc:sldMkLst>
          <pc:docMk/>
          <pc:sldMk cId="3401550023" sldId="325"/>
        </pc:sldMkLst>
        <pc:spChg chg="mod">
          <ac:chgData name="Di Mattia Alessandro Edoardo Giorgio David" userId="f8954a66-e5ad-4a1c-9536-1d2117047f5f" providerId="ADAL" clId="{CDD3A680-70A0-4B3B-95E5-5D6AACE401AF}" dt="2021-09-27T07:50:03.480" v="11733" actId="207"/>
          <ac:spMkLst>
            <pc:docMk/>
            <pc:sldMk cId="3401550023" sldId="325"/>
            <ac:spMk id="2" creationId="{36E583BD-3138-4823-8401-610808E98D7D}"/>
          </ac:spMkLst>
        </pc:spChg>
        <pc:spChg chg="mod">
          <ac:chgData name="Di Mattia Alessandro Edoardo Giorgio David" userId="f8954a66-e5ad-4a1c-9536-1d2117047f5f" providerId="ADAL" clId="{CDD3A680-70A0-4B3B-95E5-5D6AACE401AF}" dt="2021-09-27T07:32:41.655" v="11729" actId="20577"/>
          <ac:spMkLst>
            <pc:docMk/>
            <pc:sldMk cId="3401550023" sldId="325"/>
            <ac:spMk id="3" creationId="{05F9DC6B-BE2E-4F44-8683-124873E3D6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4:00:00.916" v="9868" actId="20577"/>
        <pc:sldMkLst>
          <pc:docMk/>
          <pc:sldMk cId="2162421466" sldId="326"/>
        </pc:sldMkLst>
        <pc:spChg chg="mod">
          <ac:chgData name="Di Mattia Alessandro Edoardo Giorgio David" userId="f8954a66-e5ad-4a1c-9536-1d2117047f5f" providerId="ADAL" clId="{CDD3A680-70A0-4B3B-95E5-5D6AACE401AF}" dt="2021-09-09T13:10:36.856" v="9356" actId="20577"/>
          <ac:spMkLst>
            <pc:docMk/>
            <pc:sldMk cId="2162421466" sldId="326"/>
            <ac:spMk id="2" creationId="{E8395A78-72F7-4455-9BBD-5128F2E570E9}"/>
          </ac:spMkLst>
        </pc:spChg>
        <pc:spChg chg="mod">
          <ac:chgData name="Di Mattia Alessandro Edoardo Giorgio David" userId="f8954a66-e5ad-4a1c-9536-1d2117047f5f" providerId="ADAL" clId="{CDD3A680-70A0-4B3B-95E5-5D6AACE401AF}" dt="2021-09-09T14:00:00.916" v="9868" actId="20577"/>
          <ac:spMkLst>
            <pc:docMk/>
            <pc:sldMk cId="2162421466" sldId="326"/>
            <ac:spMk id="3" creationId="{35D9D16A-1A02-4991-A7C6-50588B6A7D1C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27T07:42:51.052" v="11731" actId="1076"/>
        <pc:sldMkLst>
          <pc:docMk/>
          <pc:sldMk cId="3437827163" sldId="327"/>
        </pc:sldMkLst>
        <pc:spChg chg="del">
          <ac:chgData name="Di Mattia Alessandro Edoardo Giorgio David" userId="f8954a66-e5ad-4a1c-9536-1d2117047f5f" providerId="ADAL" clId="{CDD3A680-70A0-4B3B-95E5-5D6AACE401AF}" dt="2021-09-06T15:12:13.229" v="8241" actId="700"/>
          <ac:spMkLst>
            <pc:docMk/>
            <pc:sldMk cId="3437827163" sldId="327"/>
            <ac:spMk id="2" creationId="{56712DFF-3DC4-4956-B375-9A126B0E879B}"/>
          </ac:spMkLst>
        </pc:spChg>
        <pc:spChg chg="del">
          <ac:chgData name="Di Mattia Alessandro Edoardo Giorgio David" userId="f8954a66-e5ad-4a1c-9536-1d2117047f5f" providerId="ADAL" clId="{CDD3A680-70A0-4B3B-95E5-5D6AACE401AF}" dt="2021-09-06T15:11:57.917" v="8240"/>
          <ac:spMkLst>
            <pc:docMk/>
            <pc:sldMk cId="3437827163" sldId="327"/>
            <ac:spMk id="3" creationId="{F894F9CC-889C-4B2D-B9E8-35E4CCAC185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7T13:43:26.341" v="8706" actId="22"/>
          <ac:picMkLst>
            <pc:docMk/>
            <pc:sldMk cId="3437827163" sldId="327"/>
            <ac:picMk id="3" creationId="{4E73968E-604B-4F79-B7FC-21BBDA403295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27T07:42:51.052" v="11731" actId="1076"/>
          <ac:picMkLst>
            <pc:docMk/>
            <pc:sldMk cId="3437827163" sldId="327"/>
            <ac:picMk id="4" creationId="{5665A8FF-DEFB-47AF-9C2F-D3082902FB4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27T08:33:32.510" v="11734" actId="207"/>
        <pc:sldMkLst>
          <pc:docMk/>
          <pc:sldMk cId="1843198118" sldId="328"/>
        </pc:sldMkLst>
        <pc:spChg chg="add mod">
          <ac:chgData name="Di Mattia Alessandro Edoardo Giorgio David" userId="f8954a66-e5ad-4a1c-9536-1d2117047f5f" providerId="ADAL" clId="{CDD3A680-70A0-4B3B-95E5-5D6AACE401AF}" dt="2021-09-27T08:33:32.510" v="11734" actId="207"/>
          <ac:spMkLst>
            <pc:docMk/>
            <pc:sldMk cId="1843198118" sldId="328"/>
            <ac:spMk id="2" creationId="{9EB8F142-00CC-45C2-A83A-7EB184639E08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1:26:18.071" v="9354" actId="20577"/>
          <ac:spMkLst>
            <pc:docMk/>
            <pc:sldMk cId="1843198118" sldId="328"/>
            <ac:spMk id="3" creationId="{F8A79BF8-D417-45E1-BC43-F0729499BA03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15:34:33.392" v="8606" actId="12788"/>
        <pc:sldMkLst>
          <pc:docMk/>
          <pc:sldMk cId="2662181927" sldId="329"/>
        </pc:sldMkLst>
        <pc:spChg chg="del">
          <ac:chgData name="Di Mattia Alessandro Edoardo Giorgio David" userId="f8954a66-e5ad-4a1c-9536-1d2117047f5f" providerId="ADAL" clId="{CDD3A680-70A0-4B3B-95E5-5D6AACE401AF}" dt="2021-09-06T15:34:22.531" v="8604" actId="700"/>
          <ac:spMkLst>
            <pc:docMk/>
            <pc:sldMk cId="2662181927" sldId="329"/>
            <ac:spMk id="2" creationId="{B239F656-B54F-4FE7-AC13-647159EB8D2B}"/>
          </ac:spMkLst>
        </pc:spChg>
        <pc:spChg chg="del">
          <ac:chgData name="Di Mattia Alessandro Edoardo Giorgio David" userId="f8954a66-e5ad-4a1c-9536-1d2117047f5f" providerId="ADAL" clId="{CDD3A680-70A0-4B3B-95E5-5D6AACE401AF}" dt="2021-09-06T15:34:13.933" v="8602"/>
          <ac:spMkLst>
            <pc:docMk/>
            <pc:sldMk cId="2662181927" sldId="329"/>
            <ac:spMk id="3" creationId="{D0B8E4B7-BF4B-48CB-9301-FBDAA08102C0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6T15:34:33.392" v="8606" actId="12788"/>
          <ac:picMkLst>
            <pc:docMk/>
            <pc:sldMk cId="2662181927" sldId="329"/>
            <ac:picMk id="4" creationId="{DC71271F-0BDF-47BE-A77C-FB830EC88494}"/>
          </ac:picMkLst>
        </pc:picChg>
      </pc:sldChg>
      <pc:sldChg chg="addSp modSp new del mod modClrScheme chgLayout">
        <pc:chgData name="Di Mattia Alessandro Edoardo Giorgio David" userId="f8954a66-e5ad-4a1c-9536-1d2117047f5f" providerId="ADAL" clId="{CDD3A680-70A0-4B3B-95E5-5D6AACE401AF}" dt="2021-09-07T14:11:40.600" v="8964" actId="2696"/>
        <pc:sldMkLst>
          <pc:docMk/>
          <pc:sldMk cId="803073443" sldId="330"/>
        </pc:sldMkLst>
        <pc:spChg chg="add mod">
          <ac:chgData name="Di Mattia Alessandro Edoardo Giorgio David" userId="f8954a66-e5ad-4a1c-9536-1d2117047f5f" providerId="ADAL" clId="{CDD3A680-70A0-4B3B-95E5-5D6AACE401AF}" dt="2021-09-06T15:35:32.165" v="8610" actId="122"/>
          <ac:spMkLst>
            <pc:docMk/>
            <pc:sldMk cId="803073443" sldId="330"/>
            <ac:spMk id="2" creationId="{A9C593AF-C345-4AD6-B998-6207670E645F}"/>
          </ac:spMkLst>
        </pc:spChg>
        <pc:spChg chg="add mod">
          <ac:chgData name="Di Mattia Alessandro Edoardo Giorgio David" userId="f8954a66-e5ad-4a1c-9536-1d2117047f5f" providerId="ADAL" clId="{CDD3A680-70A0-4B3B-95E5-5D6AACE401AF}" dt="2021-09-06T15:36:06.609" v="8673" actId="20577"/>
          <ac:spMkLst>
            <pc:docMk/>
            <pc:sldMk cId="803073443" sldId="330"/>
            <ac:spMk id="3" creationId="{FC3C2742-579F-4685-A7F9-BD89DE3CC86C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7T14:41:23.792" v="9343" actId="255"/>
        <pc:sldMkLst>
          <pc:docMk/>
          <pc:sldMk cId="3623829537" sldId="330"/>
        </pc:sldMkLst>
        <pc:spChg chg="mod">
          <ac:chgData name="Di Mattia Alessandro Edoardo Giorgio David" userId="f8954a66-e5ad-4a1c-9536-1d2117047f5f" providerId="ADAL" clId="{CDD3A680-70A0-4B3B-95E5-5D6AACE401AF}" dt="2021-09-07T14:16:40.219" v="9051" actId="20577"/>
          <ac:spMkLst>
            <pc:docMk/>
            <pc:sldMk cId="3623829537" sldId="330"/>
            <ac:spMk id="2" creationId="{9389EAEE-2AF4-47D0-9BFF-AC79EA8BBDDD}"/>
          </ac:spMkLst>
        </pc:spChg>
        <pc:spChg chg="mod">
          <ac:chgData name="Di Mattia Alessandro Edoardo Giorgio David" userId="f8954a66-e5ad-4a1c-9536-1d2117047f5f" providerId="ADAL" clId="{CDD3A680-70A0-4B3B-95E5-5D6AACE401AF}" dt="2021-09-07T14:41:23.792" v="9343" actId="255"/>
          <ac:spMkLst>
            <pc:docMk/>
            <pc:sldMk cId="3623829537" sldId="330"/>
            <ac:spMk id="3" creationId="{9294DB2D-7169-4460-AE6B-31DB9B4D33F4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10-04T08:05:56.117" v="11837" actId="20577"/>
        <pc:sldMkLst>
          <pc:docMk/>
          <pc:sldMk cId="2381370227" sldId="331"/>
        </pc:sldMkLst>
        <pc:spChg chg="add mod">
          <ac:chgData name="Di Mattia Alessandro Edoardo Giorgio David" userId="f8954a66-e5ad-4a1c-9536-1d2117047f5f" providerId="ADAL" clId="{CDD3A680-70A0-4B3B-95E5-5D6AACE401AF}" dt="2021-09-07T14:41:01.902" v="9341" actId="20577"/>
          <ac:spMkLst>
            <pc:docMk/>
            <pc:sldMk cId="2381370227" sldId="331"/>
            <ac:spMk id="2" creationId="{037F6D96-7B95-4692-986F-553E002350E2}"/>
          </ac:spMkLst>
        </pc:spChg>
        <pc:spChg chg="add mod">
          <ac:chgData name="Di Mattia Alessandro Edoardo Giorgio David" userId="f8954a66-e5ad-4a1c-9536-1d2117047f5f" providerId="ADAL" clId="{CDD3A680-70A0-4B3B-95E5-5D6AACE401AF}" dt="2021-10-04T08:05:56.117" v="11837" actId="20577"/>
          <ac:spMkLst>
            <pc:docMk/>
            <pc:sldMk cId="2381370227" sldId="331"/>
            <ac:spMk id="3" creationId="{722F5B8C-2F54-4705-BC8E-2EE7B3036F6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27T08:43:04.036" v="11767" actId="12789"/>
        <pc:sldMkLst>
          <pc:docMk/>
          <pc:sldMk cId="2199071209" sldId="332"/>
        </pc:sldMkLst>
        <pc:spChg chg="del">
          <ac:chgData name="Di Mattia Alessandro Edoardo Giorgio David" userId="f8954a66-e5ad-4a1c-9536-1d2117047f5f" providerId="ADAL" clId="{CDD3A680-70A0-4B3B-95E5-5D6AACE401AF}" dt="2021-09-07T14:42:47.783" v="9349" actId="700"/>
          <ac:spMkLst>
            <pc:docMk/>
            <pc:sldMk cId="2199071209" sldId="332"/>
            <ac:spMk id="2" creationId="{46DC0298-C9AE-4DCB-9511-DE2B2B7A26CE}"/>
          </ac:spMkLst>
        </pc:spChg>
        <pc:spChg chg="del">
          <ac:chgData name="Di Mattia Alessandro Edoardo Giorgio David" userId="f8954a66-e5ad-4a1c-9536-1d2117047f5f" providerId="ADAL" clId="{CDD3A680-70A0-4B3B-95E5-5D6AACE401AF}" dt="2021-09-07T14:42:43.828" v="9348"/>
          <ac:spMkLst>
            <pc:docMk/>
            <pc:sldMk cId="2199071209" sldId="332"/>
            <ac:spMk id="3" creationId="{8047B2BA-7428-44C8-99BD-5F21E5C6E64A}"/>
          </ac:spMkLst>
        </pc:spChg>
        <pc:picChg chg="add mod">
          <ac:chgData name="Di Mattia Alessandro Edoardo Giorgio David" userId="f8954a66-e5ad-4a1c-9536-1d2117047f5f" providerId="ADAL" clId="{CDD3A680-70A0-4B3B-95E5-5D6AACE401AF}" dt="2021-09-27T08:43:04.036" v="11767" actId="12789"/>
          <ac:picMkLst>
            <pc:docMk/>
            <pc:sldMk cId="2199071209" sldId="332"/>
            <ac:picMk id="2" creationId="{ABF5A5C4-BD1A-4AEE-97B9-FEFA8A99CB91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27T08:42:50.506" v="11763" actId="478"/>
          <ac:picMkLst>
            <pc:docMk/>
            <pc:sldMk cId="2199071209" sldId="332"/>
            <ac:picMk id="4" creationId="{1971F22F-CE3B-45AE-A036-6611D1B3C989}"/>
          </ac:picMkLst>
        </pc:picChg>
      </pc:sldChg>
      <pc:sldChg chg="modSp add mod">
        <pc:chgData name="Di Mattia Alessandro Edoardo Giorgio David" userId="f8954a66-e5ad-4a1c-9536-1d2117047f5f" providerId="ADAL" clId="{CDD3A680-70A0-4B3B-95E5-5D6AACE401AF}" dt="2021-09-17T14:54:25.121" v="10907" actId="255"/>
        <pc:sldMkLst>
          <pc:docMk/>
          <pc:sldMk cId="3998298552" sldId="333"/>
        </pc:sldMkLst>
        <pc:spChg chg="mod">
          <ac:chgData name="Di Mattia Alessandro Edoardo Giorgio David" userId="f8954a66-e5ad-4a1c-9536-1d2117047f5f" providerId="ADAL" clId="{CDD3A680-70A0-4B3B-95E5-5D6AACE401AF}" dt="2021-09-17T14:54:25.121" v="10907" actId="255"/>
          <ac:spMkLst>
            <pc:docMk/>
            <pc:sldMk cId="3998298552" sldId="333"/>
            <ac:spMk id="3" creationId="{05F9DC6B-BE2E-4F44-8683-124873E3D646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9-17T14:54:37.913" v="10908" actId="255"/>
        <pc:sldMkLst>
          <pc:docMk/>
          <pc:sldMk cId="52285566" sldId="334"/>
        </pc:sldMkLst>
        <pc:spChg chg="mod">
          <ac:chgData name="Di Mattia Alessandro Edoardo Giorgio David" userId="f8954a66-e5ad-4a1c-9536-1d2117047f5f" providerId="ADAL" clId="{CDD3A680-70A0-4B3B-95E5-5D6AACE401AF}" dt="2021-09-17T14:54:37.913" v="10908" actId="255"/>
          <ac:spMkLst>
            <pc:docMk/>
            <pc:sldMk cId="52285566" sldId="334"/>
            <ac:spMk id="3" creationId="{05F9DC6B-BE2E-4F44-8683-124873E3D646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4:41:23.463" v="10446" actId="1076"/>
        <pc:sldMkLst>
          <pc:docMk/>
          <pc:sldMk cId="3878715250" sldId="335"/>
        </pc:sldMkLst>
        <pc:spChg chg="add mod">
          <ac:chgData name="Di Mattia Alessandro Edoardo Giorgio David" userId="f8954a66-e5ad-4a1c-9536-1d2117047f5f" providerId="ADAL" clId="{CDD3A680-70A0-4B3B-95E5-5D6AACE401AF}" dt="2021-09-09T14:23:41.977" v="10182" actId="790"/>
          <ac:spMkLst>
            <pc:docMk/>
            <pc:sldMk cId="3878715250" sldId="335"/>
            <ac:spMk id="2" creationId="{1CDFCFDC-64C3-40D1-8401-417ABF5AEBB9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4:38:28.766" v="10441" actId="20577"/>
          <ac:spMkLst>
            <pc:docMk/>
            <pc:sldMk cId="3878715250" sldId="335"/>
            <ac:spMk id="3" creationId="{13E5D5CF-34D9-4DC9-A590-0C88FFF7C892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1:23.463" v="10446" actId="1076"/>
          <ac:picMkLst>
            <pc:docMk/>
            <pc:sldMk cId="3878715250" sldId="335"/>
            <ac:picMk id="5" creationId="{8BAF00BC-F74D-4499-84B3-3B50121DEC0A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9T14:46:29.621" v="10521" actId="20577"/>
        <pc:sldMkLst>
          <pc:docMk/>
          <pc:sldMk cId="1196585320" sldId="336"/>
        </pc:sldMkLst>
        <pc:spChg chg="mod">
          <ac:chgData name="Di Mattia Alessandro Edoardo Giorgio David" userId="f8954a66-e5ad-4a1c-9536-1d2117047f5f" providerId="ADAL" clId="{CDD3A680-70A0-4B3B-95E5-5D6AACE401AF}" dt="2021-09-09T14:45:15.176" v="10497" actId="20577"/>
          <ac:spMkLst>
            <pc:docMk/>
            <pc:sldMk cId="1196585320" sldId="336"/>
            <ac:spMk id="2" creationId="{F270F0E8-2F57-4071-BD49-0361AE245713}"/>
          </ac:spMkLst>
        </pc:spChg>
        <pc:spChg chg="mod">
          <ac:chgData name="Di Mattia Alessandro Edoardo Giorgio David" userId="f8954a66-e5ad-4a1c-9536-1d2117047f5f" providerId="ADAL" clId="{CDD3A680-70A0-4B3B-95E5-5D6AACE401AF}" dt="2021-09-09T14:46:29.621" v="10521" actId="20577"/>
          <ac:spMkLst>
            <pc:docMk/>
            <pc:sldMk cId="1196585320" sldId="336"/>
            <ac:spMk id="3" creationId="{1FB50D10-88CC-4C44-8733-96208BE58BD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20T07:28:31.411" v="10980" actId="20577"/>
        <pc:sldMkLst>
          <pc:docMk/>
          <pc:sldMk cId="3412144097" sldId="337"/>
        </pc:sldMkLst>
        <pc:spChg chg="mod">
          <ac:chgData name="Di Mattia Alessandro Edoardo Giorgio David" userId="f8954a66-e5ad-4a1c-9536-1d2117047f5f" providerId="ADAL" clId="{CDD3A680-70A0-4B3B-95E5-5D6AACE401AF}" dt="2021-09-20T07:28:31.411" v="10980" actId="20577"/>
          <ac:spMkLst>
            <pc:docMk/>
            <pc:sldMk cId="3412144097" sldId="337"/>
            <ac:spMk id="2" creationId="{DEFD1029-23FD-4702-A606-84FBC7A03F88}"/>
          </ac:spMkLst>
        </pc:spChg>
        <pc:spChg chg="del">
          <ac:chgData name="Di Mattia Alessandro Edoardo Giorgio David" userId="f8954a66-e5ad-4a1c-9536-1d2117047f5f" providerId="ADAL" clId="{CDD3A680-70A0-4B3B-95E5-5D6AACE401AF}" dt="2021-09-09T14:48:28.969" v="10523"/>
          <ac:spMkLst>
            <pc:docMk/>
            <pc:sldMk cId="3412144097" sldId="337"/>
            <ac:spMk id="3" creationId="{10802D33-277B-4961-98A9-41688A75B89B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8:28.969" v="10523"/>
          <ac:picMkLst>
            <pc:docMk/>
            <pc:sldMk cId="3412144097" sldId="337"/>
            <ac:picMk id="4" creationId="{CD9FD5B1-721B-4710-84CA-0F53E9C09FDB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10-04T08:15:43.334" v="11952" actId="114"/>
        <pc:sldMkLst>
          <pc:docMk/>
          <pc:sldMk cId="734881783" sldId="338"/>
        </pc:sldMkLst>
        <pc:spChg chg="mod">
          <ac:chgData name="Di Mattia Alessandro Edoardo Giorgio David" userId="f8954a66-e5ad-4a1c-9536-1d2117047f5f" providerId="ADAL" clId="{CDD3A680-70A0-4B3B-95E5-5D6AACE401AF}" dt="2021-09-09T14:49:10.320" v="10528"/>
          <ac:spMkLst>
            <pc:docMk/>
            <pc:sldMk cId="734881783" sldId="338"/>
            <ac:spMk id="2" creationId="{856946AD-6FD8-4A0E-8F45-A9734B94C7B9}"/>
          </ac:spMkLst>
        </pc:spChg>
        <pc:spChg chg="del">
          <ac:chgData name="Di Mattia Alessandro Edoardo Giorgio David" userId="f8954a66-e5ad-4a1c-9536-1d2117047f5f" providerId="ADAL" clId="{CDD3A680-70A0-4B3B-95E5-5D6AACE401AF}" dt="2021-09-09T14:52:25.600" v="10529"/>
          <ac:spMkLst>
            <pc:docMk/>
            <pc:sldMk cId="734881783" sldId="338"/>
            <ac:spMk id="3" creationId="{65E162B5-7388-474F-B218-31A00E2D8A49}"/>
          </ac:spMkLst>
        </pc:spChg>
        <pc:spChg chg="add mod">
          <ac:chgData name="Di Mattia Alessandro Edoardo Giorgio David" userId="f8954a66-e5ad-4a1c-9536-1d2117047f5f" providerId="ADAL" clId="{CDD3A680-70A0-4B3B-95E5-5D6AACE401AF}" dt="2021-10-04T08:15:43.334" v="11952" actId="114"/>
          <ac:spMkLst>
            <pc:docMk/>
            <pc:sldMk cId="734881783" sldId="338"/>
            <ac:spMk id="5" creationId="{DCD8967E-1DB8-4402-BCBA-6FC8DEB0174B}"/>
          </ac:spMkLst>
        </pc:spChg>
        <pc:spChg chg="add del mod">
          <ac:chgData name="Di Mattia Alessandro Edoardo Giorgio David" userId="f8954a66-e5ad-4a1c-9536-1d2117047f5f" providerId="ADAL" clId="{CDD3A680-70A0-4B3B-95E5-5D6AACE401AF}" dt="2021-09-27T08:44:16.835" v="11769"/>
          <ac:spMkLst>
            <pc:docMk/>
            <pc:sldMk cId="734881783" sldId="338"/>
            <ac:spMk id="7" creationId="{5B675CA0-4A21-4164-A86F-5BF3E9AD77EA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27T08:44:14.838" v="11768" actId="478"/>
          <ac:picMkLst>
            <pc:docMk/>
            <pc:sldMk cId="734881783" sldId="338"/>
            <ac:picMk id="4" creationId="{D47F4B04-5A19-4728-B33D-FF557D603D75}"/>
          </ac:picMkLst>
        </pc:picChg>
        <pc:picChg chg="add mod">
          <ac:chgData name="Di Mattia Alessandro Edoardo Giorgio David" userId="f8954a66-e5ad-4a1c-9536-1d2117047f5f" providerId="ADAL" clId="{CDD3A680-70A0-4B3B-95E5-5D6AACE401AF}" dt="2021-09-27T08:44:19.764" v="11770" actId="1076"/>
          <ac:picMkLst>
            <pc:docMk/>
            <pc:sldMk cId="734881783" sldId="338"/>
            <ac:picMk id="8" creationId="{3E15E38A-8965-4F81-A10A-6DDA5C66A6F9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20T07:53:19.585" v="11546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CDD3A680-70A0-4B3B-95E5-5D6AACE401AF}" dt="2021-09-20T07:29:53.997" v="10993" actId="790"/>
          <ac:spMkLst>
            <pc:docMk/>
            <pc:sldMk cId="1841387797" sldId="339"/>
            <ac:spMk id="2" creationId="{2BDB0724-8854-4922-9DC8-2DB3E8207E9F}"/>
          </ac:spMkLst>
        </pc:spChg>
        <pc:spChg chg="mod">
          <ac:chgData name="Di Mattia Alessandro Edoardo Giorgio David" userId="f8954a66-e5ad-4a1c-9536-1d2117047f5f" providerId="ADAL" clId="{CDD3A680-70A0-4B3B-95E5-5D6AACE401AF}" dt="2021-09-20T07:53:19.585" v="11546" actId="20577"/>
          <ac:spMkLst>
            <pc:docMk/>
            <pc:sldMk cId="1841387797" sldId="339"/>
            <ac:spMk id="3" creationId="{0BD58A40-8316-4E53-88D8-77D5B8D2DD6C}"/>
          </ac:spMkLst>
        </pc:spChg>
      </pc:sldChg>
      <pc:sldMasterChg chg="addSp modSp mod modSldLayout">
        <pc:chgData name="Di Mattia Alessandro Edoardo Giorgio David" userId="f8954a66-e5ad-4a1c-9536-1d2117047f5f" providerId="ADAL" clId="{CDD3A680-70A0-4B3B-95E5-5D6AACE401AF}" dt="2021-09-09T13:58:53.238" v="9863" actId="1076"/>
        <pc:sldMasterMkLst>
          <pc:docMk/>
          <pc:sldMasterMk cId="626235760" sldId="2147483684"/>
        </pc:sldMasterMkLst>
        <pc:spChg chg="add mod">
          <ac:chgData name="Di Mattia Alessandro Edoardo Giorgio David" userId="f8954a66-e5ad-4a1c-9536-1d2117047f5f" providerId="ADAL" clId="{CDD3A680-70A0-4B3B-95E5-5D6AACE401AF}" dt="2021-09-09T13:58:53.238" v="9863" actId="1076"/>
          <ac:spMkLst>
            <pc:docMk/>
            <pc:sldMasterMk cId="626235760" sldId="2147483684"/>
            <ac:spMk id="2" creationId="{694CB108-4A1C-4218-9FA9-7C3065D8017E}"/>
          </ac:spMkLst>
        </pc:spChg>
        <pc:sldLayoutChg chg="addSp delSp modSp mod">
          <pc:chgData name="Di Mattia Alessandro Edoardo Giorgio David" userId="f8954a66-e5ad-4a1c-9536-1d2117047f5f" providerId="ADAL" clId="{CDD3A680-70A0-4B3B-95E5-5D6AACE401AF}" dt="2021-09-09T13:58:25.144" v="9859" actId="478"/>
          <pc:sldLayoutMkLst>
            <pc:docMk/>
            <pc:sldMasterMk cId="626235760" sldId="2147483684"/>
            <pc:sldLayoutMk cId="2014852939" sldId="2147483685"/>
          </pc:sldLayoutMkLst>
          <pc:spChg chg="add del mod">
            <ac:chgData name="Di Mattia Alessandro Edoardo Giorgio David" userId="f8954a66-e5ad-4a1c-9536-1d2117047f5f" providerId="ADAL" clId="{CDD3A680-70A0-4B3B-95E5-5D6AACE401AF}" dt="2021-09-09T13:58:25.144" v="9859" actId="478"/>
            <ac:spMkLst>
              <pc:docMk/>
              <pc:sldMasterMk cId="626235760" sldId="2147483684"/>
              <pc:sldLayoutMk cId="2014852939" sldId="2147483685"/>
              <ac:spMk id="4" creationId="{BCABABDB-DC79-4CAC-B055-22783CB88034}"/>
            </ac:spMkLst>
          </pc:spChg>
        </pc:sldLayoutChg>
      </pc:sldMasterChg>
    </pc:docChg>
  </pc:docChgLst>
  <pc:docChgLst>
    <pc:chgData name="Di Mattia Alessandro Edoardo Giorgio David" userId="f8954a66-e5ad-4a1c-9536-1d2117047f5f" providerId="ADAL" clId="{AC787D5D-10B8-4750-885F-805D7C9E9737}"/>
    <pc:docChg chg="undo custSel addSld modSld">
      <pc:chgData name="Di Mattia Alessandro Edoardo Giorgio David" userId="f8954a66-e5ad-4a1c-9536-1d2117047f5f" providerId="ADAL" clId="{AC787D5D-10B8-4750-885F-805D7C9E9737}" dt="2021-08-20T15:21:02.985" v="455" actId="20577"/>
      <pc:docMkLst>
        <pc:docMk/>
      </pc:docMkLst>
      <pc:sldChg chg="modSp new mod">
        <pc:chgData name="Di Mattia Alessandro Edoardo Giorgio David" userId="f8954a66-e5ad-4a1c-9536-1d2117047f5f" providerId="ADAL" clId="{AC787D5D-10B8-4750-885F-805D7C9E9737}" dt="2021-08-20T14:45:37.819" v="298" actId="20577"/>
        <pc:sldMkLst>
          <pc:docMk/>
          <pc:sldMk cId="3870998453" sldId="298"/>
        </pc:sldMkLst>
        <pc:spChg chg="mod">
          <ac:chgData name="Di Mattia Alessandro Edoardo Giorgio David" userId="f8954a66-e5ad-4a1c-9536-1d2117047f5f" providerId="ADAL" clId="{AC787D5D-10B8-4750-885F-805D7C9E9737}" dt="2021-08-20T14:38:55.348" v="14" actId="122"/>
          <ac:spMkLst>
            <pc:docMk/>
            <pc:sldMk cId="3870998453" sldId="298"/>
            <ac:spMk id="2" creationId="{CC70B360-B3ED-43E5-A748-F5B5C403C878}"/>
          </ac:spMkLst>
        </pc:spChg>
        <pc:spChg chg="mod">
          <ac:chgData name="Di Mattia Alessandro Edoardo Giorgio David" userId="f8954a66-e5ad-4a1c-9536-1d2117047f5f" providerId="ADAL" clId="{AC787D5D-10B8-4750-885F-805D7C9E9737}" dt="2021-08-20T14:45:37.819" v="298" actId="20577"/>
          <ac:spMkLst>
            <pc:docMk/>
            <pc:sldMk cId="3870998453" sldId="298"/>
            <ac:spMk id="3" creationId="{7AB3AA8F-0BE3-46AB-A9D7-309F7F97E4C0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AC787D5D-10B8-4750-885F-805D7C9E9737}" dt="2021-08-20T14:46:06.034" v="304"/>
        <pc:sldMkLst>
          <pc:docMk/>
          <pc:sldMk cId="316752284" sldId="299"/>
        </pc:sldMkLst>
        <pc:spChg chg="del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2" creationId="{D510B283-081F-43CE-96F6-08C288F3DFFB}"/>
          </ac:spMkLst>
        </pc:spChg>
        <pc:spChg chg="del mod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3" creationId="{61373EFE-DB58-42AD-8DA9-E7D7FBC43DC0}"/>
          </ac:spMkLst>
        </pc:spChg>
        <pc:picChg chg="add">
          <ac:chgData name="Di Mattia Alessandro Edoardo Giorgio David" userId="f8954a66-e5ad-4a1c-9536-1d2117047f5f" providerId="ADAL" clId="{AC787D5D-10B8-4750-885F-805D7C9E9737}" dt="2021-08-20T14:46:06.034" v="304"/>
          <ac:picMkLst>
            <pc:docMk/>
            <pc:sldMk cId="316752284" sldId="299"/>
            <ac:picMk id="4" creationId="{34E6A750-E0B8-41C0-A1C7-288A84AD5D95}"/>
          </ac:picMkLst>
        </pc:picChg>
      </pc:sldChg>
      <pc:sldChg chg="addSp modSp new mod">
        <pc:chgData name="Di Mattia Alessandro Edoardo Giorgio David" userId="f8954a66-e5ad-4a1c-9536-1d2117047f5f" providerId="ADAL" clId="{AC787D5D-10B8-4750-885F-805D7C9E9737}" dt="2021-08-20T14:51:41.672" v="307" actId="1076"/>
        <pc:sldMkLst>
          <pc:docMk/>
          <pc:sldMk cId="3144966826" sldId="300"/>
        </pc:sldMkLst>
        <pc:picChg chg="add mod">
          <ac:chgData name="Di Mattia Alessandro Edoardo Giorgio David" userId="f8954a66-e5ad-4a1c-9536-1d2117047f5f" providerId="ADAL" clId="{AC787D5D-10B8-4750-885F-805D7C9E9737}" dt="2021-08-20T14:51:41.672" v="307" actId="1076"/>
          <ac:picMkLst>
            <pc:docMk/>
            <pc:sldMk cId="3144966826" sldId="300"/>
            <ac:picMk id="2" creationId="{E613DE37-F2C5-40EB-9E94-3226883C95DB}"/>
          </ac:picMkLst>
        </pc:picChg>
      </pc:sldChg>
      <pc:sldChg chg="addSp modSp new mod modClrScheme chgLayout">
        <pc:chgData name="Di Mattia Alessandro Edoardo Giorgio David" userId="f8954a66-e5ad-4a1c-9536-1d2117047f5f" providerId="ADAL" clId="{AC787D5D-10B8-4750-885F-805D7C9E9737}" dt="2021-08-20T15:09:51.424" v="406" actId="20577"/>
        <pc:sldMkLst>
          <pc:docMk/>
          <pc:sldMk cId="941163814" sldId="301"/>
        </pc:sldMkLst>
        <pc:spChg chg="add mod">
          <ac:chgData name="Di Mattia Alessandro Edoardo Giorgio David" userId="f8954a66-e5ad-4a1c-9536-1d2117047f5f" providerId="ADAL" clId="{AC787D5D-10B8-4750-885F-805D7C9E9737}" dt="2021-08-20T14:59:05.983" v="313" actId="122"/>
          <ac:spMkLst>
            <pc:docMk/>
            <pc:sldMk cId="941163814" sldId="301"/>
            <ac:spMk id="2" creationId="{03192228-75B4-4CBA-B91B-AFD69837867A}"/>
          </ac:spMkLst>
        </pc:spChg>
        <pc:spChg chg="add mod">
          <ac:chgData name="Di Mattia Alessandro Edoardo Giorgio David" userId="f8954a66-e5ad-4a1c-9536-1d2117047f5f" providerId="ADAL" clId="{AC787D5D-10B8-4750-885F-805D7C9E9737}" dt="2021-08-20T15:09:51.424" v="406" actId="20577"/>
          <ac:spMkLst>
            <pc:docMk/>
            <pc:sldMk cId="941163814" sldId="301"/>
            <ac:spMk id="3" creationId="{A954FACC-FED0-4D82-87FB-6B26DCE06EC6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00:15.602" v="322" actId="14100"/>
        <pc:sldMkLst>
          <pc:docMk/>
          <pc:sldMk cId="1062955294" sldId="302"/>
        </pc:sldMkLst>
        <pc:spChg chg="mod">
          <ac:chgData name="Di Mattia Alessandro Edoardo Giorgio David" userId="f8954a66-e5ad-4a1c-9536-1d2117047f5f" providerId="ADAL" clId="{AC787D5D-10B8-4750-885F-805D7C9E9737}" dt="2021-08-20T15:00:08.576" v="321" actId="122"/>
          <ac:spMkLst>
            <pc:docMk/>
            <pc:sldMk cId="1062955294" sldId="302"/>
            <ac:spMk id="2" creationId="{25EF509A-071D-411C-A0B0-D4208223146E}"/>
          </ac:spMkLst>
        </pc:spChg>
        <pc:spChg chg="del">
          <ac:chgData name="Di Mattia Alessandro Edoardo Giorgio David" userId="f8954a66-e5ad-4a1c-9536-1d2117047f5f" providerId="ADAL" clId="{AC787D5D-10B8-4750-885F-805D7C9E9737}" dt="2021-08-20T14:59:42.063" v="318"/>
          <ac:spMkLst>
            <pc:docMk/>
            <pc:sldMk cId="1062955294" sldId="302"/>
            <ac:spMk id="3" creationId="{BE19CB99-A33A-4A01-9905-9D0C3914D9D2}"/>
          </ac:spMkLst>
        </pc:spChg>
        <pc:picChg chg="add mod">
          <ac:chgData name="Di Mattia Alessandro Edoardo Giorgio David" userId="f8954a66-e5ad-4a1c-9536-1d2117047f5f" providerId="ADAL" clId="{AC787D5D-10B8-4750-885F-805D7C9E9737}" dt="2021-08-20T15:00:15.602" v="322" actId="14100"/>
          <ac:picMkLst>
            <pc:docMk/>
            <pc:sldMk cId="1062955294" sldId="302"/>
            <ac:picMk id="4" creationId="{5ED3C2D6-63C5-460B-A836-842FEB2B0177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09:36.335" v="398" actId="14"/>
        <pc:sldMkLst>
          <pc:docMk/>
          <pc:sldMk cId="2044962240" sldId="303"/>
        </pc:sldMkLst>
        <pc:spChg chg="mod">
          <ac:chgData name="Di Mattia Alessandro Edoardo Giorgio David" userId="f8954a66-e5ad-4a1c-9536-1d2117047f5f" providerId="ADAL" clId="{AC787D5D-10B8-4750-885F-805D7C9E9737}" dt="2021-08-20T15:00:32.711" v="325" actId="122"/>
          <ac:spMkLst>
            <pc:docMk/>
            <pc:sldMk cId="2044962240" sldId="303"/>
            <ac:spMk id="2" creationId="{29243411-1081-421F-B743-6D9D5E11545B}"/>
          </ac:spMkLst>
        </pc:spChg>
        <pc:spChg chg="mod">
          <ac:chgData name="Di Mattia Alessandro Edoardo Giorgio David" userId="f8954a66-e5ad-4a1c-9536-1d2117047f5f" providerId="ADAL" clId="{AC787D5D-10B8-4750-885F-805D7C9E9737}" dt="2021-08-20T15:09:36.335" v="398" actId="14"/>
          <ac:spMkLst>
            <pc:docMk/>
            <pc:sldMk cId="2044962240" sldId="303"/>
            <ac:spMk id="3" creationId="{2A3AA81C-414F-4D7B-9C0E-C805FF24F569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12:13.433" v="412"/>
        <pc:sldMkLst>
          <pc:docMk/>
          <pc:sldMk cId="3567292898" sldId="304"/>
        </pc:sldMkLst>
        <pc:spChg chg="mod">
          <ac:chgData name="Di Mattia Alessandro Edoardo Giorgio David" userId="f8954a66-e5ad-4a1c-9536-1d2117047f5f" providerId="ADAL" clId="{AC787D5D-10B8-4750-885F-805D7C9E9737}" dt="2021-08-20T15:10:13.213" v="409" actId="122"/>
          <ac:spMkLst>
            <pc:docMk/>
            <pc:sldMk cId="3567292898" sldId="304"/>
            <ac:spMk id="2" creationId="{B9A891B8-FCF3-4D10-8095-90B579A3DB40}"/>
          </ac:spMkLst>
        </pc:spChg>
        <pc:spChg chg="add del">
          <ac:chgData name="Di Mattia Alessandro Edoardo Giorgio David" userId="f8954a66-e5ad-4a1c-9536-1d2117047f5f" providerId="ADAL" clId="{AC787D5D-10B8-4750-885F-805D7C9E9737}" dt="2021-08-20T15:12:13.433" v="412"/>
          <ac:spMkLst>
            <pc:docMk/>
            <pc:sldMk cId="3567292898" sldId="304"/>
            <ac:spMk id="3" creationId="{DB645B7F-AD3D-4CAA-AD5D-BE21722A27B2}"/>
          </ac:spMkLst>
        </pc:spChg>
        <pc:picChg chg="add del mod">
          <ac:chgData name="Di Mattia Alessandro Edoardo Giorgio David" userId="f8954a66-e5ad-4a1c-9536-1d2117047f5f" providerId="ADAL" clId="{AC787D5D-10B8-4750-885F-805D7C9E9737}" dt="2021-08-20T15:11:48.619" v="411"/>
          <ac:picMkLst>
            <pc:docMk/>
            <pc:sldMk cId="3567292898" sldId="304"/>
            <ac:picMk id="4" creationId="{A0D49A57-9517-4AB9-A940-65FDCC83E125}"/>
          </ac:picMkLst>
        </pc:picChg>
        <pc:picChg chg="add mod">
          <ac:chgData name="Di Mattia Alessandro Edoardo Giorgio David" userId="f8954a66-e5ad-4a1c-9536-1d2117047f5f" providerId="ADAL" clId="{AC787D5D-10B8-4750-885F-805D7C9E9737}" dt="2021-08-20T15:12:13.433" v="412"/>
          <ac:picMkLst>
            <pc:docMk/>
            <pc:sldMk cId="3567292898" sldId="304"/>
            <ac:picMk id="5" creationId="{4596526A-0688-4381-B13F-22A6737478DA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21:02.985" v="455" actId="20577"/>
        <pc:sldMkLst>
          <pc:docMk/>
          <pc:sldMk cId="2754829911" sldId="305"/>
        </pc:sldMkLst>
        <pc:spChg chg="mod">
          <ac:chgData name="Di Mattia Alessandro Edoardo Giorgio David" userId="f8954a66-e5ad-4a1c-9536-1d2117047f5f" providerId="ADAL" clId="{AC787D5D-10B8-4750-885F-805D7C9E9737}" dt="2021-08-20T15:16:02.926" v="427" actId="122"/>
          <ac:spMkLst>
            <pc:docMk/>
            <pc:sldMk cId="2754829911" sldId="305"/>
            <ac:spMk id="2" creationId="{11C634F8-0591-458A-96D5-622BD02845C3}"/>
          </ac:spMkLst>
        </pc:spChg>
        <pc:spChg chg="mod">
          <ac:chgData name="Di Mattia Alessandro Edoardo Giorgio David" userId="f8954a66-e5ad-4a1c-9536-1d2117047f5f" providerId="ADAL" clId="{AC787D5D-10B8-4750-885F-805D7C9E9737}" dt="2021-08-20T15:21:02.985" v="455" actId="20577"/>
          <ac:spMkLst>
            <pc:docMk/>
            <pc:sldMk cId="2754829911" sldId="305"/>
            <ac:spMk id="3" creationId="{D47B4779-A817-46F6-AAA3-146DBB18D8B5}"/>
          </ac:spMkLst>
        </pc:spChg>
      </pc:sldChg>
    </pc:docChg>
  </pc:docChgLst>
  <pc:docChgLst>
    <pc:chgData name="Alessandro Edoardo Giorgio David" userId="f8954a66-e5ad-4a1c-9536-1d2117047f5f" providerId="ADAL" clId="{D93D8B19-FA20-47A5-B3D7-0A6BF3F53C46}"/>
    <pc:docChg chg="undo custSel addSld delSld modSld sldOrd">
      <pc:chgData name="Alessandro Edoardo Giorgio David" userId="f8954a66-e5ad-4a1c-9536-1d2117047f5f" providerId="ADAL" clId="{D93D8B19-FA20-47A5-B3D7-0A6BF3F53C46}" dt="2021-08-10T13:18:36.419" v="625"/>
      <pc:docMkLst>
        <pc:docMk/>
      </pc:docMkLst>
      <pc:sldChg chg="modSp mod">
        <pc:chgData name="Alessandro Edoardo Giorgio David" userId="f8954a66-e5ad-4a1c-9536-1d2117047f5f" providerId="ADAL" clId="{D93D8B19-FA20-47A5-B3D7-0A6BF3F53C46}" dt="2021-08-10T10:46:13.837" v="233" actId="790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D93D8B19-FA20-47A5-B3D7-0A6BF3F53C46}" dt="2021-08-10T10:46:13.837" v="233" actId="790"/>
          <ac:spMkLst>
            <pc:docMk/>
            <pc:sldMk cId="3153607966" sldId="280"/>
            <ac:spMk id="2" creationId="{683FD103-5EF1-48AB-8EC6-4C1921FB118B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28:51.472" v="62" actId="207"/>
        <pc:sldMkLst>
          <pc:docMk/>
          <pc:sldMk cId="82894947" sldId="281"/>
        </pc:sldMkLst>
        <pc:spChg chg="mod">
          <ac:chgData name="Alessandro Edoardo Giorgio David" userId="f8954a66-e5ad-4a1c-9536-1d2117047f5f" providerId="ADAL" clId="{D93D8B19-FA20-47A5-B3D7-0A6BF3F53C46}" dt="2021-08-10T10:14:51.966" v="22" actId="20577"/>
          <ac:spMkLst>
            <pc:docMk/>
            <pc:sldMk cId="82894947" sldId="281"/>
            <ac:spMk id="2" creationId="{BE245DFD-974C-438A-8A62-383465C76576}"/>
          </ac:spMkLst>
        </pc:spChg>
        <pc:spChg chg="mod">
          <ac:chgData name="Alessandro Edoardo Giorgio David" userId="f8954a66-e5ad-4a1c-9536-1d2117047f5f" providerId="ADAL" clId="{D93D8B19-FA20-47A5-B3D7-0A6BF3F53C46}" dt="2021-08-10T10:28:51.472" v="62" actId="207"/>
          <ac:spMkLst>
            <pc:docMk/>
            <pc:sldMk cId="82894947" sldId="281"/>
            <ac:spMk id="3" creationId="{3E1E0E27-35DF-4C52-9582-63B1D4BF7111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3053765" sldId="28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0904179" sldId="282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0:38:07.634" v="232" actId="1076"/>
        <pc:sldMkLst>
          <pc:docMk/>
          <pc:sldMk cId="1895599324" sldId="282"/>
        </pc:sldMkLst>
        <pc:spChg chg="mod">
          <ac:chgData name="Alessandro Edoardo Giorgio David" userId="f8954a66-e5ad-4a1c-9536-1d2117047f5f" providerId="ADAL" clId="{D93D8B19-FA20-47A5-B3D7-0A6BF3F53C46}" dt="2021-08-10T10:16:08.123" v="32" actId="122"/>
          <ac:spMkLst>
            <pc:docMk/>
            <pc:sldMk cId="1895599324" sldId="282"/>
            <ac:spMk id="2" creationId="{87D71CA4-FA28-4119-9FA4-29A4F73E7090}"/>
          </ac:spMkLst>
        </pc:spChg>
        <pc:spChg chg="del">
          <ac:chgData name="Alessandro Edoardo Giorgio David" userId="f8954a66-e5ad-4a1c-9536-1d2117047f5f" providerId="ADAL" clId="{D93D8B19-FA20-47A5-B3D7-0A6BF3F53C46}" dt="2021-08-10T10:17:09.636" v="33"/>
          <ac:spMkLst>
            <pc:docMk/>
            <pc:sldMk cId="1895599324" sldId="282"/>
            <ac:spMk id="3" creationId="{3964FC0C-D925-4B0E-8291-EAA55CC211B1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8.383" v="230"/>
          <ac:spMkLst>
            <pc:docMk/>
            <pc:sldMk cId="1895599324" sldId="282"/>
            <ac:spMk id="6" creationId="{885E4550-8130-4F7F-9D52-4F66C2144B1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7" creationId="{2A424E35-37C5-4BB7-AEFD-7946AA8222D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8" creationId="{44C2E0E1-D8A5-4A24-BE0B-79EC78EBE0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9" creationId="{8198573A-8C28-4217-A85B-862A88DCED6E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0" creationId="{1E390A35-27E2-40B5-8E8D-7FEEBE6CE2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1" creationId="{EC0EAA35-06DF-4699-993E-23771BD2209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2" creationId="{CA606416-93E9-42D9-AA61-D6EE5458D48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3" creationId="{C0340826-EC2D-45DE-B93E-F35862B6763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4" creationId="{627EC2C5-ACD9-4F36-ACCB-A890F2B84790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5" creationId="{EB70D244-E4BC-4AFA-95F6-DAF3B833275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6" creationId="{BC7EAA22-D807-4009-B776-7B37E328194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7" creationId="{E6876750-ED10-4516-B12A-766615DA7F5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8" creationId="{BBA170D5-161D-4106-9F6D-28DF6D145718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9" creationId="{42D6E6A3-2E91-458F-A94D-9CF6BCD3D80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0" creationId="{CB2ED075-60A6-4645-BDDD-643E5A2D19A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1" creationId="{7DCCC8F3-7542-4668-93BD-298426BC6EC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2" creationId="{52C17F89-292C-43F7-92D4-F63885EC090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3" creationId="{CFC0F26A-396A-423F-9A68-4FF321EC5CF6}"/>
          </ac:spMkLst>
        </pc:spChg>
        <pc:picChg chg="add del mod">
          <ac:chgData name="Alessandro Edoardo Giorgio David" userId="f8954a66-e5ad-4a1c-9536-1d2117047f5f" providerId="ADAL" clId="{D93D8B19-FA20-47A5-B3D7-0A6BF3F53C46}" dt="2021-08-10T10:37:53.344" v="227" actId="478"/>
          <ac:picMkLst>
            <pc:docMk/>
            <pc:sldMk cId="1895599324" sldId="282"/>
            <ac:picMk id="4" creationId="{C57ECC0F-431A-420F-AA1D-6673B1FA11EF}"/>
          </ac:picMkLst>
        </pc:picChg>
        <pc:picChg chg="add mod">
          <ac:chgData name="Alessandro Edoardo Giorgio David" userId="f8954a66-e5ad-4a1c-9536-1d2117047f5f" providerId="ADAL" clId="{D93D8B19-FA20-47A5-B3D7-0A6BF3F53C46}" dt="2021-08-10T10:38:07.634" v="232" actId="1076"/>
          <ac:picMkLst>
            <pc:docMk/>
            <pc:sldMk cId="1895599324" sldId="282"/>
            <ac:picMk id="24" creationId="{999DE7FE-82DE-48AD-BB23-F15CA56C5C1A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94577708" sldId="283"/>
        </pc:sldMkLst>
      </pc:sldChg>
      <pc:sldChg chg="modSp new mod ord">
        <pc:chgData name="Alessandro Edoardo Giorgio David" userId="f8954a66-e5ad-4a1c-9536-1d2117047f5f" providerId="ADAL" clId="{D93D8B19-FA20-47A5-B3D7-0A6BF3F53C46}" dt="2021-08-10T13:18:36.419" v="625"/>
        <pc:sldMkLst>
          <pc:docMk/>
          <pc:sldMk cId="4096371522" sldId="283"/>
        </pc:sldMkLst>
        <pc:spChg chg="mod">
          <ac:chgData name="Alessandro Edoardo Giorgio David" userId="f8954a66-e5ad-4a1c-9536-1d2117047f5f" providerId="ADAL" clId="{D93D8B19-FA20-47A5-B3D7-0A6BF3F53C46}" dt="2021-08-10T10:17:45.238" v="42" actId="122"/>
          <ac:spMkLst>
            <pc:docMk/>
            <pc:sldMk cId="4096371522" sldId="283"/>
            <ac:spMk id="2" creationId="{408B4B91-F23E-4673-8DB8-6A5A02D61CB6}"/>
          </ac:spMkLst>
        </pc:spChg>
        <pc:spChg chg="mod">
          <ac:chgData name="Alessandro Edoardo Giorgio David" userId="f8954a66-e5ad-4a1c-9536-1d2117047f5f" providerId="ADAL" clId="{D93D8B19-FA20-47A5-B3D7-0A6BF3F53C46}" dt="2021-08-10T13:14:41.330" v="611" actId="5793"/>
          <ac:spMkLst>
            <pc:docMk/>
            <pc:sldMk cId="4096371522" sldId="283"/>
            <ac:spMk id="3" creationId="{83BD5FD3-58A3-4593-BA71-B00F2D7F8C6A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52:43.487" v="551" actId="20577"/>
        <pc:sldMkLst>
          <pc:docMk/>
          <pc:sldMk cId="2952385952" sldId="284"/>
        </pc:sldMkLst>
        <pc:spChg chg="mod">
          <ac:chgData name="Alessandro Edoardo Giorgio David" userId="f8954a66-e5ad-4a1c-9536-1d2117047f5f" providerId="ADAL" clId="{D93D8B19-FA20-47A5-B3D7-0A6BF3F53C46}" dt="2021-08-10T10:47:33.137" v="259" actId="790"/>
          <ac:spMkLst>
            <pc:docMk/>
            <pc:sldMk cId="2952385952" sldId="284"/>
            <ac:spMk id="2" creationId="{A77BED49-8D96-4399-83D4-396828225BE7}"/>
          </ac:spMkLst>
        </pc:spChg>
        <pc:spChg chg="mod">
          <ac:chgData name="Alessandro Edoardo Giorgio David" userId="f8954a66-e5ad-4a1c-9536-1d2117047f5f" providerId="ADAL" clId="{D93D8B19-FA20-47A5-B3D7-0A6BF3F53C46}" dt="2021-08-10T10:52:43.487" v="551" actId="20577"/>
          <ac:spMkLst>
            <pc:docMk/>
            <pc:sldMk cId="2952385952" sldId="284"/>
            <ac:spMk id="3" creationId="{23098DAD-D0EB-4E6F-83C4-BF0416B344FF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040764519" sldId="28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677543011" sldId="285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3:12:18.984" v="608" actId="1076"/>
        <pc:sldMkLst>
          <pc:docMk/>
          <pc:sldMk cId="2360709121" sldId="285"/>
        </pc:sldMkLst>
        <pc:spChg chg="add del mod">
          <ac:chgData name="Alessandro Edoardo Giorgio David" userId="f8954a66-e5ad-4a1c-9536-1d2117047f5f" providerId="ADAL" clId="{D93D8B19-FA20-47A5-B3D7-0A6BF3F53C46}" dt="2021-08-10T13:10:40.139" v="601" actId="122"/>
          <ac:spMkLst>
            <pc:docMk/>
            <pc:sldMk cId="2360709121" sldId="285"/>
            <ac:spMk id="2" creationId="{850F8AE4-D095-492B-B6BD-51B7ED3135F8}"/>
          </ac:spMkLst>
        </pc:spChg>
        <pc:spChg chg="add del">
          <ac:chgData name="Alessandro Edoardo Giorgio David" userId="f8954a66-e5ad-4a1c-9536-1d2117047f5f" providerId="ADAL" clId="{D93D8B19-FA20-47A5-B3D7-0A6BF3F53C46}" dt="2021-08-10T13:12:03.331" v="606"/>
          <ac:spMkLst>
            <pc:docMk/>
            <pc:sldMk cId="2360709121" sldId="285"/>
            <ac:spMk id="3" creationId="{929EB4A7-08BB-45A8-B065-13489C10CDB2}"/>
          </ac:spMkLst>
        </pc:spChg>
        <pc:spChg chg="add del mod">
          <ac:chgData name="Alessandro Edoardo Giorgio David" userId="f8954a66-e5ad-4a1c-9536-1d2117047f5f" providerId="ADAL" clId="{D93D8B19-FA20-47A5-B3D7-0A6BF3F53C46}" dt="2021-08-10T13:10:19.179" v="554"/>
          <ac:spMkLst>
            <pc:docMk/>
            <pc:sldMk cId="2360709121" sldId="285"/>
            <ac:spMk id="4" creationId="{0CA50546-66E0-4814-8773-47BC0BE9B3C9}"/>
          </ac:spMkLst>
        </pc:spChg>
        <pc:picChg chg="add del mod">
          <ac:chgData name="Alessandro Edoardo Giorgio David" userId="f8954a66-e5ad-4a1c-9536-1d2117047f5f" providerId="ADAL" clId="{D93D8B19-FA20-47A5-B3D7-0A6BF3F53C46}" dt="2021-08-10T13:10:59.357" v="605"/>
          <ac:picMkLst>
            <pc:docMk/>
            <pc:sldMk cId="2360709121" sldId="285"/>
            <ac:picMk id="5" creationId="{6EDF5A3D-5180-4B47-A43F-F58ACF23AF90}"/>
          </ac:picMkLst>
        </pc:picChg>
        <pc:picChg chg="add mod">
          <ac:chgData name="Alessandro Edoardo Giorgio David" userId="f8954a66-e5ad-4a1c-9536-1d2117047f5f" providerId="ADAL" clId="{D93D8B19-FA20-47A5-B3D7-0A6BF3F53C46}" dt="2021-08-10T13:12:18.984" v="608" actId="1076"/>
          <ac:picMkLst>
            <pc:docMk/>
            <pc:sldMk cId="2360709121" sldId="285"/>
            <ac:picMk id="6" creationId="{FB3986C0-44F4-4DC9-9E52-F7C4AC423527}"/>
          </ac:picMkLst>
        </pc:picChg>
      </pc:sldChg>
      <pc:sldChg chg="addSp delSp modSp new mod">
        <pc:chgData name="Alessandro Edoardo Giorgio David" userId="f8954a66-e5ad-4a1c-9536-1d2117047f5f" providerId="ADAL" clId="{D93D8B19-FA20-47A5-B3D7-0A6BF3F53C46}" dt="2021-08-10T13:16:24.708" v="623" actId="122"/>
        <pc:sldMkLst>
          <pc:docMk/>
          <pc:sldMk cId="2169398848" sldId="286"/>
        </pc:sldMkLst>
        <pc:spChg chg="mod">
          <ac:chgData name="Alessandro Edoardo Giorgio David" userId="f8954a66-e5ad-4a1c-9536-1d2117047f5f" providerId="ADAL" clId="{D93D8B19-FA20-47A5-B3D7-0A6BF3F53C46}" dt="2021-08-10T13:16:24.708" v="623" actId="122"/>
          <ac:spMkLst>
            <pc:docMk/>
            <pc:sldMk cId="2169398848" sldId="286"/>
            <ac:spMk id="2" creationId="{E0281D5F-2FF9-472A-9E43-1E0BA5F276EA}"/>
          </ac:spMkLst>
        </pc:spChg>
        <pc:spChg chg="del">
          <ac:chgData name="Alessandro Edoardo Giorgio David" userId="f8954a66-e5ad-4a1c-9536-1d2117047f5f" providerId="ADAL" clId="{D93D8B19-FA20-47A5-B3D7-0A6BF3F53C46}" dt="2021-08-10T13:16:09.427" v="615"/>
          <ac:spMkLst>
            <pc:docMk/>
            <pc:sldMk cId="2169398848" sldId="286"/>
            <ac:spMk id="3" creationId="{3AEEC441-A224-4D27-A026-424493F51DF7}"/>
          </ac:spMkLst>
        </pc:spChg>
        <pc:picChg chg="add mod">
          <ac:chgData name="Alessandro Edoardo Giorgio David" userId="f8954a66-e5ad-4a1c-9536-1d2117047f5f" providerId="ADAL" clId="{D93D8B19-FA20-47A5-B3D7-0A6BF3F53C46}" dt="2021-08-10T13:16:17.535" v="617" actId="14100"/>
          <ac:picMkLst>
            <pc:docMk/>
            <pc:sldMk cId="2169398848" sldId="286"/>
            <ac:picMk id="4" creationId="{01EEE091-4AAC-4560-B6DB-CFE94541A2DF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56525904" sldId="28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42539799" sldId="28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776110747" sldId="28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65763563" sldId="28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64959005" sldId="29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41476595" sldId="29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014483" sldId="29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79178667" sldId="29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84884542" sldId="29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61851639" sldId="29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77361358" sldId="29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622387223" sldId="29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7459007" sldId="29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18038807" sldId="29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79447115" sldId="30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1133994" sldId="30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63098522" sldId="30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179535889" sldId="30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32596017" sldId="30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87049437" sldId="30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65762000" sldId="30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990846201" sldId="30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59165216" sldId="30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495603576" sldId="30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93460714" sldId="31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45643182" sldId="31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833125" sldId="31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0118312" sldId="31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26102579" sldId="31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21168260" sldId="31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72665201" sldId="31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61815205" sldId="31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78560338" sldId="31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618932863" sldId="31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39501348" sldId="32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8668927" sldId="32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535521216" sldId="32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79024289" sldId="32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07292240" sldId="32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2003161" sldId="32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1665624" sldId="32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140800234" sldId="32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41554749" sldId="32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26349041" sldId="32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892898324" sldId="33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188304425" sldId="33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22909339" sldId="33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49072842" sldId="33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0811804" sldId="33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00792181" sldId="33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23886345" sldId="33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386622032" sldId="33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63600783" sldId="33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760396929" sldId="33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43709138" sldId="340"/>
        </pc:sldMkLst>
      </pc:sldChg>
    </pc:docChg>
  </pc:docChgLst>
  <pc:docChgLst>
    <pc:chgData name="Di Mattia Alessandro Edoardo Giorgio David" userId="f8954a66-e5ad-4a1c-9536-1d2117047f5f" providerId="ADAL" clId="{D8B22C94-5161-4D79-9F18-B740023E9373}"/>
    <pc:docChg chg="modSld sldOrd">
      <pc:chgData name="Di Mattia Alessandro Edoardo Giorgio David" userId="f8954a66-e5ad-4a1c-9536-1d2117047f5f" providerId="ADAL" clId="{D8B22C94-5161-4D79-9F18-B740023E9373}" dt="2021-10-04T11:58:28.413" v="11"/>
      <pc:docMkLst>
        <pc:docMk/>
      </pc:docMkLst>
      <pc:sldChg chg="modSp mod">
        <pc:chgData name="Di Mattia Alessandro Edoardo Giorgio David" userId="f8954a66-e5ad-4a1c-9536-1d2117047f5f" providerId="ADAL" clId="{D8B22C94-5161-4D79-9F18-B740023E9373}" dt="2021-09-20T11:57:13.689" v="7" actId="20577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D8B22C94-5161-4D79-9F18-B740023E9373}" dt="2021-09-20T11:57:13.689" v="7" actId="20577"/>
          <ac:spMkLst>
            <pc:docMk/>
            <pc:sldMk cId="1731353798" sldId="306"/>
            <ac:spMk id="3" creationId="{2D430180-4BB9-4AD7-AA64-E3AA96044BF1}"/>
          </ac:spMkLst>
        </pc:spChg>
      </pc:sldChg>
      <pc:sldChg chg="ord">
        <pc:chgData name="Di Mattia Alessandro Edoardo Giorgio David" userId="f8954a66-e5ad-4a1c-9536-1d2117047f5f" providerId="ADAL" clId="{D8B22C94-5161-4D79-9F18-B740023E9373}" dt="2021-10-04T11:58:28.413" v="11"/>
        <pc:sldMkLst>
          <pc:docMk/>
          <pc:sldMk cId="1843198118" sldId="328"/>
        </pc:sldMkLst>
      </pc:sldChg>
      <pc:sldChg chg="modSp mod">
        <pc:chgData name="Di Mattia Alessandro Edoardo Giorgio David" userId="f8954a66-e5ad-4a1c-9536-1d2117047f5f" providerId="ADAL" clId="{D8B22C94-5161-4D79-9F18-B740023E9373}" dt="2021-10-04T11:57:47.683" v="9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D8B22C94-5161-4D79-9F18-B740023E9373}" dt="2021-10-04T11:57:47.683" v="9" actId="20577"/>
          <ac:spMkLst>
            <pc:docMk/>
            <pc:sldMk cId="1841387797" sldId="339"/>
            <ac:spMk id="3" creationId="{0BD58A40-8316-4E53-88D8-77D5B8D2DD6C}"/>
          </ac:spMkLst>
        </pc:spChg>
      </pc:sldChg>
    </pc:docChg>
  </pc:docChgLst>
  <pc:docChgLst>
    <pc:chgData name="Di Mattia Alessandro Edoardo Giorgio David" userId="f8954a66-e5ad-4a1c-9536-1d2117047f5f" providerId="ADAL" clId="{CFBF690A-D719-48D2-92B8-B5819DB24AC8}"/>
    <pc:docChg chg="undo custSel addSld modSld">
      <pc:chgData name="Di Mattia Alessandro Edoardo Giorgio David" userId="f8954a66-e5ad-4a1c-9536-1d2117047f5f" providerId="ADAL" clId="{CFBF690A-D719-48D2-92B8-B5819DB24AC8}" dt="2021-08-09T15:53:44.291" v="1952" actId="20577"/>
      <pc:docMkLst>
        <pc:docMk/>
      </pc:docMkLst>
      <pc:sldChg chg="modSp mod">
        <pc:chgData name="Di Mattia Alessandro Edoardo Giorgio David" userId="f8954a66-e5ad-4a1c-9536-1d2117047f5f" providerId="ADAL" clId="{CFBF690A-D719-48D2-92B8-B5819DB24AC8}" dt="2021-08-09T14:22:54.910" v="1329" actId="207"/>
        <pc:sldMkLst>
          <pc:docMk/>
          <pc:sldMk cId="1478560338" sldId="318"/>
        </pc:sldMkLst>
        <pc:spChg chg="mod">
          <ac:chgData name="Di Mattia Alessandro Edoardo Giorgio David" userId="f8954a66-e5ad-4a1c-9536-1d2117047f5f" providerId="ADAL" clId="{CFBF690A-D719-48D2-92B8-B5819DB24AC8}" dt="2021-08-09T14:22:54.910" v="1329" actId="207"/>
          <ac:spMkLst>
            <pc:docMk/>
            <pc:sldMk cId="1478560338" sldId="318"/>
            <ac:spMk id="3" creationId="{EE5866AE-9B94-40DE-9A9A-06E3998624FB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08.540" v="749" actId="108"/>
        <pc:sldMkLst>
          <pc:docMk/>
          <pc:sldMk cId="618932863" sldId="319"/>
        </pc:sldMkLst>
        <pc:spChg chg="mod">
          <ac:chgData name="Di Mattia Alessandro Edoardo Giorgio David" userId="f8954a66-e5ad-4a1c-9536-1d2117047f5f" providerId="ADAL" clId="{CFBF690A-D719-48D2-92B8-B5819DB24AC8}" dt="2021-08-08T17:38:48.221" v="748" actId="108"/>
          <ac:spMkLst>
            <pc:docMk/>
            <pc:sldMk cId="618932863" sldId="319"/>
            <ac:spMk id="12" creationId="{3487BAA1-91F3-4148-939C-9082D3EFBEC0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08.540" v="749" actId="108"/>
          <ac:spMkLst>
            <pc:docMk/>
            <pc:sldMk cId="618932863" sldId="319"/>
            <ac:spMk id="14" creationId="{D215CADD-3AA8-4C46-9B2F-7B1B1290C11F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51.365" v="751" actId="108"/>
        <pc:sldMkLst>
          <pc:docMk/>
          <pc:sldMk cId="3339501348" sldId="320"/>
        </pc:sldMkLst>
        <pc:spChg chg="mod">
          <ac:chgData name="Di Mattia Alessandro Edoardo Giorgio David" userId="f8954a66-e5ad-4a1c-9536-1d2117047f5f" providerId="ADAL" clId="{CFBF690A-D719-48D2-92B8-B5819DB24AC8}" dt="2021-08-08T17:39:51.365" v="751" actId="108"/>
          <ac:spMkLst>
            <pc:docMk/>
            <pc:sldMk cId="3339501348" sldId="320"/>
            <ac:spMk id="4" creationId="{CFED2F6F-3626-4CAA-B18C-531766945314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47.031" v="750" actId="108"/>
          <ac:spMkLst>
            <pc:docMk/>
            <pc:sldMk cId="3339501348" sldId="320"/>
            <ac:spMk id="14" creationId="{8616B098-DE37-4A20-94C2-E4684B16E6F0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40:03.415" v="753" actId="108"/>
        <pc:sldMkLst>
          <pc:docMk/>
          <pc:sldMk cId="1078668927" sldId="321"/>
        </pc:sldMkLst>
        <pc:spChg chg="mod">
          <ac:chgData name="Di Mattia Alessandro Edoardo Giorgio David" userId="f8954a66-e5ad-4a1c-9536-1d2117047f5f" providerId="ADAL" clId="{CFBF690A-D719-48D2-92B8-B5819DB24AC8}" dt="2021-08-08T17:40:03.415" v="753" actId="108"/>
          <ac:spMkLst>
            <pc:docMk/>
            <pc:sldMk cId="1078668927" sldId="321"/>
            <ac:spMk id="7" creationId="{0FC3C149-325B-4578-9826-6EF66F667717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59.952" v="752" actId="108"/>
          <ac:spMkLst>
            <pc:docMk/>
            <pc:sldMk cId="1078668927" sldId="321"/>
            <ac:spMk id="12" creationId="{5B0F863B-F364-4F8B-9D2A-934B17016FD5}"/>
          </ac:spMkLst>
        </pc:spChg>
      </pc:sldChg>
      <pc:sldChg chg="addSp modSp new mod setBg">
        <pc:chgData name="Di Mattia Alessandro Edoardo Giorgio David" userId="f8954a66-e5ad-4a1c-9536-1d2117047f5f" providerId="ADAL" clId="{CFBF690A-D719-48D2-92B8-B5819DB24AC8}" dt="2021-08-08T17:40:18.417" v="756"/>
        <pc:sldMkLst>
          <pc:docMk/>
          <pc:sldMk cId="3535521216" sldId="322"/>
        </pc:sldMkLst>
        <pc:spChg chg="add mod">
          <ac:chgData name="Di Mattia Alessandro Edoardo Giorgio David" userId="f8954a66-e5ad-4a1c-9536-1d2117047f5f" providerId="ADAL" clId="{CFBF690A-D719-48D2-92B8-B5819DB24AC8}" dt="2021-08-08T16:39:49.210" v="71" actId="20577"/>
          <ac:spMkLst>
            <pc:docMk/>
            <pc:sldMk cId="3535521216" sldId="322"/>
            <ac:spMk id="2" creationId="{EC727576-E01C-49B2-B415-6050BEB0941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6:40:59.662" v="157" actId="20577"/>
          <ac:spMkLst>
            <pc:docMk/>
            <pc:sldMk cId="3535521216" sldId="322"/>
            <ac:spMk id="3" creationId="{679C230D-DEB8-4664-B6E1-70585F169F9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09.364" v="754" actId="108"/>
          <ac:spMkLst>
            <pc:docMk/>
            <pc:sldMk cId="3535521216" sldId="322"/>
            <ac:spMk id="4" creationId="{84BA9142-2F18-4393-9507-27745B77C15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12.691" v="755" actId="108"/>
          <ac:spMkLst>
            <pc:docMk/>
            <pc:sldMk cId="3535521216" sldId="322"/>
            <ac:spMk id="5" creationId="{2E2022A0-A408-46E5-A774-DEC076549ADC}"/>
          </ac:spMkLst>
        </pc:spChg>
      </pc:sldChg>
      <pc:sldChg chg="addSp delSp modSp new mod">
        <pc:chgData name="Di Mattia Alessandro Edoardo Giorgio David" userId="f8954a66-e5ad-4a1c-9536-1d2117047f5f" providerId="ADAL" clId="{CFBF690A-D719-48D2-92B8-B5819DB24AC8}" dt="2021-08-09T10:29:26.169" v="1114" actId="20577"/>
        <pc:sldMkLst>
          <pc:docMk/>
          <pc:sldMk cId="879024289" sldId="323"/>
        </pc:sldMkLst>
        <pc:spChg chg="add del mod">
          <ac:chgData name="Di Mattia Alessandro Edoardo Giorgio David" userId="f8954a66-e5ad-4a1c-9536-1d2117047f5f" providerId="ADAL" clId="{CFBF690A-D719-48D2-92B8-B5819DB24AC8}" dt="2021-08-08T16:53:55.966" v="191"/>
          <ac:spMkLst>
            <pc:docMk/>
            <pc:sldMk cId="879024289" sldId="323"/>
            <ac:spMk id="3" creationId="{CFE02BB8-A9F5-4503-B2C7-E81886585D6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18:05.013" v="214"/>
          <ac:spMkLst>
            <pc:docMk/>
            <pc:sldMk cId="879024289" sldId="323"/>
            <ac:spMk id="4" creationId="{6FBAF4B8-08A7-44E4-A1D1-0D38537B45E9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26.169" v="1114" actId="20577"/>
          <ac:spMkLst>
            <pc:docMk/>
            <pc:sldMk cId="879024289" sldId="323"/>
            <ac:spMk id="5" creationId="{9B3D4137-6E15-473C-A64B-27FDB1D899A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23:17.474" v="312" actId="11529"/>
          <ac:spMkLst>
            <pc:docMk/>
            <pc:sldMk cId="879024289" sldId="323"/>
            <ac:spMk id="6" creationId="{BE394CD1-FBD5-4225-8C16-03EF7BFFE76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8:17.626" v="365" actId="1076"/>
          <ac:spMkLst>
            <pc:docMk/>
            <pc:sldMk cId="879024289" sldId="323"/>
            <ac:spMk id="7" creationId="{1D0C6519-F93A-4E09-9423-7B2AF81BE09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4:44.386" v="320" actId="17032"/>
          <ac:spMkLst>
            <pc:docMk/>
            <pc:sldMk cId="879024289" sldId="323"/>
            <ac:spMk id="8" creationId="{D772A39C-F542-4550-A73B-9B799493DF91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3.964" v="759" actId="108"/>
          <ac:spMkLst>
            <pc:docMk/>
            <pc:sldMk cId="879024289" sldId="323"/>
            <ac:spMk id="10" creationId="{5D8FFE11-A3B1-42AB-AA3E-5E40F7E2496E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7.387" v="760" actId="108"/>
          <ac:spMkLst>
            <pc:docMk/>
            <pc:sldMk cId="879024289" sldId="323"/>
            <ac:spMk id="12" creationId="{817DCC48-4C4D-4A07-B87F-570545352CEB}"/>
          </ac:spMkLst>
        </pc:spChg>
        <pc:picChg chg="add mod">
          <ac:chgData name="Di Mattia Alessandro Edoardo Giorgio David" userId="f8954a66-e5ad-4a1c-9536-1d2117047f5f" providerId="ADAL" clId="{CFBF690A-D719-48D2-92B8-B5819DB24AC8}" dt="2021-08-08T17:28:09.934" v="364" actId="1076"/>
          <ac:picMkLst>
            <pc:docMk/>
            <pc:sldMk cId="879024289" sldId="323"/>
            <ac:picMk id="2" creationId="{A0A31DEA-54EF-463F-98B0-86CBB8B1CBED}"/>
          </ac:picMkLst>
        </pc:picChg>
      </pc:sldChg>
      <pc:sldChg chg="modSp add mod setBg">
        <pc:chgData name="Di Mattia Alessandro Edoardo Giorgio David" userId="f8954a66-e5ad-4a1c-9536-1d2117047f5f" providerId="ADAL" clId="{CFBF690A-D719-48D2-92B8-B5819DB24AC8}" dt="2021-08-08T17:41:53.973" v="775" actId="1076"/>
        <pc:sldMkLst>
          <pc:docMk/>
          <pc:sldMk cId="2507292240" sldId="324"/>
        </pc:sldMkLst>
        <pc:spChg chg="mod">
          <ac:chgData name="Di Mattia Alessandro Edoardo Giorgio David" userId="f8954a66-e5ad-4a1c-9536-1d2117047f5f" providerId="ADAL" clId="{CFBF690A-D719-48D2-92B8-B5819DB24AC8}" dt="2021-08-08T17:41:53.973" v="775" actId="1076"/>
          <ac:spMkLst>
            <pc:docMk/>
            <pc:sldMk cId="2507292240" sldId="324"/>
            <ac:spMk id="5" creationId="{9B3D4137-6E15-473C-A64B-27FDB1D899A6}"/>
          </ac:spMkLst>
        </pc:spChg>
        <pc:spChg chg="mod">
          <ac:chgData name="Di Mattia Alessandro Edoardo Giorgio David" userId="f8954a66-e5ad-4a1c-9536-1d2117047f5f" providerId="ADAL" clId="{CFBF690A-D719-48D2-92B8-B5819DB24AC8}" dt="2021-08-08T17:28:32.286" v="366" actId="14100"/>
          <ac:spMkLst>
            <pc:docMk/>
            <pc:sldMk cId="2507292240" sldId="324"/>
            <ac:spMk id="7" creationId="{1D0C6519-F93A-4E09-9423-7B2AF81BE097}"/>
          </ac:spMkLst>
        </pc:spChg>
        <pc:spChg chg="mod">
          <ac:chgData name="Di Mattia Alessandro Edoardo Giorgio David" userId="f8954a66-e5ad-4a1c-9536-1d2117047f5f" providerId="ADAL" clId="{CFBF690A-D719-48D2-92B8-B5819DB24AC8}" dt="2021-08-08T17:26:55.175" v="333" actId="1076"/>
          <ac:spMkLst>
            <pc:docMk/>
            <pc:sldMk cId="2507292240" sldId="324"/>
            <ac:spMk id="8" creationId="{D772A39C-F542-4550-A73B-9B799493DF91}"/>
          </ac:spMkLst>
        </pc:spChg>
        <pc:spChg chg="mod">
          <ac:chgData name="Di Mattia Alessandro Edoardo Giorgio David" userId="f8954a66-e5ad-4a1c-9536-1d2117047f5f" providerId="ADAL" clId="{CFBF690A-D719-48D2-92B8-B5819DB24AC8}" dt="2021-08-08T17:40:58.531" v="764" actId="108"/>
          <ac:spMkLst>
            <pc:docMk/>
            <pc:sldMk cId="2507292240" sldId="324"/>
            <ac:spMk id="10" creationId="{5D8FFE11-A3B1-42AB-AA3E-5E40F7E2496E}"/>
          </ac:spMkLst>
        </pc:spChg>
        <pc:spChg chg="mod">
          <ac:chgData name="Di Mattia Alessandro Edoardo Giorgio David" userId="f8954a66-e5ad-4a1c-9536-1d2117047f5f" providerId="ADAL" clId="{CFBF690A-D719-48D2-92B8-B5819DB24AC8}" dt="2021-08-08T17:41:02.102" v="765" actId="108"/>
          <ac:spMkLst>
            <pc:docMk/>
            <pc:sldMk cId="2507292240" sldId="324"/>
            <ac:spMk id="12" creationId="{817DCC48-4C4D-4A07-B87F-570545352CEB}"/>
          </ac:spMkLst>
        </pc:spChg>
        <pc:picChg chg="mod">
          <ac:chgData name="Di Mattia Alessandro Edoardo Giorgio David" userId="f8954a66-e5ad-4a1c-9536-1d2117047f5f" providerId="ADAL" clId="{CFBF690A-D719-48D2-92B8-B5819DB24AC8}" dt="2021-08-08T17:27:34.254" v="359" actId="1076"/>
          <ac:picMkLst>
            <pc:docMk/>
            <pc:sldMk cId="2507292240" sldId="324"/>
            <ac:picMk id="2" creationId="{A0A31DEA-54EF-463F-98B0-86CBB8B1CBED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0:38:12.375" v="1134" actId="20577"/>
        <pc:sldMkLst>
          <pc:docMk/>
          <pc:sldMk cId="2212003161" sldId="325"/>
        </pc:sldMkLst>
        <pc:spChg chg="add del mod">
          <ac:chgData name="Di Mattia Alessandro Edoardo Giorgio David" userId="f8954a66-e5ad-4a1c-9536-1d2117047f5f" providerId="ADAL" clId="{CFBF690A-D719-48D2-92B8-B5819DB24AC8}" dt="2021-08-08T17:32:17.251" v="515"/>
          <ac:spMkLst>
            <pc:docMk/>
            <pc:sldMk cId="2212003161" sldId="325"/>
            <ac:spMk id="2" creationId="{053F468A-6B00-4E50-B268-FA6901E2578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43.988" v="1122" actId="20577"/>
          <ac:spMkLst>
            <pc:docMk/>
            <pc:sldMk cId="2212003161" sldId="325"/>
            <ac:spMk id="4" creationId="{4E105DD7-ED18-4D77-BE30-789352B7F98F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2:35.960" v="784" actId="108"/>
          <ac:spMkLst>
            <pc:docMk/>
            <pc:sldMk cId="2212003161" sldId="325"/>
            <ac:spMk id="5" creationId="{6A4E8D29-91B3-43E5-BA8D-84E17885461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38:12.375" v="1134" actId="20577"/>
          <ac:spMkLst>
            <pc:docMk/>
            <pc:sldMk cId="2212003161" sldId="325"/>
            <ac:spMk id="6" creationId="{F804A9CF-DC2A-444F-A1A9-0BEEB91832B5}"/>
          </ac:spMkLst>
        </pc:spChg>
      </pc:sldChg>
      <pc:sldChg chg="addSp modSp new mod modAnim">
        <pc:chgData name="Di Mattia Alessandro Edoardo Giorgio David" userId="f8954a66-e5ad-4a1c-9536-1d2117047f5f" providerId="ADAL" clId="{CFBF690A-D719-48D2-92B8-B5819DB24AC8}" dt="2021-08-08T17:46:20.840" v="903" actId="1076"/>
        <pc:sldMkLst>
          <pc:docMk/>
          <pc:sldMk cId="1071665624" sldId="326"/>
        </pc:sldMkLst>
        <pc:spChg chg="add mod">
          <ac:chgData name="Di Mattia Alessandro Edoardo Giorgio David" userId="f8954a66-e5ad-4a1c-9536-1d2117047f5f" providerId="ADAL" clId="{CFBF690A-D719-48D2-92B8-B5819DB24AC8}" dt="2021-08-08T17:46:20.840" v="903" actId="1076"/>
          <ac:spMkLst>
            <pc:docMk/>
            <pc:sldMk cId="1071665624" sldId="326"/>
            <ac:spMk id="4" creationId="{0F4B1099-4E99-4BF5-AD16-C39C5D90A943}"/>
          </ac:spMkLst>
        </pc:spChg>
        <pc:graphicFrameChg chg="add mod modGraphic">
          <ac:chgData name="Di Mattia Alessandro Edoardo Giorgio David" userId="f8954a66-e5ad-4a1c-9536-1d2117047f5f" providerId="ADAL" clId="{CFBF690A-D719-48D2-92B8-B5819DB24AC8}" dt="2021-08-08T17:44:20.679" v="791" actId="14100"/>
          <ac:graphicFrameMkLst>
            <pc:docMk/>
            <pc:sldMk cId="1071665624" sldId="326"/>
            <ac:graphicFrameMk id="2" creationId="{6EEB5749-7593-43BA-B938-76D1F2534684}"/>
          </ac:graphicFrameMkLst>
        </pc:graphicFrame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8T17:53:56.667" v="1052" actId="21"/>
        <pc:sldMkLst>
          <pc:docMk/>
          <pc:sldMk cId="2140800234" sldId="327"/>
        </pc:sldMkLst>
        <pc:spChg chg="add mod">
          <ac:chgData name="Di Mattia Alessandro Edoardo Giorgio David" userId="f8954a66-e5ad-4a1c-9536-1d2117047f5f" providerId="ADAL" clId="{CFBF690A-D719-48D2-92B8-B5819DB24AC8}" dt="2021-08-08T17:50:29.420" v="1006" actId="122"/>
          <ac:spMkLst>
            <pc:docMk/>
            <pc:sldMk cId="2140800234" sldId="327"/>
            <ac:spMk id="3" creationId="{C22EA0BD-83CD-47CE-879C-B8E67600057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3.511" v="1051" actId="478"/>
          <ac:spMkLst>
            <pc:docMk/>
            <pc:sldMk cId="2140800234" sldId="327"/>
            <ac:spMk id="5" creationId="{C88AE3D3-E6E7-41FE-B1A4-5DEF776F945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6.667" v="1052" actId="21"/>
          <ac:spMkLst>
            <pc:docMk/>
            <pc:sldMk cId="2140800234" sldId="327"/>
            <ac:spMk id="7" creationId="{9AE07881-68E1-48B5-A96C-E07F0AA11531}"/>
          </ac:spMkLst>
        </pc:spChg>
        <pc:graphicFrameChg chg="add mod">
          <ac:chgData name="Di Mattia Alessandro Edoardo Giorgio David" userId="f8954a66-e5ad-4a1c-9536-1d2117047f5f" providerId="ADAL" clId="{CFBF690A-D719-48D2-92B8-B5819DB24AC8}" dt="2021-08-08T17:47:05.493" v="905"/>
          <ac:graphicFrameMkLst>
            <pc:docMk/>
            <pc:sldMk cId="2140800234" sldId="327"/>
            <ac:graphicFrameMk id="2" creationId="{876DC8AA-98E3-43C1-ACE4-6D79802114D8}"/>
          </ac:graphicFrameMkLst>
        </pc:graphicFrameChg>
        <pc:picChg chg="add mod">
          <ac:chgData name="Di Mattia Alessandro Edoardo Giorgio David" userId="f8954a66-e5ad-4a1c-9536-1d2117047f5f" providerId="ADAL" clId="{CFBF690A-D719-48D2-92B8-B5819DB24AC8}" dt="2021-08-08T17:51:25.496" v="1008" actId="1076"/>
          <ac:picMkLst>
            <pc:docMk/>
            <pc:sldMk cId="2140800234" sldId="327"/>
            <ac:picMk id="4" creationId="{11755E01-2AF0-4A03-8D26-D68F2F0651E1}"/>
          </ac:picMkLst>
        </pc:picChg>
        <pc:picChg chg="add del">
          <ac:chgData name="Di Mattia Alessandro Edoardo Giorgio David" userId="f8954a66-e5ad-4a1c-9536-1d2117047f5f" providerId="ADAL" clId="{CFBF690A-D719-48D2-92B8-B5819DB24AC8}" dt="2021-08-08T17:52:57.698" v="1044"/>
          <ac:picMkLst>
            <pc:docMk/>
            <pc:sldMk cId="2140800234" sldId="327"/>
            <ac:picMk id="6" creationId="{35FF09AC-8AE0-4139-BFE7-03A3FF6204A2}"/>
          </ac:picMkLst>
        </pc:pic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9T10:35:30.787" v="1123" actId="20577"/>
        <pc:sldMkLst>
          <pc:docMk/>
          <pc:sldMk cId="2741554749" sldId="328"/>
        </pc:sldMkLst>
        <pc:spChg chg="add mod">
          <ac:chgData name="Di Mattia Alessandro Edoardo Giorgio David" userId="f8954a66-e5ad-4a1c-9536-1d2117047f5f" providerId="ADAL" clId="{CFBF690A-D719-48D2-92B8-B5819DB24AC8}" dt="2021-08-09T10:35:30.787" v="1123" actId="20577"/>
          <ac:spMkLst>
            <pc:docMk/>
            <pc:sldMk cId="2741554749" sldId="328"/>
            <ac:spMk id="2" creationId="{56E0AF04-5706-48DE-B45A-8BDA3567544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56:47.837" v="1065"/>
          <ac:spMkLst>
            <pc:docMk/>
            <pc:sldMk cId="2741554749" sldId="328"/>
            <ac:spMk id="3" creationId="{A3C36983-ECB3-4E34-B9A7-5FA335222AAD}"/>
          </ac:spMkLst>
        </pc:spChg>
        <pc:graphicFrameChg chg="add del mod modGraphic">
          <ac:chgData name="Di Mattia Alessandro Edoardo Giorgio David" userId="f8954a66-e5ad-4a1c-9536-1d2117047f5f" providerId="ADAL" clId="{CFBF690A-D719-48D2-92B8-B5819DB24AC8}" dt="2021-08-09T10:28:18.733" v="1086" actId="478"/>
          <ac:graphicFrameMkLst>
            <pc:docMk/>
            <pc:sldMk cId="2741554749" sldId="328"/>
            <ac:graphicFrameMk id="4" creationId="{79FDAE47-7486-4180-94CF-31DE77B6955E}"/>
          </ac:graphicFrameMkLst>
        </pc:graphicFrameChg>
        <pc:graphicFrameChg chg="add del mod modGraphic">
          <ac:chgData name="Di Mattia Alessandro Edoardo Giorgio David" userId="f8954a66-e5ad-4a1c-9536-1d2117047f5f" providerId="ADAL" clId="{CFBF690A-D719-48D2-92B8-B5819DB24AC8}" dt="2021-08-09T10:28:24.956" v="1090" actId="478"/>
          <ac:graphicFrameMkLst>
            <pc:docMk/>
            <pc:sldMk cId="2741554749" sldId="328"/>
            <ac:graphicFrameMk id="6" creationId="{70435F5D-8374-40BE-BB6F-AA2FEE96AD3B}"/>
          </ac:graphicFrameMkLst>
        </pc:graphicFrameChg>
        <pc:graphicFrameChg chg="add mod modGraphic">
          <ac:chgData name="Di Mattia Alessandro Edoardo Giorgio David" userId="f8954a66-e5ad-4a1c-9536-1d2117047f5f" providerId="ADAL" clId="{CFBF690A-D719-48D2-92B8-B5819DB24AC8}" dt="2021-08-09T10:28:51.990" v="1095" actId="1076"/>
          <ac:graphicFrameMkLst>
            <pc:docMk/>
            <pc:sldMk cId="2741554749" sldId="328"/>
            <ac:graphicFrameMk id="7" creationId="{3960835B-A40E-4F95-A75D-58967E7A1CC5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0:28:20.010" v="1087" actId="478"/>
          <ac:picMkLst>
            <pc:docMk/>
            <pc:sldMk cId="2741554749" sldId="328"/>
            <ac:picMk id="5" creationId="{B3E64F8E-DA85-430C-B345-FA8C8ED7D2E6}"/>
          </ac:picMkLst>
        </pc:picChg>
      </pc:sldChg>
      <pc:sldChg chg="addSp delSp modSp new mod modAnim">
        <pc:chgData name="Di Mattia Alessandro Edoardo Giorgio David" userId="f8954a66-e5ad-4a1c-9536-1d2117047f5f" providerId="ADAL" clId="{CFBF690A-D719-48D2-92B8-B5819DB24AC8}" dt="2021-08-09T15:12:35.814" v="1839" actId="20577"/>
        <pc:sldMkLst>
          <pc:docMk/>
          <pc:sldMk cId="1026349041" sldId="329"/>
        </pc:sldMkLst>
        <pc:spChg chg="add mod">
          <ac:chgData name="Di Mattia Alessandro Edoardo Giorgio David" userId="f8954a66-e5ad-4a1c-9536-1d2117047f5f" providerId="ADAL" clId="{CFBF690A-D719-48D2-92B8-B5819DB24AC8}" dt="2021-08-09T15:12:35.814" v="1839" actId="20577"/>
          <ac:spMkLst>
            <pc:docMk/>
            <pc:sldMk cId="1026349041" sldId="329"/>
            <ac:spMk id="4" creationId="{987EDC07-C130-431E-8952-20B6CF56FEC3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5:52.987" v="1303" actId="113"/>
          <ac:spMkLst>
            <pc:docMk/>
            <pc:sldMk cId="1026349041" sldId="329"/>
            <ac:spMk id="5" creationId="{4BA48415-D8CB-43C1-B67C-49183FBD0368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6:07.942" v="1316" actId="20577"/>
          <ac:spMkLst>
            <pc:docMk/>
            <pc:sldMk cId="1026349041" sldId="329"/>
            <ac:spMk id="6" creationId="{7633950F-2995-4718-9772-8F6F21C33A2B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51:06.588" v="1183" actId="1076"/>
          <ac:spMkLst>
            <pc:docMk/>
            <pc:sldMk cId="1026349041" sldId="329"/>
            <ac:spMk id="7" creationId="{651C318D-C586-4D9D-9D0E-5C0AC43A050B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0:44:42.610" v="1137" actId="478"/>
          <ac:picMkLst>
            <pc:docMk/>
            <pc:sldMk cId="1026349041" sldId="329"/>
            <ac:picMk id="2" creationId="{D0354408-0743-4BA8-B210-509B7E792CAA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0:44:49.207" v="1139" actId="1076"/>
          <ac:picMkLst>
            <pc:docMk/>
            <pc:sldMk cId="1026349041" sldId="329"/>
            <ac:picMk id="3" creationId="{4A0BF7A2-344A-4B0D-BEB9-49E1BBA1FD3F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4:26:57.215" v="1340" actId="20577"/>
        <pc:sldMkLst>
          <pc:docMk/>
          <pc:sldMk cId="2892898324" sldId="330"/>
        </pc:sldMkLst>
        <pc:spChg chg="add mod">
          <ac:chgData name="Di Mattia Alessandro Edoardo Giorgio David" userId="f8954a66-e5ad-4a1c-9536-1d2117047f5f" providerId="ADAL" clId="{CFBF690A-D719-48D2-92B8-B5819DB24AC8}" dt="2021-08-09T14:26:57.215" v="1340" actId="20577"/>
          <ac:spMkLst>
            <pc:docMk/>
            <pc:sldMk cId="2892898324" sldId="330"/>
            <ac:spMk id="2" creationId="{376A20E8-0080-4E6F-885C-CB0C938C88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8" creationId="{A5416496-9236-4DBD-82D1-6A95A319B1C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9" creationId="{A3AA9FF8-637A-444F-BC41-94A30890340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0" creationId="{59886D3F-95C7-4956-AD17-B6F92892275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1" creationId="{7534BEBF-DD5F-4FFD-A264-16D5029F76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2" creationId="{7D2F5234-C9C6-4013-98C5-159E60B99B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3" creationId="{8A22D28E-AC6C-41B1-857D-B61324DAB06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4" creationId="{E93EB8F5-768E-46A0-AAC4-9B9F3C1EFC0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5" creationId="{6473ABBE-5B9B-420D-A6A8-78F735B028F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8" creationId="{DE035E5B-E49A-4E7D-8B8A-21909F524B70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9" creationId="{6B394C40-0C91-4B6C-AB58-7E09A78A3A3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0" creationId="{3B580C25-4815-413D-968D-71996D75836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1" creationId="{9F18590E-ED48-4206-B829-46FB6CB98B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4" creationId="{0DB23D63-DD70-44FF-A790-2BE198204E3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5" creationId="{5F015413-6766-4E57-9ADB-27DFAC10D06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7" creationId="{19CC77A6-6E1C-4F8B-89F6-C2F548D3396F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1:14:29.066" v="1302" actId="20577"/>
          <ac:spMkLst>
            <pc:docMk/>
            <pc:sldMk cId="2892898324" sldId="330"/>
            <ac:spMk id="29" creationId="{F03B629E-348D-4450-8ED8-F595BA048C88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0" creationId="{C05059BB-A12A-483C-B528-649D3F49A36C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1" creationId="{4DEF32E2-291C-4D35-97F0-AF3334E27C08}"/>
          </ac:spMkLst>
        </pc:spChg>
        <pc:picChg chg="add del">
          <ac:chgData name="Di Mattia Alessandro Edoardo Giorgio David" userId="f8954a66-e5ad-4a1c-9536-1d2117047f5f" providerId="ADAL" clId="{CFBF690A-D719-48D2-92B8-B5819DB24AC8}" dt="2021-08-09T11:04:02.376" v="1188"/>
          <ac:picMkLst>
            <pc:docMk/>
            <pc:sldMk cId="2892898324" sldId="330"/>
            <ac:picMk id="3" creationId="{31BDA1D8-0112-41CA-B0A3-E60A72E41ED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1:04:30.310" v="1194" actId="1076"/>
          <ac:picMkLst>
            <pc:docMk/>
            <pc:sldMk cId="2892898324" sldId="330"/>
            <ac:picMk id="28" creationId="{72E4D6E6-D737-4175-BAEA-F6B55F2062DE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4" creationId="{03A9EC22-0B42-4BBA-AE61-2871EFD887D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5" creationId="{9B49AB2B-1C8D-4B58-9499-C51E454B10C4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6" creationId="{EB1973C9-5192-4E82-8DD9-3C75FB77D5D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7" creationId="{74987818-4BCD-4BF9-9E63-89AC25200B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6" creationId="{D653E655-D1FE-4DA9-A1D1-0D3935939F4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7" creationId="{DF630E6E-1E01-49D6-820D-9AD55D37F952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2" creationId="{DAA2EDCB-CAEB-4470-92E9-44CF17DB2AB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3" creationId="{26248D7F-5C05-4014-B09B-60D7F69EA140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6" creationId="{3746B332-18D5-4F4E-A0A8-5FD1058D89C2}"/>
          </ac:cxnSpMkLst>
        </pc:cxn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08:40.114" v="1827" actId="20577"/>
        <pc:sldMkLst>
          <pc:docMk/>
          <pc:sldMk cId="3188304425" sldId="331"/>
        </pc:sldMkLst>
        <pc:spChg chg="add del mod">
          <ac:chgData name="Di Mattia Alessandro Edoardo Giorgio David" userId="f8954a66-e5ad-4a1c-9536-1d2117047f5f" providerId="ADAL" clId="{CFBF690A-D719-48D2-92B8-B5819DB24AC8}" dt="2021-08-09T14:30:43.977" v="1397" actId="478"/>
          <ac:spMkLst>
            <pc:docMk/>
            <pc:sldMk cId="3188304425" sldId="331"/>
            <ac:spMk id="2" creationId="{CDEFFC8B-D382-4556-8CC2-B7D53C9AA4E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27:39.535" v="1343"/>
          <ac:spMkLst>
            <pc:docMk/>
            <pc:sldMk cId="3188304425" sldId="331"/>
            <ac:spMk id="3" creationId="{92112D97-C846-4A99-8D71-F81FAE59572B}"/>
          </ac:spMkLst>
        </pc:spChg>
        <pc:spChg chg="add mod ord">
          <ac:chgData name="Di Mattia Alessandro Edoardo Giorgio David" userId="f8954a66-e5ad-4a1c-9536-1d2117047f5f" providerId="ADAL" clId="{CFBF690A-D719-48D2-92B8-B5819DB24AC8}" dt="2021-08-09T14:31:01.756" v="1399" actId="1076"/>
          <ac:spMkLst>
            <pc:docMk/>
            <pc:sldMk cId="3188304425" sldId="331"/>
            <ac:spMk id="4" creationId="{F2303436-C45C-4B2E-B14E-30FF81694386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8:40.114" v="1827" actId="20577"/>
          <ac:spMkLst>
            <pc:docMk/>
            <pc:sldMk cId="3188304425" sldId="331"/>
            <ac:spMk id="5" creationId="{03C674BE-6751-4189-8E9B-74929348ABB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30:57.701" v="1398" actId="700"/>
          <ac:spMkLst>
            <pc:docMk/>
            <pc:sldMk cId="3188304425" sldId="331"/>
            <ac:spMk id="8" creationId="{18D2EAB0-1281-4C92-8167-0873964CB047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31:05.582" v="1401" actId="14100"/>
          <ac:picMkLst>
            <pc:docMk/>
            <pc:sldMk cId="3188304425" sldId="331"/>
            <ac:picMk id="6" creationId="{B8065D7D-9B8F-4D8E-ACE2-63DB2C740530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4:42:50.648" v="1490" actId="1076"/>
        <pc:sldMkLst>
          <pc:docMk/>
          <pc:sldMk cId="3922909339" sldId="332"/>
        </pc:sldMkLst>
        <pc:spChg chg="mod">
          <ac:chgData name="Di Mattia Alessandro Edoardo Giorgio David" userId="f8954a66-e5ad-4a1c-9536-1d2117047f5f" providerId="ADAL" clId="{CFBF690A-D719-48D2-92B8-B5819DB24AC8}" dt="2021-08-09T14:31:17.227" v="1404" actId="20577"/>
          <ac:spMkLst>
            <pc:docMk/>
            <pc:sldMk cId="3922909339" sldId="332"/>
            <ac:spMk id="2" creationId="{C88B502F-7BAF-4520-B5DE-BA944E962A37}"/>
          </ac:spMkLst>
        </pc:spChg>
        <pc:spChg chg="del">
          <ac:chgData name="Di Mattia Alessandro Edoardo Giorgio David" userId="f8954a66-e5ad-4a1c-9536-1d2117047f5f" providerId="ADAL" clId="{CFBF690A-D719-48D2-92B8-B5819DB24AC8}" dt="2021-08-09T14:38:02.899" v="1431"/>
          <ac:spMkLst>
            <pc:docMk/>
            <pc:sldMk cId="3922909339" sldId="332"/>
            <ac:spMk id="3" creationId="{AF2E8C1F-EE6E-4D85-9549-AD3488D74A8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39:19.405" v="1476" actId="20577"/>
          <ac:spMkLst>
            <pc:docMk/>
            <pc:sldMk cId="3922909339" sldId="332"/>
            <ac:spMk id="4" creationId="{06517CCA-98F8-454B-B0DE-A108925C30A1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1:36.558" v="1482" actId="21"/>
          <ac:picMkLst>
            <pc:docMk/>
            <pc:sldMk cId="3922909339" sldId="332"/>
            <ac:picMk id="5" creationId="{72C56154-7785-4249-A305-FB450B6A6A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50.648" v="1490" actId="1076"/>
          <ac:picMkLst>
            <pc:docMk/>
            <pc:sldMk cId="3922909339" sldId="332"/>
            <ac:picMk id="6" creationId="{DBA80245-BC9D-4BD0-B7C2-DBC234FA13C4}"/>
          </ac:picMkLst>
        </pc:picChg>
      </pc:sldChg>
      <pc:sldChg chg="addSp modSp new mod modClrScheme chgLayout">
        <pc:chgData name="Di Mattia Alessandro Edoardo Giorgio David" userId="f8954a66-e5ad-4a1c-9536-1d2117047f5f" providerId="ADAL" clId="{CFBF690A-D719-48D2-92B8-B5819DB24AC8}" dt="2021-08-09T15:06:58.774" v="1826" actId="20577"/>
        <pc:sldMkLst>
          <pc:docMk/>
          <pc:sldMk cId="1049072842" sldId="333"/>
        </pc:sldMkLst>
        <pc:spChg chg="add mod">
          <ac:chgData name="Di Mattia Alessandro Edoardo Giorgio David" userId="f8954a66-e5ad-4a1c-9536-1d2117047f5f" providerId="ADAL" clId="{CFBF690A-D719-48D2-92B8-B5819DB24AC8}" dt="2021-08-09T14:32:36.658" v="1428" actId="122"/>
          <ac:spMkLst>
            <pc:docMk/>
            <pc:sldMk cId="1049072842" sldId="333"/>
            <ac:spMk id="2" creationId="{61FC6002-6461-40FF-B287-11F3E4FEAAD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6:58.774" v="1826" actId="20577"/>
          <ac:spMkLst>
            <pc:docMk/>
            <pc:sldMk cId="1049072842" sldId="333"/>
            <ac:spMk id="3" creationId="{D17F2EA0-EA8D-4305-8C87-36045BBC7A40}"/>
          </ac:spMkLst>
        </pc:sp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21:10.123" v="1841" actId="20577"/>
        <pc:sldMkLst>
          <pc:docMk/>
          <pc:sldMk cId="2210811804" sldId="334"/>
        </pc:sldMkLst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2" creationId="{6FEE1349-2CA4-4854-82C1-44EF09D1E21D}"/>
          </ac:spMkLst>
        </pc:spChg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3" creationId="{B7DADE0C-CD18-409F-9D36-5DF9FE8C3AF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21:10.123" v="1841" actId="20577"/>
          <ac:spMkLst>
            <pc:docMk/>
            <pc:sldMk cId="2210811804" sldId="334"/>
            <ac:spMk id="6" creationId="{41EA1939-30E4-4F33-BE35-58FD4DBC937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2:23.100" v="1486" actId="478"/>
          <ac:picMkLst>
            <pc:docMk/>
            <pc:sldMk cId="2210811804" sldId="334"/>
            <ac:picMk id="4" creationId="{24605447-37D4-404E-99ED-902EE2D8B9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37.777" v="1488" actId="14100"/>
          <ac:picMkLst>
            <pc:docMk/>
            <pc:sldMk cId="2210811804" sldId="334"/>
            <ac:picMk id="5" creationId="{C8173CEE-5733-4F06-8846-1F044EF62DF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4:50:54.091" v="1624" actId="1076"/>
        <pc:sldMkLst>
          <pc:docMk/>
          <pc:sldMk cId="2200792181" sldId="335"/>
        </pc:sldMkLst>
        <pc:spChg chg="add mod">
          <ac:chgData name="Di Mattia Alessandro Edoardo Giorgio David" userId="f8954a66-e5ad-4a1c-9536-1d2117047f5f" providerId="ADAL" clId="{CFBF690A-D719-48D2-92B8-B5819DB24AC8}" dt="2021-08-09T14:45:44.476" v="1512" actId="122"/>
          <ac:spMkLst>
            <pc:docMk/>
            <pc:sldMk cId="2200792181" sldId="335"/>
            <ac:spMk id="2" creationId="{FCF4069D-6886-4790-A116-B041AE894394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46:39.728" v="1591" actId="122"/>
          <ac:spMkLst>
            <pc:docMk/>
            <pc:sldMk cId="2200792181" sldId="335"/>
            <ac:spMk id="3" creationId="{8E0B66F6-F8B9-4217-BA84-5C4E0E4FE3BC}"/>
          </ac:spMkLst>
        </pc:spChg>
        <pc:graphicFrameChg chg="add del mod">
          <ac:chgData name="Di Mattia Alessandro Edoardo Giorgio David" userId="f8954a66-e5ad-4a1c-9536-1d2117047f5f" providerId="ADAL" clId="{CFBF690A-D719-48D2-92B8-B5819DB24AC8}" dt="2021-08-09T14:50:48.455" v="1622" actId="478"/>
          <ac:graphicFrameMkLst>
            <pc:docMk/>
            <pc:sldMk cId="2200792181" sldId="335"/>
            <ac:graphicFrameMk id="6" creationId="{0AE95D00-6FA0-4537-B372-65E8ED0A9AC1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4:47:32.848" v="1594" actId="478"/>
          <ac:picMkLst>
            <pc:docMk/>
            <pc:sldMk cId="2200792181" sldId="335"/>
            <ac:picMk id="4" creationId="{53E05C4C-75C2-4F37-AE43-AB70D00D60B9}"/>
          </ac:picMkLst>
        </pc:picChg>
        <pc:picChg chg="add del mod">
          <ac:chgData name="Di Mattia Alessandro Edoardo Giorgio David" userId="f8954a66-e5ad-4a1c-9536-1d2117047f5f" providerId="ADAL" clId="{CFBF690A-D719-48D2-92B8-B5819DB24AC8}" dt="2021-08-09T14:48:12.834" v="1605" actId="478"/>
          <ac:picMkLst>
            <pc:docMk/>
            <pc:sldMk cId="2200792181" sldId="335"/>
            <ac:picMk id="5" creationId="{AAD7F8D2-7C98-4B9F-82C9-F335F2AD6D5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50:54.091" v="1624" actId="1076"/>
          <ac:picMkLst>
            <pc:docMk/>
            <pc:sldMk cId="2200792181" sldId="335"/>
            <ac:picMk id="7" creationId="{3189569D-242A-473A-9A94-6E5144F443C6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14:08.515" v="1840" actId="20577"/>
        <pc:sldMkLst>
          <pc:docMk/>
          <pc:sldMk cId="2223886345" sldId="336"/>
        </pc:sldMkLst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2" creationId="{8CDA5BD7-348D-4E9A-A336-7B5060530500}"/>
          </ac:spMkLst>
        </pc:spChg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3" creationId="{94508F87-AA89-40C9-8509-F268A3C82A2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8" creationId="{5FF703F0-EB1C-4FFD-8951-0113FC7F1B0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9" creationId="{225F9005-786E-4857-9FE1-1FEC06D2D6A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0" creationId="{4B61D133-C592-4931-AC7C-9F2AA338288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1" creationId="{03F80E16-953A-4201-ACAD-C8C26051041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2" creationId="{FE947521-229B-40D8-9B89-45E44326531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3" creationId="{076256BD-0358-43A2-901D-B155235DCA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4" creationId="{ACB2BECF-A34B-4987-B049-C2C37FE64F5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5" creationId="{2A1DC70E-79A8-45E9-B2BA-149F605A600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8" creationId="{15FC0AD6-12AC-4970-9712-4EB6ACFDBFB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9" creationId="{CDC0AC11-B839-410A-8D79-9F035CA1D2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0" creationId="{196B9437-658A-4659-BBB6-B4A497AA06D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3" creationId="{A2644825-FA9E-453B-BF19-4B8D07E4534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4" creationId="{6E1FFEE6-0187-41FF-AE34-CEAE210D7F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5" creationId="{920D2067-A783-4E4E-9FF7-FB271043AC8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7" creationId="{777EF625-B53E-429A-BDA0-7F41661D232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9" creationId="{6D906C3B-A46F-4500-910A-CD28C96FDC7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31" creationId="{B7CA1F7E-FC41-44A5-90E9-F09EAA9E5A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6" creationId="{604EFD12-9F33-4BC0-9572-4D50FE266E8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7" creationId="{43CEEA71-91D6-4A9F-96B8-C53D69404D0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8" creationId="{E5B9B17A-167C-4C0B-B85D-4C2BC6408AC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9" creationId="{49C71CEF-75F6-402F-9D15-67190837180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0" creationId="{9CDC1496-E3A8-43C4-8272-CD52FB4A5F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1" creationId="{C98B0ABB-4032-4AB0-984A-B125EDE819D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2" creationId="{32C41F58-2E2B-469F-8638-CAAC876B58ED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3" creationId="{291D4AC3-9E9D-4F16-867F-64184D4DE8D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6" creationId="{453C5643-A61B-4E89-8EF0-BDAF28856B2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7" creationId="{0C7F490F-88DC-44D1-8035-EBD5C2A1E36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8" creationId="{2172E6FD-ADCE-4FF9-AADA-1D1297BCAC7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1" creationId="{3F18B746-E115-40AA-BA2E-0DDAA61C239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2" creationId="{FDA1651F-C7C9-40FB-BBE9-98C7D4B605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3" creationId="{73CB2228-6D00-4D03-9B29-6DC6B7F96F4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5" creationId="{BE1EB5B1-738F-4239-8A84-B9B04394BD8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7" creationId="{7AED626B-97F1-43E5-A445-59B175E1522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9" creationId="{437CF595-ACF0-4BD2-80B1-8B5855F4A5C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14:08.515" v="1840" actId="20577"/>
          <ac:spMkLst>
            <pc:docMk/>
            <pc:sldMk cId="2223886345" sldId="336"/>
            <ac:spMk id="61" creationId="{58A6B7EB-1412-40A2-821F-8F47923E2B39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48:10.430" v="1604" actId="1076"/>
          <ac:picMkLst>
            <pc:docMk/>
            <pc:sldMk cId="2223886345" sldId="336"/>
            <ac:picMk id="60" creationId="{2590DDC6-8B95-4B75-8711-8A2E65160AA8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4" creationId="{BC484C7D-75A2-4ABE-A739-0C23D4AE049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5" creationId="{6B2E5369-D18A-4DF8-BC51-68923888350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6" creationId="{05FEBAFD-17DF-4BF3-BD5F-0D83A2A336E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7" creationId="{376F227D-A81C-4408-BF91-603AD8D90AE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6" creationId="{706D481C-C88C-451F-9603-C6844D64446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7" creationId="{7F085B11-4192-4971-9B4A-1DE921B3EE2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1" creationId="{3C19582E-008F-4868-935A-BA97171821C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2" creationId="{2433AA6C-8B96-4A69-A243-5D4A48BD138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6" creationId="{CAEC6E02-BB37-47FE-9A68-08BD2FD0C4D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8" creationId="{8463F2B2-6C9B-4F68-B982-05D65A08856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30" creationId="{C8154AE7-1365-4E27-94C0-2EC5322E841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2" creationId="{CA0DAAD7-573C-4B03-BB18-6053A94887E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3" creationId="{DA32C806-A58C-49A2-971F-32C07B3CA4C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4" creationId="{C0063E2F-35BA-4031-893B-972A4D55572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5" creationId="{871AD2F4-EA57-4B83-B727-A2D41B5D172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4" creationId="{31C1F4D0-7EDD-4865-86C7-CA727B567D5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5" creationId="{C7EBAB87-F838-4CEE-80D1-C10A63F33CB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9" creationId="{635E5550-4519-4203-AA35-0A850BD524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0" creationId="{A095B073-9050-4EB3-A76C-A5F0D6A6CB9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4" creationId="{BC9A19AE-D379-4AB1-88EF-7CB8197322DC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6" creationId="{817E96AF-6E57-450F-91FD-05ACEEAE37A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8" creationId="{9796C8FA-4681-4C87-A057-F2A1B61B3DAB}"/>
          </ac:cxnSpMkLst>
        </pc:cxn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5:32:30.204" v="1895" actId="20577"/>
        <pc:sldMkLst>
          <pc:docMk/>
          <pc:sldMk cId="2386622032" sldId="337"/>
        </pc:sldMkLst>
        <pc:spChg chg="add mod">
          <ac:chgData name="Di Mattia Alessandro Edoardo Giorgio David" userId="f8954a66-e5ad-4a1c-9536-1d2117047f5f" providerId="ADAL" clId="{CFBF690A-D719-48D2-92B8-B5819DB24AC8}" dt="2021-08-09T15:32:30.204" v="1895" actId="20577"/>
          <ac:spMkLst>
            <pc:docMk/>
            <pc:sldMk cId="2386622032" sldId="337"/>
            <ac:spMk id="2" creationId="{4955EB03-85E3-48BD-8D11-98871C2CDE2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22.293" v="1853"/>
          <ac:spMkLst>
            <pc:docMk/>
            <pc:sldMk cId="2386622032" sldId="337"/>
            <ac:spMk id="3" creationId="{FE07B3C5-277D-4534-989E-90ED4C47E69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32:20.672" v="1882" actId="20577"/>
          <ac:spMkLst>
            <pc:docMk/>
            <pc:sldMk cId="2386622032" sldId="337"/>
            <ac:spMk id="4" creationId="{5C20FEFB-367B-47CF-9F2F-2780ADC071F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37.834" v="1857"/>
          <ac:spMkLst>
            <pc:docMk/>
            <pc:sldMk cId="2386622032" sldId="337"/>
            <ac:spMk id="5" creationId="{B684725E-159F-4B29-A899-2F15DEBA6CC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5:32:02.161" v="1860" actId="478"/>
          <ac:picMkLst>
            <pc:docMk/>
            <pc:sldMk cId="2386622032" sldId="337"/>
            <ac:picMk id="7" creationId="{DD149F64-9B26-400A-8535-BFB846A828F6}"/>
          </ac:picMkLst>
        </pc:picChg>
      </pc:sldChg>
      <pc:sldChg chg="modSp new mod modNotesTx">
        <pc:chgData name="Di Mattia Alessandro Edoardo Giorgio David" userId="f8954a66-e5ad-4a1c-9536-1d2117047f5f" providerId="ADAL" clId="{CFBF690A-D719-48D2-92B8-B5819DB24AC8}" dt="2021-08-09T15:35:06.200" v="1903"/>
        <pc:sldMkLst>
          <pc:docMk/>
          <pc:sldMk cId="863600783" sldId="338"/>
        </pc:sldMkLst>
        <pc:spChg chg="mod">
          <ac:chgData name="Di Mattia Alessandro Edoardo Giorgio David" userId="f8954a66-e5ad-4a1c-9536-1d2117047f5f" providerId="ADAL" clId="{CFBF690A-D719-48D2-92B8-B5819DB24AC8}" dt="2021-08-09T15:34:20.370" v="1901" actId="20577"/>
          <ac:spMkLst>
            <pc:docMk/>
            <pc:sldMk cId="863600783" sldId="338"/>
            <ac:spMk id="2" creationId="{9A7E9ECD-A824-405F-93D7-214E7E8CED7B}"/>
          </ac:spMkLst>
        </pc:spChg>
        <pc:spChg chg="mod">
          <ac:chgData name="Di Mattia Alessandro Edoardo Giorgio David" userId="f8954a66-e5ad-4a1c-9536-1d2117047f5f" providerId="ADAL" clId="{CFBF690A-D719-48D2-92B8-B5819DB24AC8}" dt="2021-08-09T15:34:39.134" v="1902"/>
          <ac:spMkLst>
            <pc:docMk/>
            <pc:sldMk cId="863600783" sldId="338"/>
            <ac:spMk id="3" creationId="{7EEDFC4A-3855-4AB5-8115-C4399C82CF5B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44.291" v="1952" actId="20577"/>
        <pc:sldMkLst>
          <pc:docMk/>
          <pc:sldMk cId="3760396929" sldId="339"/>
        </pc:sldMkLst>
        <pc:spChg chg="mod">
          <ac:chgData name="Di Mattia Alessandro Edoardo Giorgio David" userId="f8954a66-e5ad-4a1c-9536-1d2117047f5f" providerId="ADAL" clId="{CFBF690A-D719-48D2-92B8-B5819DB24AC8}" dt="2021-08-09T15:53:44.291" v="1952" actId="20577"/>
          <ac:spMkLst>
            <pc:docMk/>
            <pc:sldMk cId="3760396929" sldId="339"/>
            <ac:spMk id="2" creationId="{49AEAE09-0BED-4CAC-8212-5B93D7A70FDE}"/>
          </ac:spMkLst>
        </pc:spChg>
        <pc:spChg chg="mod">
          <ac:chgData name="Di Mattia Alessandro Edoardo Giorgio David" userId="f8954a66-e5ad-4a1c-9536-1d2117047f5f" providerId="ADAL" clId="{CFBF690A-D719-48D2-92B8-B5819DB24AC8}" dt="2021-08-09T15:50:25.508" v="1918"/>
          <ac:spMkLst>
            <pc:docMk/>
            <pc:sldMk cId="3760396929" sldId="339"/>
            <ac:spMk id="3" creationId="{1D30359C-CBBF-48E2-90A8-845B2C301D3C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36.979" v="1949" actId="20577"/>
        <pc:sldMkLst>
          <pc:docMk/>
          <pc:sldMk cId="4043709138" sldId="340"/>
        </pc:sldMkLst>
        <pc:spChg chg="mod">
          <ac:chgData name="Di Mattia Alessandro Edoardo Giorgio David" userId="f8954a66-e5ad-4a1c-9536-1d2117047f5f" providerId="ADAL" clId="{CFBF690A-D719-48D2-92B8-B5819DB24AC8}" dt="2021-08-09T15:53:36.979" v="1949" actId="20577"/>
          <ac:spMkLst>
            <pc:docMk/>
            <pc:sldMk cId="4043709138" sldId="340"/>
            <ac:spMk id="2" creationId="{88FDEB9A-7D04-42C6-8A80-9906B92F3B49}"/>
          </ac:spMkLst>
        </pc:spChg>
        <pc:spChg chg="mod">
          <ac:chgData name="Di Mattia Alessandro Edoardo Giorgio David" userId="f8954a66-e5ad-4a1c-9536-1d2117047f5f" providerId="ADAL" clId="{CFBF690A-D719-48D2-92B8-B5819DB24AC8}" dt="2021-08-09T15:53:27.145" v="1938" actId="5793"/>
          <ac:spMkLst>
            <pc:docMk/>
            <pc:sldMk cId="4043709138" sldId="340"/>
            <ac:spMk id="3" creationId="{8DC0EF51-28F2-45F6-BD96-33F38C1708AE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9807B3-B547-48C7-B658-74575A1DC2AB}" type="doc">
      <dgm:prSet loTypeId="urn:microsoft.com/office/officeart/2005/8/layout/chart3" loCatId="cycle" qsTypeId="urn:microsoft.com/office/officeart/2005/8/quickstyle/simple1#1" qsCatId="simple" csTypeId="urn:microsoft.com/office/officeart/2005/8/colors/accent1_2#1" csCatId="accent1" phldr="1"/>
      <dgm:spPr/>
    </dgm:pt>
    <dgm:pt modelId="{8E4B6490-6063-4D3B-AE08-15C6A72F6F59}">
      <dgm:prSet phldrT="[Text]"/>
      <dgm:spPr/>
      <dgm:t>
        <a:bodyPr/>
        <a:lstStyle/>
        <a:p>
          <a:r>
            <a:rPr lang="it-IT" dirty="0"/>
            <a:t>Variable Costs (VC)</a:t>
          </a:r>
          <a:endParaRPr lang="en-US" dirty="0"/>
        </a:p>
      </dgm:t>
    </dgm:pt>
    <dgm:pt modelId="{99AB6A5C-25B8-40F2-B5B7-FB7590E9CE22}" type="parTrans" cxnId="{7704C470-5CF3-43C3-9ABC-7B25197DB8D6}">
      <dgm:prSet/>
      <dgm:spPr/>
      <dgm:t>
        <a:bodyPr/>
        <a:lstStyle/>
        <a:p>
          <a:endParaRPr lang="en-US"/>
        </a:p>
      </dgm:t>
    </dgm:pt>
    <dgm:pt modelId="{2A3DF1F5-881F-49A7-851B-BA7980343B26}" type="sibTrans" cxnId="{7704C470-5CF3-43C3-9ABC-7B25197DB8D6}">
      <dgm:prSet/>
      <dgm:spPr/>
      <dgm:t>
        <a:bodyPr/>
        <a:lstStyle/>
        <a:p>
          <a:endParaRPr lang="en-US"/>
        </a:p>
      </dgm:t>
    </dgm:pt>
    <dgm:pt modelId="{71978841-299D-4DB8-ACA9-D07429437B4D}">
      <dgm:prSet phldrT="[Text]"/>
      <dgm:spPr/>
      <dgm:t>
        <a:bodyPr/>
        <a:lstStyle/>
        <a:p>
          <a:r>
            <a:rPr lang="it-IT" dirty="0"/>
            <a:t>Fixed Costs (FC)</a:t>
          </a:r>
          <a:endParaRPr lang="en-US" dirty="0"/>
        </a:p>
      </dgm:t>
    </dgm:pt>
    <dgm:pt modelId="{810A614D-8568-4CD3-BF3B-A39165E6CE38}" type="parTrans" cxnId="{5342F988-79B8-475C-91B5-168AFF1321DE}">
      <dgm:prSet/>
      <dgm:spPr/>
      <dgm:t>
        <a:bodyPr/>
        <a:lstStyle/>
        <a:p>
          <a:endParaRPr lang="en-US"/>
        </a:p>
      </dgm:t>
    </dgm:pt>
    <dgm:pt modelId="{BC22C38C-F3D2-4685-84C1-F2C9149B623B}" type="sibTrans" cxnId="{5342F988-79B8-475C-91B5-168AFF1321DE}">
      <dgm:prSet/>
      <dgm:spPr/>
      <dgm:t>
        <a:bodyPr/>
        <a:lstStyle/>
        <a:p>
          <a:endParaRPr lang="en-US"/>
        </a:p>
      </dgm:t>
    </dgm:pt>
    <dgm:pt modelId="{3A202734-4A56-4AB1-A1BB-041BC74296D1}" type="pres">
      <dgm:prSet presAssocID="{749807B3-B547-48C7-B658-74575A1DC2AB}" presName="compositeShape" presStyleCnt="0">
        <dgm:presLayoutVars>
          <dgm:chMax val="7"/>
          <dgm:dir/>
          <dgm:resizeHandles val="exact"/>
        </dgm:presLayoutVars>
      </dgm:prSet>
      <dgm:spPr/>
    </dgm:pt>
    <dgm:pt modelId="{5A0CB0D7-9C0E-45BA-90EF-C3FAC5D20D10}" type="pres">
      <dgm:prSet presAssocID="{749807B3-B547-48C7-B658-74575A1DC2AB}" presName="wedge1" presStyleLbl="node1" presStyleIdx="0" presStyleCnt="2" custLinFactNeighborX="53248" custLinFactNeighborY="5129"/>
      <dgm:spPr/>
    </dgm:pt>
    <dgm:pt modelId="{F6B3BA11-0D2D-478A-A479-E6FB3338BCC1}" type="pres">
      <dgm:prSet presAssocID="{749807B3-B547-48C7-B658-74575A1DC2AB}" presName="wedge1Tx" presStyleLbl="node1" presStyleIdx="0" presStyleCnt="2">
        <dgm:presLayoutVars>
          <dgm:chMax val="0"/>
          <dgm:chPref val="0"/>
          <dgm:bulletEnabled val="1"/>
        </dgm:presLayoutVars>
      </dgm:prSet>
      <dgm:spPr/>
    </dgm:pt>
    <dgm:pt modelId="{DE50637B-2250-42D6-A4A0-3D0F52EEEF88}" type="pres">
      <dgm:prSet presAssocID="{749807B3-B547-48C7-B658-74575A1DC2AB}" presName="wedge2" presStyleLbl="node1" presStyleIdx="1" presStyleCnt="2" custLinFactNeighborX="55185" custLinFactNeighborY="5129"/>
      <dgm:spPr/>
    </dgm:pt>
    <dgm:pt modelId="{57388116-127A-4FAF-8C17-66780C666EC1}" type="pres">
      <dgm:prSet presAssocID="{749807B3-B547-48C7-B658-74575A1DC2AB}" presName="wedge2Tx" presStyleLbl="node1" presStyleIdx="1" presStyleCnt="2">
        <dgm:presLayoutVars>
          <dgm:chMax val="0"/>
          <dgm:chPref val="0"/>
          <dgm:bulletEnabled val="1"/>
        </dgm:presLayoutVars>
      </dgm:prSet>
      <dgm:spPr/>
    </dgm:pt>
  </dgm:ptLst>
  <dgm:cxnLst>
    <dgm:cxn modelId="{2E61B832-184C-4B85-9E83-AD9A92AC3F07}" type="presOf" srcId="{71978841-299D-4DB8-ACA9-D07429437B4D}" destId="{57388116-127A-4FAF-8C17-66780C666EC1}" srcOrd="1" destOrd="0" presId="urn:microsoft.com/office/officeart/2005/8/layout/chart3"/>
    <dgm:cxn modelId="{B44E286C-E14F-47BF-A7EB-F29B138405AA}" type="presOf" srcId="{8E4B6490-6063-4D3B-AE08-15C6A72F6F59}" destId="{5A0CB0D7-9C0E-45BA-90EF-C3FAC5D20D10}" srcOrd="0" destOrd="0" presId="urn:microsoft.com/office/officeart/2005/8/layout/chart3"/>
    <dgm:cxn modelId="{7704C470-5CF3-43C3-9ABC-7B25197DB8D6}" srcId="{749807B3-B547-48C7-B658-74575A1DC2AB}" destId="{8E4B6490-6063-4D3B-AE08-15C6A72F6F59}" srcOrd="0" destOrd="0" parTransId="{99AB6A5C-25B8-40F2-B5B7-FB7590E9CE22}" sibTransId="{2A3DF1F5-881F-49A7-851B-BA7980343B26}"/>
    <dgm:cxn modelId="{5342F988-79B8-475C-91B5-168AFF1321DE}" srcId="{749807B3-B547-48C7-B658-74575A1DC2AB}" destId="{71978841-299D-4DB8-ACA9-D07429437B4D}" srcOrd="1" destOrd="0" parTransId="{810A614D-8568-4CD3-BF3B-A39165E6CE38}" sibTransId="{BC22C38C-F3D2-4685-84C1-F2C9149B623B}"/>
    <dgm:cxn modelId="{148208CF-1692-49A1-8AE5-5EAC1995F447}" type="presOf" srcId="{71978841-299D-4DB8-ACA9-D07429437B4D}" destId="{DE50637B-2250-42D6-A4A0-3D0F52EEEF88}" srcOrd="0" destOrd="0" presId="urn:microsoft.com/office/officeart/2005/8/layout/chart3"/>
    <dgm:cxn modelId="{80FB6ACF-6120-4DF1-84F4-64F0738F214F}" type="presOf" srcId="{749807B3-B547-48C7-B658-74575A1DC2AB}" destId="{3A202734-4A56-4AB1-A1BB-041BC74296D1}" srcOrd="0" destOrd="0" presId="urn:microsoft.com/office/officeart/2005/8/layout/chart3"/>
    <dgm:cxn modelId="{13619DF6-12C1-4742-B260-18F2883EDDB8}" type="presOf" srcId="{8E4B6490-6063-4D3B-AE08-15C6A72F6F59}" destId="{F6B3BA11-0D2D-478A-A479-E6FB3338BCC1}" srcOrd="1" destOrd="0" presId="urn:microsoft.com/office/officeart/2005/8/layout/chart3"/>
    <dgm:cxn modelId="{6634E3D1-9EFB-48D7-80A6-09B6A85B6A0D}" type="presParOf" srcId="{3A202734-4A56-4AB1-A1BB-041BC74296D1}" destId="{5A0CB0D7-9C0E-45BA-90EF-C3FAC5D20D10}" srcOrd="0" destOrd="0" presId="urn:microsoft.com/office/officeart/2005/8/layout/chart3"/>
    <dgm:cxn modelId="{45646633-6E82-43D6-9F33-3D38AD9ED184}" type="presParOf" srcId="{3A202734-4A56-4AB1-A1BB-041BC74296D1}" destId="{F6B3BA11-0D2D-478A-A479-E6FB3338BCC1}" srcOrd="1" destOrd="0" presId="urn:microsoft.com/office/officeart/2005/8/layout/chart3"/>
    <dgm:cxn modelId="{5FFE586F-FFCF-4506-9CA1-40F807D150CC}" type="presParOf" srcId="{3A202734-4A56-4AB1-A1BB-041BC74296D1}" destId="{DE50637B-2250-42D6-A4A0-3D0F52EEEF88}" srcOrd="2" destOrd="0" presId="urn:microsoft.com/office/officeart/2005/8/layout/chart3"/>
    <dgm:cxn modelId="{F19A204F-9A49-4949-A611-F87D1F98D95F}" type="presParOf" srcId="{3A202734-4A56-4AB1-A1BB-041BC74296D1}" destId="{57388116-127A-4FAF-8C17-66780C666EC1}" srcOrd="3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0CB0D7-9C0E-45BA-90EF-C3FAC5D20D10}">
      <dsp:nvSpPr>
        <dsp:cNvPr id="0" name=""/>
        <dsp:cNvSpPr/>
      </dsp:nvSpPr>
      <dsp:spPr>
        <a:xfrm>
          <a:off x="3199518" y="500211"/>
          <a:ext cx="3413760" cy="3413760"/>
        </a:xfrm>
        <a:prstGeom prst="pie">
          <a:avLst>
            <a:gd name="adj1" fmla="val 16200000"/>
            <a:gd name="adj2" fmla="val 54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600" kern="1200" dirty="0"/>
            <a:t>Variable Costs (VC)</a:t>
          </a:r>
          <a:endParaRPr lang="en-US" sz="2600" kern="1200" dirty="0"/>
        </a:p>
      </dsp:txBody>
      <dsp:txXfrm>
        <a:off x="4906398" y="1008211"/>
        <a:ext cx="1198880" cy="2397760"/>
      </dsp:txXfrm>
    </dsp:sp>
    <dsp:sp modelId="{DE50637B-2250-42D6-A4A0-3D0F52EEEF88}">
      <dsp:nvSpPr>
        <dsp:cNvPr id="0" name=""/>
        <dsp:cNvSpPr/>
      </dsp:nvSpPr>
      <dsp:spPr>
        <a:xfrm>
          <a:off x="3184363" y="500211"/>
          <a:ext cx="3413760" cy="3413760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600" kern="1200" dirty="0"/>
            <a:t>Fixed Costs (FC)</a:t>
          </a:r>
          <a:endParaRPr lang="en-US" sz="2600" kern="1200" dirty="0"/>
        </a:p>
      </dsp:txBody>
      <dsp:txXfrm>
        <a:off x="3672043" y="1008211"/>
        <a:ext cx="1198880" cy="23977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>
            <a:extLst>
              <a:ext uri="{FF2B5EF4-FFF2-40B4-BE49-F238E27FC236}">
                <a16:creationId xmlns:a16="http://schemas.microsoft.com/office/drawing/2014/main" id="{AF77F2E4-9D97-4FC3-AFDE-ED3FA11200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0AA25600-84AB-4F94-B5CB-A476CB8FC6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A781A-1859-4C85-BF75-12C8100C455E}" type="datetimeFigureOut">
              <a:rPr lang="nb-NO" smtClean="0"/>
              <a:t>06.09.2026</a:t>
            </a:fld>
            <a:endParaRPr lang="nb-NO" dirty="0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FA93902-B21B-4A6E-859D-90790E6FAC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B7800144-E8A4-43A6-AAD7-1921F2CC0D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98403-76B7-4BFA-AF44-FE0FA5E8362E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53385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447-825E-F44A-AE66-BBD0FC2F1FF6}" type="datetimeFigureOut">
              <a:rPr lang="nb-NO" smtClean="0"/>
              <a:t>06.09.2026</a:t>
            </a:fld>
            <a:endParaRPr lang="nb-NO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E51CF-144B-7241-A1FB-D978B63A9AA3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097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E51CF-144B-7241-A1FB-D978B63A9AA3}" type="slidenum">
              <a:rPr lang="nb-NO" smtClean="0"/>
              <a:t>5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002314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technology improves — e.g. better machinery, faster software, improved logistics — the same K and L combination produces </a:t>
            </a:r>
            <a:r>
              <a:rPr lang="en-US" sz="936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output than before (efficiency goes up), or equivalently you need </a:t>
            </a:r>
            <a:r>
              <a:rPr lang="en-US" sz="936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 and L to produce the same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E51CF-144B-7241-A1FB-D978B63A9AA3}" type="slidenum">
              <a:rPr lang="nb-NO" smtClean="0"/>
              <a:t>7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171226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Labor (L)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human work applied to production: hours worked, number of workers, their effort/skill. In the short run, a firm can adjust this relatively easily (hire, fire, add overtime shifts).</a:t>
            </a:r>
          </a:p>
          <a:p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(K)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physical/durable inputs used to produce output: machinery, equipment, buildings, tools. This is treated as </a:t>
            </a:r>
            <a:r>
              <a:rPr lang="en-US" sz="936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the short run because it typically takes time to build a new plant or buy new machines — you can't scale it up or down overnight.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E51CF-144B-7241-A1FB-D978B63A9AA3}" type="slidenum">
              <a:rPr lang="nb-NO" smtClean="0"/>
              <a:t>8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104917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firm produces at output 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q*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where the price line (P = MR) crosses 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that's the profit-maximizing quantity (the MR = MC rule from slide 52, applied here).</a:t>
            </a:r>
          </a:p>
          <a:p>
            <a:pPr lvl="0"/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that output: price is 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ATC is 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(point B, height C) — so 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&lt; ATC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firm is making a loss.</a:t>
            </a:r>
          </a:p>
          <a:p>
            <a:pPr lvl="0"/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pink rectangle (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C–D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width q*) is that loss: (ATC − P) × q* — the same "loss box" logic used for profit boxes elsewhere in the course, just below zero.</a:t>
            </a:r>
          </a:p>
          <a:p>
            <a:pPr lvl="0"/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price 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still </a:t>
            </a:r>
            <a:r>
              <a:rPr lang="en-US" sz="936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AVC (point E, height F) — so </a:t>
            </a:r>
            <a:r>
              <a:rPr lang="en-US" sz="936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&gt; AVC</a:t>
            </a:r>
            <a:r>
              <a:rPr lang="en-US" sz="936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E51CF-144B-7241-A1FB-D978B63A9AA3}" type="slidenum">
              <a:rPr lang="nb-NO" smtClean="0"/>
              <a:t>50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105311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85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4118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593889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519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1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030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3711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1086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37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0906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0"/>
            <a:ext cx="4629150" cy="447164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40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398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337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28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2879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00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8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05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8756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4685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7932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18619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2642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12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038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6695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75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7020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52849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09171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6909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249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06080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4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954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269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435072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12858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55104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D9C70E-8304-E34A-89DB-70A9D8CEAB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591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87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188BB-F162-1949-90AF-2F0207E36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6719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44106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C5FA70-7C6F-2F49-8925-6BF1B8A79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800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tif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4.tiff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70661-5897-294E-8E62-63F1988A13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43424" y="4545000"/>
            <a:ext cx="2100576" cy="1170000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9FD4B4-DFF1-934C-A28A-5210B685895E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4CB108-4A1C-4218-9FA9-7C3065D8017E}"/>
              </a:ext>
            </a:extLst>
          </p:cNvPr>
          <p:cNvSpPr txBox="1"/>
          <p:nvPr userDrawn="1"/>
        </p:nvSpPr>
        <p:spPr>
          <a:xfrm>
            <a:off x="4572000" y="5168900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8C48452-7A9B-4D5F-88FD-7FB0AA86F4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235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90" r:id="rId5"/>
    <p:sldLayoutId id="2147483691" r:id="rId6"/>
    <p:sldLayoutId id="2147483692" r:id="rId7"/>
    <p:sldLayoutId id="2147483693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39661-8C50-454D-B833-FE346B672CFE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F53048-47FA-4243-88AA-13DAFFB349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0972" y="4741664"/>
            <a:ext cx="2183027" cy="97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22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963A4-30EA-BA44-A3C1-3E0310FE12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6919" y="4509170"/>
            <a:ext cx="1977081" cy="1205829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D1645-1E9C-5B4B-9DFE-AB79493B122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244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C622C5-82B1-4746-AD46-30041CB9FD80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F0A790-7D3B-5240-8FBF-57EBDBFE5BA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17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809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9" r:id="rId2"/>
    <p:sldLayoutId id="2147483715" r:id="rId3"/>
    <p:sldLayoutId id="2147483727" r:id="rId4"/>
    <p:sldLayoutId id="2147483714" r:id="rId5"/>
    <p:sldLayoutId id="2147483728" r:id="rId6"/>
    <p:sldLayoutId id="2147483716" r:id="rId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TT Commons" panose="02000506040000020004" pitchFamily="2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ourworldindata.org/population-growth-and-famine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rbes.com/sites/christinasettimi/2020/09/14/the-worlds-highest-paid-soccer-players-2020-messi-wins-mbappe-rises/?sh=485152d1cff0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://www.econgraphs.org/graphs/micro/consumer_theory/preferences_and_utility/cobb_douglas_utility_3d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_-OWuxR0-V8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kf_UIGRTAs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83FD103-5EF1-48AB-8EC6-4C1921FB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2793" y="470143"/>
            <a:ext cx="6858000" cy="1483627"/>
          </a:xfrm>
        </p:spPr>
        <p:txBody>
          <a:bodyPr>
            <a:normAutofit/>
          </a:bodyPr>
          <a:lstStyle/>
          <a:p>
            <a:pPr algn="ctr"/>
            <a:r>
              <a:rPr kumimoji="0" lang="en-US" altLang="en-US" sz="45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Lecture</a:t>
            </a:r>
            <a: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 #4</a:t>
            </a:r>
            <a:b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</a:br>
            <a: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Producer Theory</a:t>
            </a:r>
            <a:endParaRPr lang="en-GB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36D34FB-1F7C-40AB-BF82-E481F6CD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2445" y="2050574"/>
            <a:ext cx="2212383" cy="345936"/>
          </a:xfrm>
        </p:spPr>
        <p:txBody>
          <a:bodyPr/>
          <a:lstStyle/>
          <a:p>
            <a:r>
              <a:rPr lang="nb-NO" dirty="0"/>
              <a:t>Alessandro Di Mattia</a:t>
            </a:r>
          </a:p>
          <a:p>
            <a:endParaRPr lang="nb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24E2-7FCE-4595-9068-53A69F6EE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7384" y="2761276"/>
            <a:ext cx="1042506" cy="124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0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8261-40C6-42E6-9CCD-6E15A340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062A-E431-4830-8792-8C3AA0B0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800" dirty="0"/>
              <a:t>Production Technology</a:t>
            </a:r>
          </a:p>
          <a:p>
            <a:pPr lvl="1"/>
            <a:r>
              <a:rPr lang="en-GB" sz="2800" dirty="0"/>
              <a:t>Describes how inputs can be transformed into outputs</a:t>
            </a:r>
          </a:p>
          <a:p>
            <a:pPr lvl="1"/>
            <a:r>
              <a:rPr lang="en-GB" sz="2800" dirty="0"/>
              <a:t>Inputs: land, labour, capital and raw materials</a:t>
            </a:r>
          </a:p>
          <a:p>
            <a:pPr lvl="1"/>
            <a:r>
              <a:rPr lang="en-GB" sz="2800" dirty="0"/>
              <a:t>Outputs: cars, desks, books, etc.</a:t>
            </a:r>
          </a:p>
          <a:p>
            <a:r>
              <a:rPr lang="en-US" altLang="en-US" sz="2800" dirty="0"/>
              <a:t>Firms can produce different amounts of outputs using different combinations of inputs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22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8261-40C6-42E6-9CCD-6E15A340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062A-E431-4830-8792-8C3AA0B0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/>
            <a:r>
              <a:rPr lang="en-US" altLang="en-US" sz="2800" dirty="0"/>
              <a:t>Cost Constraints</a:t>
            </a:r>
          </a:p>
          <a:p>
            <a:pPr lvl="1"/>
            <a:r>
              <a:rPr lang="en-US" altLang="en-US" sz="2800" dirty="0"/>
              <a:t>Firms must consider prices of labor, capital and other inputs</a:t>
            </a:r>
          </a:p>
          <a:p>
            <a:pPr lvl="1"/>
            <a:r>
              <a:rPr lang="en-US" altLang="en-US" sz="2800" dirty="0"/>
              <a:t>Firms want to minimize total production costs partly determined by input prices</a:t>
            </a:r>
          </a:p>
          <a:p>
            <a:pPr marL="0" indent="0">
              <a:buNone/>
            </a:pPr>
            <a:r>
              <a:rPr lang="en-US" altLang="en-US" sz="2800" dirty="0"/>
              <a:t>As consumers maximize utility, firms must be concerned about minimizing the costs of production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6561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8261-40C6-42E6-9CCD-6E15A340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062A-E431-4830-8792-8C3AA0B0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85750"/>
            <a:r>
              <a:rPr lang="en-GB" altLang="en-US" sz="2400" dirty="0"/>
              <a:t>Input Choices</a:t>
            </a:r>
          </a:p>
          <a:p>
            <a:pPr marL="628650" lvl="1"/>
            <a:r>
              <a:rPr lang="en-GB" altLang="en-US" sz="2400" dirty="0"/>
              <a:t>Given input prices and production technology, the firm must choose how much of each input to use in producing output</a:t>
            </a:r>
          </a:p>
          <a:p>
            <a:pPr marL="628650" lvl="1"/>
            <a:r>
              <a:rPr lang="en-GB" altLang="en-US" sz="2400" dirty="0"/>
              <a:t>Given prices of different inputs, the firm may choose different combinations of inputs to minimize costs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If labour is cheap, firm may choose to produce the same product using more labour and less capital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0804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E148-23FB-4970-884F-75AA15333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2AD80-86AD-4C0B-8BB2-DF45089F6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Market supply:</a:t>
            </a:r>
          </a:p>
          <a:p>
            <a:pPr lvl="1"/>
            <a:r>
              <a:rPr lang="en-US" dirty="0"/>
              <a:t>The aggregation of all individual firms' supply curves in a market.</a:t>
            </a:r>
            <a:endParaRPr lang="en-GB" sz="2200" dirty="0"/>
          </a:p>
          <a:p>
            <a:r>
              <a:rPr lang="en-US" sz="2400" b="1" dirty="0"/>
              <a:t>Short run</a:t>
            </a:r>
            <a:r>
              <a:rPr lang="en-US" sz="2400" dirty="0"/>
              <a:t> supply tends to be </a:t>
            </a:r>
            <a:r>
              <a:rPr lang="en-US" sz="2400" b="1" dirty="0"/>
              <a:t>less elastic</a:t>
            </a:r>
            <a:r>
              <a:rPr lang="en-US" sz="2400" dirty="0"/>
              <a:t> (inelastic) </a:t>
            </a:r>
          </a:p>
          <a:p>
            <a:pPr lvl="1"/>
            <a:r>
              <a:rPr lang="en-US" dirty="0"/>
              <a:t> Firms are stuck with existing capacity and can only change </a:t>
            </a:r>
            <a:r>
              <a:rPr lang="en-US" dirty="0" err="1"/>
              <a:t>labour</a:t>
            </a:r>
            <a:r>
              <a:rPr lang="en-US" dirty="0"/>
              <a:t>/overtime/materials at the margin.</a:t>
            </a:r>
          </a:p>
          <a:p>
            <a:r>
              <a:rPr lang="en-US" sz="2400" b="1" dirty="0"/>
              <a:t>Long run</a:t>
            </a:r>
            <a:r>
              <a:rPr lang="en-US" sz="2400" dirty="0"/>
              <a:t> supply tends to be </a:t>
            </a:r>
            <a:r>
              <a:rPr lang="en-US" sz="2400" b="1" dirty="0"/>
              <a:t>more elastic</a:t>
            </a:r>
            <a:r>
              <a:rPr lang="en-US" sz="2400" dirty="0"/>
              <a:t> </a:t>
            </a:r>
          </a:p>
          <a:p>
            <a:pPr lvl="1"/>
            <a:r>
              <a:rPr lang="en-US" dirty="0"/>
              <a:t>firms can build new plants, enter the market, or adopt new technology, so output responds much more to price changes.</a:t>
            </a:r>
          </a:p>
          <a:p>
            <a:pPr lvl="1"/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746722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64F0A-C956-4FF9-9CEF-8828D3BF4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The Technology of Production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0C796-771F-4F4F-BD64-A5F8042C9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800" b="1" dirty="0"/>
              <a:t>Production Function</a:t>
            </a:r>
            <a:r>
              <a:rPr lang="en-US" altLang="en-US" sz="2800" dirty="0"/>
              <a:t>:</a:t>
            </a:r>
          </a:p>
          <a:p>
            <a:pPr lvl="1" eaLnBrk="1" hangingPunct="1"/>
            <a:r>
              <a:rPr lang="en-US" altLang="en-US" sz="2800" dirty="0"/>
              <a:t>Indicates the highest output (Q) that a firm can produce for every specified combination of inputs</a:t>
            </a:r>
          </a:p>
          <a:p>
            <a:pPr lvl="1" eaLnBrk="1" hangingPunct="1"/>
            <a:r>
              <a:rPr lang="en-US" altLang="en-US" sz="2800" dirty="0"/>
              <a:t>For simplicity, we will consider only labor (L) and capital (K) </a:t>
            </a:r>
          </a:p>
          <a:p>
            <a:pPr lvl="1" eaLnBrk="1" hangingPunct="1"/>
            <a:r>
              <a:rPr lang="en-US" altLang="en-US" sz="2800" dirty="0"/>
              <a:t>Shows what is technically feasible when the firm operates efficiently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07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64F0A-C956-4FF9-9CEF-8828D3BF4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The Technology of Production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0C796-771F-4F4F-BD64-A5F8042C9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sz="2000" dirty="0"/>
              <a:t>The production function for two inputs:</a:t>
            </a:r>
          </a:p>
          <a:p>
            <a:pPr marL="0" indent="0">
              <a:buNone/>
            </a:pPr>
            <a:r>
              <a:rPr lang="en-US" altLang="en-US" sz="2000" dirty="0"/>
              <a:t>						Q = F(K,L)</a:t>
            </a:r>
          </a:p>
          <a:p>
            <a:r>
              <a:rPr lang="en-US" altLang="en-US" sz="2000" dirty="0"/>
              <a:t>Output (Q) is a function of capital (K) and labor (L)</a:t>
            </a:r>
          </a:p>
          <a:p>
            <a:r>
              <a:rPr lang="en-US" altLang="en-US" sz="2000" dirty="0"/>
              <a:t>The technology available in a particular industry or economy allows firms to use labor and capital more or less efficiently</a:t>
            </a:r>
          </a:p>
          <a:p>
            <a:pPr lvl="1"/>
            <a:r>
              <a:rPr lang="en-US" altLang="en-US" sz="2000" dirty="0"/>
              <a:t>Technology alters the combination of input required in the process</a:t>
            </a:r>
          </a:p>
          <a:p>
            <a:pPr lvl="1"/>
            <a:r>
              <a:rPr lang="en-US" altLang="en-US" sz="2000" dirty="0"/>
              <a:t>For this reason, we will consider the production function for a given technology</a:t>
            </a:r>
          </a:p>
          <a:p>
            <a:pPr marL="0" indent="0">
              <a:buNone/>
            </a:pPr>
            <a:r>
              <a:rPr lang="en-US" altLang="en-US" sz="2000" dirty="0"/>
              <a:t>						Q = A*F(L,K)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745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4B2AC-724E-4310-ABA4-45F34D1DB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23F1E-20E5-4102-B6A7-04F181C40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800" dirty="0"/>
              <a:t>We will begin by considering the case when only one input can be varied (the short run)</a:t>
            </a:r>
          </a:p>
          <a:p>
            <a:pPr eaLnBrk="1" hangingPunct="1"/>
            <a:r>
              <a:rPr lang="en-US" altLang="en-US" sz="2800" dirty="0"/>
              <a:t>Assume </a:t>
            </a:r>
            <a:r>
              <a:rPr lang="en-US" altLang="en-US" sz="2800" dirty="0">
                <a:solidFill>
                  <a:srgbClr val="00B050"/>
                </a:solidFill>
              </a:rPr>
              <a:t>capital is fixed </a:t>
            </a:r>
            <a:r>
              <a:rPr lang="en-US" altLang="en-US" sz="2800" dirty="0"/>
              <a:t>(can be changed in the long run) and </a:t>
            </a:r>
            <a:r>
              <a:rPr lang="en-US" altLang="en-US" sz="2800" dirty="0">
                <a:solidFill>
                  <a:srgbClr val="00B0F0"/>
                </a:solidFill>
              </a:rPr>
              <a:t>labor is variable </a:t>
            </a:r>
            <a:r>
              <a:rPr lang="en-US" altLang="en-US" sz="2800" dirty="0"/>
              <a:t>(can be changed in the short run)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841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893D25-5C6C-41F5-B226-50D51955D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591" y="240842"/>
            <a:ext cx="6114818" cy="48467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77459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5949A-A5F1-402C-A5BC-9451C240E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98DF3-E07F-41C3-AE3D-3553CFA94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Observations:</a:t>
            </a:r>
          </a:p>
          <a:p>
            <a:pPr lvl="1"/>
            <a:r>
              <a:rPr lang="en-US" sz="2400" dirty="0"/>
              <a:t>When labor is zero, output is zero as well</a:t>
            </a:r>
          </a:p>
          <a:p>
            <a:pPr lvl="1"/>
            <a:r>
              <a:rPr lang="en-US" sz="2400" dirty="0"/>
              <a:t>With additional workers, output (Q) increases up to 8 units of labor</a:t>
            </a:r>
          </a:p>
          <a:p>
            <a:pPr lvl="1"/>
            <a:r>
              <a:rPr lang="en-US" sz="2400" dirty="0"/>
              <a:t>Beyond this point, output declines</a:t>
            </a:r>
          </a:p>
          <a:p>
            <a:pPr lvl="1"/>
            <a:r>
              <a:rPr lang="en-US" sz="2400" dirty="0"/>
              <a:t>Increasing labor can make better use of existing capital initially</a:t>
            </a:r>
          </a:p>
          <a:p>
            <a:pPr lvl="1"/>
            <a:r>
              <a:rPr lang="en-US" sz="2400" dirty="0"/>
              <a:t>After a point, more labor is not useful and can be counterproductive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017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4C748AAC-A9B2-4721-B877-FBEF2ADD9B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6689741"/>
              </p:ext>
            </p:extLst>
          </p:nvPr>
        </p:nvGraphicFramePr>
        <p:xfrm>
          <a:off x="1247078" y="965734"/>
          <a:ext cx="6649844" cy="37835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8839966" imgH="5029636" progId="Excel.Chart.8">
                  <p:embed/>
                </p:oleObj>
              </mc:Choice>
              <mc:Fallback>
                <p:oleObj r:id="rId2" imgW="8839966" imgH="5029636" progId="Excel.Chart.8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4C748AAC-A9B2-4721-B877-FBEF2ADD9BC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7078" y="965734"/>
                        <a:ext cx="6649844" cy="37835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942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A99B6-7F27-4B51-B07F-BBF07C22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E679B-111F-42A4-B459-693A45590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Two important measures:</a:t>
            </a:r>
          </a:p>
          <a:p>
            <a:pPr lvl="1"/>
            <a:r>
              <a:rPr lang="en-US" sz="2800" dirty="0"/>
              <a:t>Marginal product of labor (MPL)</a:t>
            </a:r>
          </a:p>
          <a:p>
            <a:pPr lvl="2"/>
            <a:r>
              <a:rPr lang="en-US" sz="2800" dirty="0"/>
              <a:t>Additional output that is generated by an additional input unit (labor) </a:t>
            </a:r>
          </a:p>
          <a:p>
            <a:pPr lvl="1"/>
            <a:r>
              <a:rPr lang="en-US" sz="2800" dirty="0"/>
              <a:t>Average product of labor (APL)</a:t>
            </a:r>
          </a:p>
          <a:p>
            <a:pPr lvl="2"/>
            <a:r>
              <a:rPr lang="en-US" sz="2800" dirty="0"/>
              <a:t>Measures the average productivity over a range of an input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340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3D06-2AB5-4B2A-86E4-99BC6A84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27645-0773-4A46-B2BB-80E82FE72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Average product of labor </a:t>
            </a:r>
          </a:p>
          <a:p>
            <a:pPr lvl="1"/>
            <a:r>
              <a:rPr lang="en-US" sz="2400" dirty="0"/>
              <a:t>Output per unit of a particular input</a:t>
            </a:r>
          </a:p>
          <a:p>
            <a:r>
              <a:rPr lang="en-US" sz="2400" dirty="0"/>
              <a:t>Measures the productivity of a firm’s labor in terms of how much, on average, each worker can produce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DAC425-D4D8-47C4-934C-767A69AD8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870" y="3010981"/>
            <a:ext cx="5077968" cy="127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114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3D06-2AB5-4B2A-86E4-99BC6A84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27645-0773-4A46-B2BB-80E82FE72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Marginal product of labor </a:t>
            </a:r>
          </a:p>
          <a:p>
            <a:pPr lvl="1"/>
            <a:r>
              <a:rPr lang="en-US" sz="2000" dirty="0"/>
              <a:t>Additional output produced when labor increases by one unit</a:t>
            </a:r>
          </a:p>
          <a:p>
            <a:pPr lvl="1"/>
            <a:r>
              <a:rPr lang="en-US" sz="2000" dirty="0"/>
              <a:t>Measures the productivity of an additional unit of a firm’s labor in terms of how much each additional unit will produce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2619F1-2EF3-4D29-BEA0-824A510C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652" y="2857500"/>
            <a:ext cx="5103876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90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4631B-7CBE-4B38-B9E6-0BD97BFE0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308" y="217266"/>
            <a:ext cx="7487647" cy="473743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35358B06-1DE5-45DE-912A-765465560813}"/>
              </a:ext>
            </a:extLst>
          </p:cNvPr>
          <p:cNvSpPr/>
          <p:nvPr/>
        </p:nvSpPr>
        <p:spPr>
          <a:xfrm>
            <a:off x="7560527" y="2185639"/>
            <a:ext cx="282497" cy="275063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677616-D2C0-4E60-8A4C-14DCF135BB79}"/>
              </a:ext>
            </a:extLst>
          </p:cNvPr>
          <p:cNvSpPr/>
          <p:nvPr/>
        </p:nvSpPr>
        <p:spPr>
          <a:xfrm>
            <a:off x="7560527" y="3888058"/>
            <a:ext cx="282497" cy="275063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41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3991-4B66-4F2F-BD1E-7FEED8CFF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Production: One Variable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6D78F-1918-4503-AF56-191C2B39D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We can see graphically:</a:t>
            </a:r>
          </a:p>
          <a:p>
            <a:pPr lvl="1"/>
            <a:r>
              <a:rPr lang="en-US" sz="2400" dirty="0"/>
              <a:t>How output varies with changes in labor</a:t>
            </a:r>
          </a:p>
          <a:p>
            <a:pPr lvl="2"/>
            <a:r>
              <a:rPr lang="en-US" sz="2400" dirty="0"/>
              <a:t>Output is maximized at 112 units</a:t>
            </a:r>
          </a:p>
          <a:p>
            <a:r>
              <a:rPr lang="en-US" sz="2400" dirty="0"/>
              <a:t>Average and marginal products</a:t>
            </a:r>
          </a:p>
          <a:p>
            <a:pPr lvl="1"/>
            <a:r>
              <a:rPr lang="en-US" sz="2400" dirty="0"/>
              <a:t>Marginal product is positive if total output is increasing</a:t>
            </a:r>
          </a:p>
          <a:p>
            <a:pPr lvl="1"/>
            <a:r>
              <a:rPr lang="en-US" sz="2400" dirty="0"/>
              <a:t>Marginal product crosses average product when average product is at its maximum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30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p_chart_slid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556" y="167640"/>
            <a:ext cx="6830888" cy="46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41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02728-82E4-431F-A781-BA0C9656C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pic>
        <p:nvPicPr>
          <p:cNvPr id="3" name="Picture 2" descr="ap_mp_chart_slid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539" y="1425575"/>
            <a:ext cx="6160921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128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7D5E9-C61B-4112-BCB0-BE99D99CD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A0D9A-573E-464B-9A1E-E1F4D9E4A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The law of diminishing marginal returns</a:t>
            </a:r>
            <a:r>
              <a:rPr lang="en-US" dirty="0"/>
              <a:t>: as you keep adding more units of </a:t>
            </a:r>
            <a:r>
              <a:rPr lang="en-US" i="1" dirty="0"/>
              <a:t>one</a:t>
            </a:r>
            <a:r>
              <a:rPr lang="en-US" dirty="0"/>
              <a:t> variable input (here, labor) while holding all other inputs fixed (here, capital = 10 units), the </a:t>
            </a:r>
            <a:r>
              <a:rPr lang="en-US" i="1" dirty="0"/>
              <a:t>additional</a:t>
            </a:r>
            <a:r>
              <a:rPr lang="en-US" dirty="0"/>
              <a:t> output from each extra unit (the marginal product) eventually starts to fall. </a:t>
            </a:r>
          </a:p>
          <a:p>
            <a:pPr lvl="1"/>
            <a:r>
              <a:rPr lang="en-US"/>
              <a:t>Diminishing </a:t>
            </a:r>
            <a:r>
              <a:rPr lang="en-US" dirty="0"/>
              <a:t>marginal returns does </a:t>
            </a:r>
            <a:r>
              <a:rPr lang="en-US" i="1" dirty="0"/>
              <a:t>not</a:t>
            </a:r>
            <a:r>
              <a:rPr lang="en-US" dirty="0"/>
              <a:t> mean total output is falling — output is still rising, just at a decreasing rate — until marginal product hits zero (L=8 in the table), at which point total output peaks (Q=112) and would start to </a:t>
            </a:r>
            <a:r>
              <a:rPr lang="en-US" i="1" dirty="0"/>
              <a:t>decline</a:t>
            </a:r>
            <a:r>
              <a:rPr lang="en-US" dirty="0"/>
              <a:t> if you kept adding labor beyond that.</a:t>
            </a:r>
          </a:p>
        </p:txBody>
      </p:sp>
    </p:spTree>
    <p:extLst>
      <p:ext uri="{BB962C8B-B14F-4D97-AF65-F5344CB8AC3E}">
        <p14:creationId xmlns:p14="http://schemas.microsoft.com/office/powerpoint/2010/main" val="12049310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BB9B6-F717-4B8F-803B-677381F49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Law of Diminishing Marginal Returns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FEE07-299D-4294-8B97-0E6E4FA3A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1800" dirty="0"/>
              <a:t>When the use of labor input is small and capital is fixed, output increases considerably since workers can begin to specialize and MP of labor increases</a:t>
            </a:r>
          </a:p>
          <a:p>
            <a:pPr eaLnBrk="1" hangingPunct="1"/>
            <a:r>
              <a:rPr lang="en-US" altLang="en-US" sz="1800" dirty="0"/>
              <a:t>When the use of labor input is large, some workers become less efficient and MP of labor decreases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8818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D474-02C5-4D5E-BD0B-DB3CB7997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Causes of Diminishing Marginal Returns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45BE2-C87C-47BB-945E-5BF827D6B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5383"/>
            <a:ext cx="7578090" cy="2925637"/>
          </a:xfrm>
        </p:spPr>
        <p:txBody>
          <a:bodyPr>
            <a:noAutofit/>
          </a:bodyPr>
          <a:lstStyle/>
          <a:p>
            <a:pPr>
              <a:defRPr sz="1900"/>
            </a:pPr>
            <a:r>
              <a:t>Comes from pairing a fixed input with a variable one</a:t>
            </a:r>
          </a:p>
          <a:p>
            <a:pPr lvl="1">
              <a:defRPr sz="1700"/>
            </a:pPr>
            <a:r>
              <a:t>Fixed: capital (or a club's existing squad/system)</a:t>
            </a:r>
          </a:p>
          <a:p>
            <a:pPr lvl="1">
              <a:defRPr sz="1700"/>
            </a:pPr>
            <a:r>
              <a:t>Variable: labor (or players added to that setup)</a:t>
            </a:r>
          </a:p>
          <a:p>
            <a:pPr>
              <a:defRPr sz="1900"/>
            </a:pPr>
            <a:r>
              <a:t>Adding more labor to fixed capital lowers each extra unit's output</a:t>
            </a:r>
          </a:p>
          <a:p>
            <a:pPr lvl="1">
              <a:defRPr sz="1700"/>
            </a:pPr>
            <a:r>
              <a:t>Less capital per worker, more congestion and coordination costs</a:t>
            </a:r>
          </a:p>
          <a:p>
            <a:pPr lvl="1">
              <a:defRPr sz="1700"/>
            </a:pPr>
            <a:r>
              <a:t>Ex. A striker moving between RB Leipzig and Salzburg (same owner) joins an established system — may score fewer goals than expected at first</a:t>
            </a:r>
          </a:p>
          <a:p>
            <a:pPr>
              <a:defRPr sz="1900"/>
            </a:pPr>
            <a:r>
              <a:t>It's a short-run phenomenon</a:t>
            </a:r>
          </a:p>
          <a:p>
            <a:pPr lvl="1">
              <a:defRPr sz="1700"/>
            </a:pPr>
            <a:r>
              <a:t>Assumes capital is fixed — true only in the short run</a:t>
            </a:r>
          </a:p>
          <a:p>
            <a:pPr lvl="1">
              <a:defRPr sz="1700"/>
            </a:pPr>
            <a:r>
              <a:t>Long run: capital can expand too, so the constraint disappears</a:t>
            </a:r>
          </a:p>
        </p:txBody>
      </p:sp>
    </p:spTree>
    <p:extLst>
      <p:ext uri="{BB962C8B-B14F-4D97-AF65-F5344CB8AC3E}">
        <p14:creationId xmlns:p14="http://schemas.microsoft.com/office/powerpoint/2010/main" val="4088423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967D6-61AC-4D8E-BAC0-78D6FDB46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Law of Diminishing Marginal Returns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0A9BA-C130-46BC-963A-A94DA92A4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Easily confused with negative returns – decreases in output </a:t>
            </a:r>
          </a:p>
          <a:p>
            <a:r>
              <a:rPr lang="en-US" sz="2400" dirty="0"/>
              <a:t>Explains a declining marginal product, </a:t>
            </a:r>
            <a:r>
              <a:rPr lang="en-US" sz="2400" u="sng" dirty="0"/>
              <a:t>not necessarily a negative one </a:t>
            </a:r>
            <a:r>
              <a:rPr lang="en-US" sz="2400" dirty="0"/>
              <a:t>(</a:t>
            </a:r>
            <a:r>
              <a:rPr lang="nb-NO" sz="2400" dirty="0"/>
              <a:t>Haaland</a:t>
            </a:r>
            <a:r>
              <a:rPr lang="en-US" sz="2400" dirty="0"/>
              <a:t> did not start scoring own-goals)</a:t>
            </a:r>
          </a:p>
          <a:p>
            <a:pPr lvl="1"/>
            <a:r>
              <a:rPr lang="en-US" sz="2400" dirty="0"/>
              <a:t>Additional output can be declining while total output is increasing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9028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A1901-EE45-43B4-8014-45FAAF380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Law of Diminishing Marginal Returns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681A2-FD9C-4415-8AB5-86D70DCBE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Assumes a constant technology:</a:t>
            </a:r>
          </a:p>
          <a:p>
            <a:pPr lvl="1"/>
            <a:r>
              <a:rPr lang="en-US" sz="2400" dirty="0"/>
              <a:t>Changes in technology will cause shifts in the production possibilities curve</a:t>
            </a:r>
          </a:p>
          <a:p>
            <a:pPr lvl="1"/>
            <a:r>
              <a:rPr lang="en-US" sz="2400" dirty="0"/>
              <a:t>More output can be produced with the same inputs</a:t>
            </a:r>
          </a:p>
          <a:p>
            <a:pPr lvl="1"/>
            <a:r>
              <a:rPr lang="en-US" sz="2400" dirty="0"/>
              <a:t>Labor productivity can increase if there are improvements in technology, even though any given production process exhibits diminishing returns to labor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8206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670B4-A180-4FB7-85A5-E7B0ECB0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Technological Change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69CDDD2-5EF3-4A20-AD14-1254B15F02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0180" y="1425575"/>
            <a:ext cx="5463639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214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4555D-49EF-407C-B125-397A40A8D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Technological 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3714A-FF6E-4D0D-B6DC-D7BF65D71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Thomas Malthus predicted famine and poor living conditions </a:t>
            </a:r>
          </a:p>
          <a:p>
            <a:pPr lvl="1"/>
            <a:r>
              <a:rPr lang="en-US" sz="2000" dirty="0"/>
              <a:t>Population growth increases at increasing rate</a:t>
            </a:r>
          </a:p>
          <a:p>
            <a:pPr lvl="1"/>
            <a:r>
              <a:rPr lang="en-US" sz="2000" dirty="0"/>
              <a:t>Food production increases at decreasing rate</a:t>
            </a:r>
          </a:p>
          <a:p>
            <a:r>
              <a:rPr lang="en-US" sz="2000" dirty="0"/>
              <a:t>Where Malthus failed?</a:t>
            </a:r>
          </a:p>
          <a:p>
            <a:pPr lvl="1"/>
            <a:r>
              <a:rPr lang="en-US" sz="2000" dirty="0"/>
              <a:t>Technology (pesticides, machines, refrigeration, etc.)</a:t>
            </a:r>
          </a:p>
          <a:p>
            <a:pPr lvl="1"/>
            <a:r>
              <a:rPr lang="en-US" sz="2000" dirty="0">
                <a:solidFill>
                  <a:srgbClr val="E9A59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https://ourworldindata.org/population-growth-and-famines</a:t>
            </a:r>
            <a:endParaRPr lang="en-US" sz="2000" dirty="0">
              <a:solidFill>
                <a:srgbClr val="E9A592"/>
              </a:solidFill>
            </a:endParaRPr>
          </a:p>
          <a:p>
            <a:pPr lvl="1"/>
            <a:endParaRPr lang="en-US" dirty="0"/>
          </a:p>
          <a:p>
            <a:pPr marL="3429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14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E0C5F-4882-4993-A598-B19716F2B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Labor Productivity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B4534-CEF0-415F-BC3A-10376F214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Macroeconomists are particularly concerned with labor productivity</a:t>
            </a:r>
          </a:p>
          <a:p>
            <a:pPr lvl="1"/>
            <a:r>
              <a:rPr lang="en-US" sz="1800" dirty="0"/>
              <a:t>The average product of labor for an entire industry or the economy as a whole </a:t>
            </a:r>
          </a:p>
          <a:p>
            <a:pPr lvl="1"/>
            <a:r>
              <a:rPr lang="en-US" sz="1800" dirty="0"/>
              <a:t>Links macroeconomics and microeconomics</a:t>
            </a:r>
          </a:p>
          <a:p>
            <a:pPr lvl="1"/>
            <a:r>
              <a:rPr lang="en-US" sz="1800" dirty="0"/>
              <a:t>Can provide useful comparisons across time and across industries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CFD918-4173-4060-BAF8-8AAB78F5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574" y="2921861"/>
            <a:ext cx="3994404" cy="100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2194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01715-7E32-4E9D-9ED1-CA6C6CF03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Production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30180-4BB9-4AD7-AA64-E3AA96044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Total cost is the sum of fixed and variable costs</a:t>
            </a:r>
          </a:p>
          <a:p>
            <a:pPr lvl="1"/>
            <a:r>
              <a:rPr lang="en-US" sz="2400" dirty="0"/>
              <a:t>Variable costs change according to the quantity of goods and services produced</a:t>
            </a:r>
          </a:p>
          <a:p>
            <a:pPr lvl="1"/>
            <a:r>
              <a:rPr lang="en-US" sz="2400" dirty="0"/>
              <a:t>Fixed costs are independent of </a:t>
            </a:r>
            <a:r>
              <a:rPr lang="en-US" sz="2400"/>
              <a:t>the quantity </a:t>
            </a:r>
            <a:r>
              <a:rPr lang="en-US" sz="2400" dirty="0"/>
              <a:t>of goods or services produced</a:t>
            </a:r>
          </a:p>
          <a:p>
            <a:pPr lvl="2"/>
            <a:r>
              <a:rPr lang="en-US" sz="2400" dirty="0"/>
              <a:t>Ex. Salaries monthly rental fees (time related cost)</a:t>
            </a:r>
          </a:p>
          <a:p>
            <a:pPr lvl="2"/>
            <a:r>
              <a:rPr lang="en-US" sz="2400" dirty="0"/>
              <a:t>Only short term</a:t>
            </a:r>
          </a:p>
          <a:p>
            <a:pPr lvl="1"/>
            <a:r>
              <a:rPr lang="en-US" sz="2400" dirty="0"/>
              <a:t>Long run: all costs are variable.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353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B10D-7EBA-4478-9293-A150E1BA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Fixed Costs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8AFCA4-6258-413A-BDA6-EEC3E08336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35960" y="1187299"/>
            <a:ext cx="3077553" cy="356885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18283C-1B2F-47DF-B0E1-3CCD3129A438}"/>
              </a:ext>
            </a:extLst>
          </p:cNvPr>
          <p:cNvSpPr txBox="1"/>
          <p:nvPr/>
        </p:nvSpPr>
        <p:spPr>
          <a:xfrm>
            <a:off x="3622804" y="4823057"/>
            <a:ext cx="210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According</a:t>
            </a:r>
            <a:r>
              <a:rPr lang="nb-NO" dirty="0"/>
              <a:t> to </a:t>
            </a:r>
            <a:r>
              <a:rPr lang="nb-NO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Forbes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36361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4BAB-ACF7-463A-92C9-5B03594CC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Total Costs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7A3773-C138-40AA-8239-8A5AD6251E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408907"/>
            <a:ext cx="3205230" cy="3330575"/>
          </a:xfrm>
        </p:spPr>
      </p:pic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347C241F-E6FA-4E0C-A70D-4AAD0AA4D8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5212667"/>
              </p:ext>
            </p:extLst>
          </p:nvPr>
        </p:nvGraphicFramePr>
        <p:xfrm>
          <a:off x="1524000" y="8255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675650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998EA-557B-4A70-B566-5D4605B20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Measuring Cost Directly:</a:t>
            </a:r>
            <a:br>
              <a:rPr lang="en-US" altLang="en-US" dirty="0"/>
            </a:br>
            <a:r>
              <a:rPr lang="en-US" altLang="en-US" dirty="0"/>
              <a:t>Which Costs Matter?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F33AD-948A-483A-AF43-D1DC48A8A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en-US" altLang="en-US" sz="2800" dirty="0"/>
              <a:t>If we want to start from costs, we must clarify what is meant by </a:t>
            </a:r>
            <a:r>
              <a:rPr lang="en-US" altLang="en-US" sz="2800" i="1" u="sng" dirty="0"/>
              <a:t>costs</a:t>
            </a:r>
            <a:r>
              <a:rPr lang="en-US" altLang="en-US" sz="2800" dirty="0"/>
              <a:t> and how to measure them</a:t>
            </a:r>
          </a:p>
          <a:p>
            <a:pPr lvl="1" eaLnBrk="1" hangingPunct="1"/>
            <a:r>
              <a:rPr lang="en-US" altLang="en-US" sz="2800" dirty="0"/>
              <a:t>The real world is more complicated than just K  (capital) and L (labor) </a:t>
            </a:r>
          </a:p>
          <a:p>
            <a:pPr lvl="1" eaLnBrk="1" hangingPunct="1"/>
            <a:r>
              <a:rPr lang="en-US" altLang="en-US" sz="2800" dirty="0"/>
              <a:t>If a firm has to rent equipment or buildings, the rent they pay is a cost</a:t>
            </a:r>
          </a:p>
          <a:p>
            <a:pPr lvl="1" eaLnBrk="1" hangingPunct="1"/>
            <a:r>
              <a:rPr lang="en-US" altLang="en-US" sz="2800" dirty="0"/>
              <a:t>What if a firm owns its own equipment or building?</a:t>
            </a:r>
          </a:p>
          <a:p>
            <a:pPr marL="342900" lvl="1" indent="0" eaLnBrk="1" hangingPunct="1">
              <a:buNone/>
            </a:pPr>
            <a:endParaRPr lang="en-US" altLang="en-US" sz="2800" dirty="0"/>
          </a:p>
          <a:p>
            <a:pPr lvl="1"/>
            <a:r>
              <a:rPr lang="en-US" altLang="en-US" sz="3900" dirty="0"/>
              <a:t>How are costs calculated?</a:t>
            </a:r>
          </a:p>
          <a:p>
            <a:pPr lvl="1" eaLnBrk="1" hangingPunct="1"/>
            <a:endParaRPr lang="en-US" alt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948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85CDD-5FE8-408E-A170-65194B88C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Accounting cost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055C9-4EAC-4596-AE25-B43D88917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2600" dirty="0"/>
              <a:t>Everything a business/ firm has paid for </a:t>
            </a:r>
          </a:p>
          <a:p>
            <a:pPr lvl="2"/>
            <a:r>
              <a:rPr lang="en-US" altLang="en-US" sz="2400" dirty="0"/>
              <a:t> Rent</a:t>
            </a:r>
          </a:p>
          <a:p>
            <a:pPr lvl="2"/>
            <a:r>
              <a:rPr lang="en-US" altLang="en-US" sz="2400" dirty="0"/>
              <a:t>Utility expenses: electricity, water, waste disposal, heating etc.</a:t>
            </a:r>
          </a:p>
          <a:p>
            <a:pPr lvl="2"/>
            <a:r>
              <a:rPr lang="en-US" altLang="en-US" sz="2400" dirty="0"/>
              <a:t>Travel expenses</a:t>
            </a:r>
          </a:p>
          <a:p>
            <a:pPr lvl="2"/>
            <a:r>
              <a:rPr lang="en-US" altLang="en-US" sz="2400" dirty="0"/>
              <a:t>Payroll expenses</a:t>
            </a:r>
          </a:p>
          <a:p>
            <a:pPr lvl="2"/>
            <a:r>
              <a:rPr lang="en-US" altLang="en-US" sz="2400" dirty="0"/>
              <a:t>Food and entertainment expenses</a:t>
            </a:r>
          </a:p>
          <a:p>
            <a:r>
              <a:rPr lang="en-US" altLang="en-US" sz="2800" dirty="0"/>
              <a:t>Explicit costs directly associated with the business</a:t>
            </a:r>
          </a:p>
        </p:txBody>
      </p:sp>
    </p:spTree>
    <p:extLst>
      <p:ext uri="{BB962C8B-B14F-4D97-AF65-F5344CB8AC3E}">
        <p14:creationId xmlns:p14="http://schemas.microsoft.com/office/powerpoint/2010/main" val="24943581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930E-6A0D-4B2E-9201-EB4B5464F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Economic cost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68436-6FA4-48EC-96D3-EAD7274DA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Accounting costs plus opportunity costs (implicit)	</a:t>
            </a:r>
          </a:p>
          <a:p>
            <a:pPr lvl="1"/>
            <a:r>
              <a:rPr lang="it-IT" sz="2400" dirty="0"/>
              <a:t>« An income a company forgoes when it chooses to do or not to do something»</a:t>
            </a:r>
          </a:p>
          <a:p>
            <a:pPr lvl="1"/>
            <a:r>
              <a:rPr lang="it-IT" sz="2400" dirty="0"/>
              <a:t>Asset that I already have and I do not pay the rent on</a:t>
            </a:r>
          </a:p>
          <a:p>
            <a:pPr lvl="1"/>
            <a:r>
              <a:rPr lang="it-IT" sz="2400" dirty="0"/>
              <a:t>Ex. Attending university </a:t>
            </a:r>
          </a:p>
          <a:p>
            <a:pPr lvl="2"/>
            <a:r>
              <a:rPr lang="it-IT" sz="2200" dirty="0"/>
              <a:t>Accounting cost: tutition, books, kantine, SiMolde Bolig rent etc.</a:t>
            </a:r>
          </a:p>
          <a:p>
            <a:pPr lvl="2"/>
            <a:r>
              <a:rPr lang="it-IT" sz="2200" dirty="0"/>
              <a:t>Alternative: go straight to work and make money</a:t>
            </a:r>
          </a:p>
          <a:p>
            <a:pPr lvl="1"/>
            <a:r>
              <a:rPr lang="it-IT" sz="2400" dirty="0"/>
              <a:t>Partying hard </a:t>
            </a:r>
            <a:r>
              <a:rPr lang="it-IT" sz="2400" dirty="0">
                <a:sym typeface="Wingdings" panose="05000000000000000000" pitchFamily="2" charset="2"/>
              </a:rPr>
              <a:t> no sleeping  attending class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51364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F9F94-42B7-4B38-B830-78E6AB40D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Opportunity Cost</a:t>
            </a:r>
            <a:endParaRPr lang="en-US" dirty="0"/>
          </a:p>
        </p:txBody>
      </p:sp>
      <p:pic>
        <p:nvPicPr>
          <p:cNvPr id="1026" name="Picture 2" descr="What'S A Hangover Class? GIF - Hangover School Of Rock Jack Black GIFs">
            <a:extLst>
              <a:ext uri="{FF2B5EF4-FFF2-40B4-BE49-F238E27FC236}">
                <a16:creationId xmlns:a16="http://schemas.microsoft.com/office/drawing/2014/main" id="{13A6F768-C131-44E9-8659-D3607C7CD49D}"/>
              </a:ext>
            </a:extLst>
          </p:cNvPr>
          <p:cNvPicPr>
            <a:picLocks noGrp="1" noChangeAspect="1" noChangeArrowheads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9622" y="1559323"/>
            <a:ext cx="4624757" cy="2596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54390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9B042E-536F-4DC0-AC52-B1EEE6415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164" y="709211"/>
            <a:ext cx="5887673" cy="429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95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CDBEE-1595-4129-9416-313194D43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Sunk Cost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71C00-3342-46D0-97C8-F97D77897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Money that I have already spent and cannot be recovered</a:t>
            </a:r>
          </a:p>
          <a:p>
            <a:r>
              <a:rPr lang="it-IT" dirty="0"/>
              <a:t>Manufacturing firm</a:t>
            </a:r>
          </a:p>
          <a:p>
            <a:pPr lvl="1"/>
            <a:r>
              <a:rPr lang="it-IT" sz="1800" dirty="0"/>
              <a:t>Cost of machinery</a:t>
            </a:r>
          </a:p>
          <a:p>
            <a:pPr lvl="1"/>
            <a:r>
              <a:rPr lang="it-IT" sz="1800" dirty="0"/>
              <a:t>Equipment </a:t>
            </a:r>
          </a:p>
          <a:p>
            <a:r>
              <a:rPr lang="it-IT" dirty="0"/>
              <a:t>BE Economics</a:t>
            </a:r>
          </a:p>
          <a:p>
            <a:pPr lvl="1"/>
            <a:r>
              <a:rPr lang="it-IT" sz="1800" dirty="0"/>
              <a:t>I paid to go the Champions Final. I will attend it no matters what.</a:t>
            </a:r>
          </a:p>
          <a:p>
            <a:r>
              <a:rPr lang="it-IT" dirty="0"/>
              <a:t>No considered in firms' decisions</a:t>
            </a:r>
          </a:p>
          <a:p>
            <a:pPr lvl="1"/>
            <a:r>
              <a:rPr lang="it-IT" sz="1800" dirty="0"/>
              <a:t>We consider just relevant costs that still have to occur</a:t>
            </a:r>
          </a:p>
          <a:p>
            <a:pPr lvl="1"/>
            <a:r>
              <a:rPr lang="it-IT" sz="1800" dirty="0"/>
              <a:t>Cost-revenue decisions</a:t>
            </a:r>
          </a:p>
          <a:p>
            <a:pPr lvl="1"/>
            <a:r>
              <a:rPr lang="it-IT" sz="1800" dirty="0"/>
              <a:t>All sunk costs are fixed costs, not all fixed costs are sunk conts</a:t>
            </a:r>
          </a:p>
          <a:p>
            <a:pPr lvl="2"/>
            <a:r>
              <a:rPr lang="it-IT" sz="1800" dirty="0"/>
              <a:t>I can resell my match ticket ( I will incur in some losses anyway)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5738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30AAB-42FD-4AE6-BC7B-8FD9A9500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Average Total Cost (ATC)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CFB55-33F9-4723-BCB4-ABFADE908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/>
              <a:t>Total cost divided by the quantity of output</a:t>
            </a:r>
          </a:p>
          <a:p>
            <a:r>
              <a:rPr lang="it-IT" sz="2400" dirty="0"/>
              <a:t>U-Shape</a:t>
            </a:r>
          </a:p>
          <a:p>
            <a:pPr marL="685800" lvl="1" indent="-342900">
              <a:buFont typeface="+mj-lt"/>
              <a:buAutoNum type="arabicPeriod"/>
            </a:pPr>
            <a:r>
              <a:rPr lang="it-IT" sz="2400" dirty="0"/>
              <a:t>Total cost (TC) ≈ Fixed cost (FC), output (denominator) small</a:t>
            </a:r>
          </a:p>
          <a:p>
            <a:pPr marL="685800" lvl="1" indent="-342900">
              <a:buFont typeface="+mj-lt"/>
              <a:buAutoNum type="arabicPeriod"/>
            </a:pPr>
            <a:r>
              <a:rPr lang="it-IT" sz="2400" dirty="0"/>
              <a:t>ATC declines as FC are spread over an increasing quantity of output. TC grows relatively slower than output. </a:t>
            </a:r>
          </a:p>
          <a:p>
            <a:pPr marL="685800" lvl="1" indent="-342900">
              <a:buFont typeface="+mj-lt"/>
              <a:buAutoNum type="arabicPeriod"/>
            </a:pPr>
            <a:r>
              <a:rPr lang="it-IT" sz="2400" dirty="0"/>
              <a:t>Diminishing returns </a:t>
            </a:r>
            <a:r>
              <a:rPr lang="it-IT" sz="2400" dirty="0">
                <a:sym typeface="Wingdings" panose="05000000000000000000" pitchFamily="2" charset="2"/>
              </a:rPr>
              <a:t> TC rises </a:t>
            </a:r>
            <a:endParaRPr lang="it-IT" sz="2400" dirty="0"/>
          </a:p>
          <a:p>
            <a:pPr lvl="1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755677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A162C3-DF9D-494F-9389-46A3E7BBE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70" y="127464"/>
            <a:ext cx="8020913" cy="48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2486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E0F35-A011-43E7-BD49-298F5A0F1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Marginal Cost (MC) and Average Variable Cost (AVC)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F480F-639E-4F93-9DD5-7B09B9E64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Marginal cost (MC)</a:t>
            </a:r>
          </a:p>
          <a:p>
            <a:pPr lvl="1"/>
            <a:r>
              <a:rPr lang="it-IT" sz="2400" dirty="0"/>
              <a:t>It is calculated by taking the change in total cost between two levels of output and dividing by the change in output</a:t>
            </a:r>
          </a:p>
          <a:p>
            <a:pPr lvl="1"/>
            <a:r>
              <a:rPr lang="it-IT" sz="2400" dirty="0"/>
              <a:t>Fixed costs do not affect marginal cost</a:t>
            </a:r>
          </a:p>
          <a:p>
            <a:r>
              <a:rPr lang="it-IT" sz="2400" dirty="0"/>
              <a:t>Average Variable Cost (AVC)</a:t>
            </a:r>
          </a:p>
          <a:p>
            <a:pPr lvl="1"/>
            <a:r>
              <a:rPr lang="it-IT" sz="2400" dirty="0"/>
              <a:t>Variable cost for each unit produced.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088024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A4989D-2029-4FAE-8A54-C5FCF17BE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752" y="400274"/>
            <a:ext cx="4858497" cy="465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5208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44CDB-8AA2-475E-8FB4-8A7FF16FB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ATC, AVC, and MC relationship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F5D6-9A45-4191-80DC-A3EA35381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400" dirty="0"/>
              <a:t>When MC is below AVC, AVC is falling</a:t>
            </a:r>
          </a:p>
          <a:p>
            <a:pPr eaLnBrk="1" hangingPunct="1"/>
            <a:r>
              <a:rPr lang="en-US" altLang="en-US" sz="2400" dirty="0"/>
              <a:t>When MC is above AVC, AVC is rising</a:t>
            </a:r>
          </a:p>
          <a:p>
            <a:pPr marL="0" indent="0" eaLnBrk="1" hangingPunct="1">
              <a:buNone/>
            </a:pPr>
            <a:endParaRPr lang="en-US" altLang="en-US" sz="2400" dirty="0"/>
          </a:p>
          <a:p>
            <a:pPr eaLnBrk="1" hangingPunct="1"/>
            <a:r>
              <a:rPr lang="en-US" altLang="en-US" sz="2400" dirty="0"/>
              <a:t>When MC is below ATC, ATC is falling</a:t>
            </a:r>
          </a:p>
          <a:p>
            <a:pPr eaLnBrk="1" hangingPunct="1"/>
            <a:r>
              <a:rPr lang="en-US" altLang="en-US" sz="2400" dirty="0"/>
              <a:t>When MC is above ATC, ATC is rising</a:t>
            </a:r>
          </a:p>
          <a:p>
            <a:pPr eaLnBrk="1" hangingPunct="1"/>
            <a:endParaRPr lang="en-US" altLang="en-US" sz="2400" dirty="0"/>
          </a:p>
          <a:p>
            <a:pPr eaLnBrk="1" hangingPunct="1">
              <a:buFont typeface="Wingdings" panose="05000000000000000000" pitchFamily="2" charset="2"/>
              <a:buChar char="§"/>
            </a:pPr>
            <a:r>
              <a:rPr lang="en-US" altLang="en-US" sz="2400" dirty="0"/>
              <a:t>Therefore, MC crosses AVC and ATC at their minimums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4133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C0C6E-7475-43E9-BA3B-CBF7DDC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Why?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6B415-2D44-486C-94C6-6FB1572ED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We could explain it mathematically, but we won’t ( Lucky Guys 🍀)</a:t>
            </a:r>
          </a:p>
          <a:p>
            <a:r>
              <a:rPr lang="it-IT" dirty="0"/>
              <a:t>But we will provide an economic intuition:</a:t>
            </a:r>
          </a:p>
          <a:p>
            <a:pPr lvl="1"/>
            <a:r>
              <a:rPr lang="it-IT" sz="1800" dirty="0"/>
              <a:t>Point to the </a:t>
            </a:r>
            <a:r>
              <a:rPr lang="it-IT" sz="1800" u="sng" dirty="0"/>
              <a:t>left</a:t>
            </a:r>
            <a:r>
              <a:rPr lang="it-IT" sz="1800" dirty="0"/>
              <a:t> where MC crosses ATC (i.e., marginal cost of production is </a:t>
            </a:r>
            <a:r>
              <a:rPr lang="it-IT" sz="1800" u="sng" dirty="0"/>
              <a:t>below</a:t>
            </a:r>
            <a:r>
              <a:rPr lang="it-IT" sz="1800" dirty="0"/>
              <a:t> the average total cost of producing) </a:t>
            </a:r>
            <a:r>
              <a:rPr lang="it-IT" sz="1800" dirty="0">
                <a:sym typeface="Wingdings" panose="05000000000000000000" pitchFamily="2" charset="2"/>
              </a:rPr>
              <a:t> Producing one more additional unit will decrease average cost overall  ATC </a:t>
            </a:r>
            <a:r>
              <a:rPr lang="it-IT" sz="1800" u="sng" dirty="0">
                <a:sym typeface="Wingdings" panose="05000000000000000000" pitchFamily="2" charset="2"/>
              </a:rPr>
              <a:t>downward-sloping</a:t>
            </a:r>
          </a:p>
          <a:p>
            <a:pPr lvl="1"/>
            <a:r>
              <a:rPr lang="it-IT" sz="1800" dirty="0"/>
              <a:t>Point to the </a:t>
            </a:r>
            <a:r>
              <a:rPr lang="it-IT" sz="1800" u="sng" dirty="0"/>
              <a:t>right</a:t>
            </a:r>
            <a:r>
              <a:rPr lang="it-IT" sz="1800" dirty="0"/>
              <a:t> where MC crosses ATC (i.e., marginal cost of production is </a:t>
            </a:r>
            <a:r>
              <a:rPr lang="it-IT" sz="1800" u="sng" dirty="0"/>
              <a:t>above</a:t>
            </a:r>
            <a:r>
              <a:rPr lang="it-IT" sz="1800" dirty="0"/>
              <a:t> the average total cost of producing) </a:t>
            </a:r>
            <a:r>
              <a:rPr lang="it-IT" sz="1800" dirty="0">
                <a:sym typeface="Wingdings" panose="05000000000000000000" pitchFamily="2" charset="2"/>
              </a:rPr>
              <a:t> Producing one more additional unit will increase average cost overall  ATC </a:t>
            </a:r>
            <a:r>
              <a:rPr lang="it-IT" sz="1800" u="sng" dirty="0">
                <a:sym typeface="Wingdings" panose="05000000000000000000" pitchFamily="2" charset="2"/>
              </a:rPr>
              <a:t>upward-sloping</a:t>
            </a:r>
          </a:p>
          <a:p>
            <a:pPr lvl="1"/>
            <a:r>
              <a:rPr lang="it-IT" sz="1800" dirty="0">
                <a:sym typeface="Wingdings" panose="05000000000000000000" pitchFamily="2" charset="2"/>
              </a:rPr>
              <a:t>The point of transition, must necessarily occur at the minimum of the ATC curve</a:t>
            </a:r>
          </a:p>
          <a:p>
            <a:r>
              <a:rPr lang="it-IT" dirty="0">
                <a:sym typeface="Wingdings" panose="05000000000000000000" pitchFamily="2" charset="2"/>
              </a:rPr>
              <a:t>We can say the same for MC and AVC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2039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6F203-B47A-440C-BB90-8C421DF76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Law of diminishing returns (</a:t>
            </a:r>
            <a:r>
              <a:rPr lang="it-IT" i="1" dirty="0"/>
              <a:t>or increasing costs)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FF42C-5FD6-4CC8-9795-A2D6D0E52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 any production process, at one point adding one more production unit while keeping the other factors constant will cause the overall output to decrease</a:t>
            </a:r>
          </a:p>
          <a:p>
            <a:pPr lvl="1"/>
            <a:r>
              <a:rPr lang="en-US" sz="2400" dirty="0"/>
              <a:t>Costs of production increase rapidly</a:t>
            </a:r>
          </a:p>
          <a:p>
            <a:pPr lvl="1"/>
            <a:r>
              <a:rPr lang="en-US" sz="2400" dirty="0"/>
              <a:t>More inputs are needed to produce more output</a:t>
            </a:r>
          </a:p>
        </p:txBody>
      </p:sp>
    </p:spTree>
    <p:extLst>
      <p:ext uri="{BB962C8B-B14F-4D97-AF65-F5344CB8AC3E}">
        <p14:creationId xmlns:p14="http://schemas.microsoft.com/office/powerpoint/2010/main" val="27077993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0D38D-D9BD-47DF-A1BE-DE9F337C4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sz="3200" dirty="0"/>
              <a:t>Determinants of Short Run Costs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BEE257-C71A-42B8-85F7-989A066F18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eaLnBrk="1" hangingPunct="1"/>
                <a:r>
                  <a:rPr lang="en-US" altLang="en-US" sz="1800" dirty="0"/>
                  <a:t>Assume the wage rate (</a:t>
                </a:r>
                <a:r>
                  <a:rPr lang="en-US" altLang="en-US" sz="1800" i="1" dirty="0"/>
                  <a:t>w</a:t>
                </a:r>
                <a:r>
                  <a:rPr lang="en-US" altLang="en-US" sz="1800" dirty="0"/>
                  <a:t>) is fixed relative to the number of workers hired</a:t>
                </a:r>
              </a:p>
              <a:p>
                <a:pPr eaLnBrk="1" hangingPunct="1"/>
                <a:r>
                  <a:rPr lang="en-US" altLang="en-US" sz="1800" dirty="0"/>
                  <a:t>Capital is fixed in the short run, so it is a fixed cost</a:t>
                </a:r>
              </a:p>
              <a:p>
                <a:pPr eaLnBrk="1" hangingPunct="1"/>
                <a:r>
                  <a:rPr lang="en-US" altLang="en-US" sz="1800" dirty="0"/>
                  <a:t>Variable cost is defined </a:t>
                </a:r>
                <a:r>
                  <a:rPr lang="en-US" altLang="en-US" dirty="0"/>
                  <a:t>as </a:t>
                </a:r>
                <a:r>
                  <a:rPr lang="en-US" altLang="en-US" sz="1800" dirty="0"/>
                  <a:t>the unit cost of extra labor times the amount of extra labor: </a:t>
                </a:r>
                <a14:m>
                  <m:oMath xmlns:m="http://schemas.openxmlformats.org/officeDocument/2006/math"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nb-NO" altLang="en-US" sz="1800" b="0" i="1" dirty="0" smtClean="0">
                        <a:latin typeface="Cambria Math" panose="02040503050406030204" pitchFamily="18" charset="0"/>
                      </a:rPr>
                      <m:t>∗∆</m:t>
                    </m:r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altLang="en-US" sz="1800" dirty="0"/>
              </a:p>
              <a:p>
                <a:pPr marL="0" indent="0" eaLnBrk="1" hangingPunct="1">
                  <a:buNone/>
                </a:pPr>
                <a:endParaRPr lang="en-US" altLang="en-US" sz="1800" dirty="0"/>
              </a:p>
              <a:p>
                <a:pPr marL="0" indent="0" eaLnBrk="1" hangingPunct="1">
                  <a:buNone/>
                </a:pPr>
                <a14:m>
                  <m:oMathPara xmlns:m="http://schemas.openxmlformats.org/officeDocument/2006/math">
                    <m:oMath>
                      <m:r>
                        <a:rPr lang="nb-NO" i="1">
                          <a:latin typeface="Cambria Math" panose="02040503050406030204" pitchFamily="18" charset="0"/>
                        </a:rPr>
                        <m:t>𝑀𝐶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𝑉𝐶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𝑄</m:t>
                          </m:r>
                        </m:den>
                      </m:f>
                      <m:r>
                        <a:rPr lang="nb-NO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𝑤</m:t>
                      </m:r>
                      <m:f>
                        <m:fPr>
                          <m:ctrlPr>
                            <a:rPr lang="nb-NO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𝑄</m:t>
                          </m:r>
                        </m:den>
                      </m:f>
                      <m:r>
                        <a:rPr lang="nb-NO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num>
                        <m:den>
                          <m:sSub>
                            <m:sSubPr>
                              <m:ctrlPr>
                                <a:rPr lang="nb-NO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𝑀𝑃</m:t>
                              </m:r>
                            </m:e>
                            <m:sub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>
                    <a:latin typeface="Cambria Math" panose="02040503050406030204" pitchFamily="18" charset="0"/>
                  </a:rPr>
                  <a:t>Marginal Product of Labor (</a:t>
                </a:r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nb-NO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Change in output that results from employing an added unit of labor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i="1">
                            <a:latin typeface="Cambria Math" panose="02040503050406030204" pitchFamily="18" charset="0"/>
                          </a:rPr>
                          <m:t>𝑀𝑃</m:t>
                        </m:r>
                      </m:e>
                      <m:sub>
                        <m:r>
                          <a:rPr lang="nb-NO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∆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∆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Value of Marginal Product (VMP)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i="1">
                            <a:latin typeface="Cambria Math" panose="02040503050406030204" pitchFamily="18" charset="0"/>
                          </a:rPr>
                          <m:t>𝑀𝑃</m:t>
                        </m:r>
                      </m:e>
                      <m:sub>
                        <m:r>
                          <a:rPr lang="nb-NO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𝑝𝑟𝑖𝑐𝑒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BEE257-C71A-42B8-85F7-989A066F18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7758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7D8A5-7DE3-4C5E-8324-92D763C9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Cobb-Douglas Example </a:t>
            </a:r>
            <a:endParaRPr lang="en-US" dirty="0">
              <a:solidFill>
                <a:srgbClr val="FFFF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CD75B-FFB7-4C7D-84B4-684FBA53CC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Economic production function with two or more variables (inputs) that describe the output of a firm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𝑒𝑙𝑎𝑠𝑡𝑖𝑐𝑖𝑡𝑦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𝑖𝑛𝑝𝑢𝑡𝑠</m:t>
                    </m:r>
                  </m:oMath>
                </a14:m>
                <a:endParaRPr lang="nb-NO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b="0" dirty="0"/>
                  <a:t> </a:t>
                </a:r>
                <a:r>
                  <a:rPr lang="en-US" b="0" dirty="0">
                    <a:sym typeface="Wingdings" panose="05000000000000000000" pitchFamily="2" charset="2"/>
                  </a:rPr>
                  <a:t> constant return</a:t>
                </a:r>
                <a:r>
                  <a:rPr lang="en-US" dirty="0">
                    <a:sym typeface="Wingdings" panose="05000000000000000000" pitchFamily="2" charset="2"/>
                  </a:rPr>
                  <a:t>s </a:t>
                </a:r>
                <a:r>
                  <a:rPr lang="en-US" b="0" dirty="0">
                    <a:sym typeface="Wingdings" panose="05000000000000000000" pitchFamily="2" charset="2"/>
                  </a:rPr>
                  <a:t>to scale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den>
                        </m:f>
                      </m:sup>
                    </m:sSup>
                    <m:r>
                      <a:rPr lang="nb-NO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nb-NO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f>
                          <m:f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den>
                        </m:f>
                      </m:sup>
                    </m:sSup>
                  </m:oMath>
                </a14:m>
                <a:endParaRPr lang="nb-NO" b="0" dirty="0"/>
              </a:p>
              <a:p>
                <a:pPr lvl="1"/>
                <a:r>
                  <a:rPr lang="en-US" dirty="0"/>
                  <a:t>Inputs have a degree of </a:t>
                </a:r>
                <a:r>
                  <a:rPr lang="en-US" u="sng" dirty="0"/>
                  <a:t>substitutability </a:t>
                </a:r>
                <a:endParaRPr lang="en-US" b="0" u="sng" dirty="0"/>
              </a:p>
              <a:p>
                <a:r>
                  <a:rPr lang="en-US" b="0" dirty="0"/>
                  <a:t>Marginal cost with respect to (w.r.t.) production (Y)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b-NO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b-NO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lim>
                        </m:limLow>
                      </m:fName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𝑤𝐿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𝑟𝐾</m:t>
                        </m:r>
                      </m:e>
                    </m:func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nb-NO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b-NO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nb-NO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den>
                            </m:f>
                          </m:sup>
                        </m:sSup>
                        <m:r>
                          <a:rPr lang="nb-NO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nb-NO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nb-NO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p>
                            <m:f>
                              <m:fPr>
                                <m:ctrlPr>
                                  <a:rPr lang="nb-NO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den>
                            </m:f>
                          </m:sup>
                        </m:sSup>
                        <m:r>
                          <a:rPr lang="nb-NO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𝑟𝐾</m:t>
                        </m:r>
                      </m:e>
                    </m:func>
                  </m:oMath>
                </a14:m>
                <a:r>
                  <a:rPr lang="en-US" dirty="0"/>
                  <a:t> </a:t>
                </a:r>
                <a:endParaRPr lang="en-US" b="0" dirty="0"/>
              </a:p>
              <a:p>
                <a:pPr lvl="2"/>
                <a:r>
                  <a:rPr lang="en-US" b="0" dirty="0"/>
                  <a:t>Capital = fixed cost</a:t>
                </a:r>
              </a:p>
              <a:p>
                <a:pPr lvl="2"/>
                <a:r>
                  <a:rPr lang="en-US" b="0" dirty="0"/>
                  <a:t>Price of capital = r</a:t>
                </a:r>
              </a:p>
              <a:p>
                <a:pPr marL="685800" lvl="2" indent="0">
                  <a:buNone/>
                </a:pPr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CD75B-FFB7-4C7D-84B4-684FBA53C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464" t="-1832" b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61541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982B5-F73D-4282-9D65-925163232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Cobb-Douglas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DE2C9-C263-41D0-AFB1-63E92D2DB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Which are fixed and variable costs?</a:t>
            </a:r>
          </a:p>
          <a:p>
            <a:pPr lvl="1"/>
            <a:r>
              <a:rPr lang="en-US" sz="2800" dirty="0"/>
              <a:t>TC = VC + FC = </a:t>
            </a:r>
            <a:r>
              <a:rPr lang="en-US" sz="2800" dirty="0" err="1"/>
              <a:t>wL</a:t>
            </a:r>
            <a:r>
              <a:rPr lang="en-US" sz="2800" dirty="0"/>
              <a:t> + </a:t>
            </a:r>
            <a:r>
              <a:rPr lang="en-US" sz="2800" dirty="0" err="1"/>
              <a:t>rK</a:t>
            </a:r>
            <a:endParaRPr lang="en-US" sz="2800" dirty="0"/>
          </a:p>
          <a:p>
            <a:r>
              <a:rPr lang="en-US" sz="2800" dirty="0"/>
              <a:t>Where do diminishing returns show up?</a:t>
            </a:r>
          </a:p>
          <a:p>
            <a:pPr lvl="1"/>
            <a:r>
              <a:rPr lang="en-US" sz="2800" dirty="0"/>
              <a:t>Exponents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29310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BD-3138-4823-8401-610808E98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dirty="0" err="1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hutdown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Rule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9DC6B-BE2E-4F44-8683-124873E3D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In the short run, a firm may be operating at a loss </a:t>
            </a:r>
          </a:p>
          <a:p>
            <a:pPr lvl="1"/>
            <a:r>
              <a:rPr lang="en-US" sz="2000" dirty="0"/>
              <a:t>Revenue is less than the total cost</a:t>
            </a:r>
          </a:p>
          <a:p>
            <a:pPr lvl="1"/>
            <a:r>
              <a:rPr lang="en-US" sz="2000" dirty="0"/>
              <a:t>Price is less than unit cost</a:t>
            </a:r>
          </a:p>
          <a:p>
            <a:r>
              <a:rPr lang="en-US" sz="2000" dirty="0"/>
              <a:t>Why not?</a:t>
            </a:r>
          </a:p>
          <a:p>
            <a:pPr lvl="1"/>
            <a:r>
              <a:rPr lang="en-US" sz="2000" dirty="0"/>
              <a:t>Price may increase soon </a:t>
            </a:r>
          </a:p>
          <a:p>
            <a:pPr lvl="1"/>
            <a:r>
              <a:rPr lang="en-US" sz="2000" dirty="0"/>
              <a:t>Shutting down &amp; Restarting can be more costly than keeping it going</a:t>
            </a:r>
          </a:p>
          <a:p>
            <a:r>
              <a:rPr lang="en-US" sz="2000" dirty="0"/>
              <a:t>Firms have two choices in the short run</a:t>
            </a:r>
          </a:p>
          <a:p>
            <a:pPr lvl="1"/>
            <a:r>
              <a:rPr lang="en-US" sz="2000" dirty="0"/>
              <a:t>Keep producing</a:t>
            </a:r>
          </a:p>
          <a:p>
            <a:pPr lvl="1"/>
            <a:r>
              <a:rPr lang="en-US" sz="2000" dirty="0"/>
              <a:t>Shutting down temporarily</a:t>
            </a:r>
          </a:p>
          <a:p>
            <a:pPr lvl="1"/>
            <a:r>
              <a:rPr lang="en-US" sz="2000" dirty="0"/>
              <a:t>Which is more profitable?  </a:t>
            </a:r>
          </a:p>
        </p:txBody>
      </p:sp>
    </p:spTree>
    <p:extLst>
      <p:ext uri="{BB962C8B-B14F-4D97-AF65-F5344CB8AC3E}">
        <p14:creationId xmlns:p14="http://schemas.microsoft.com/office/powerpoint/2010/main" val="34015500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BD-3138-4823-8401-610808E98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</a:t>
            </a:r>
            <a:r>
              <a:rPr lang="en-US" dirty="0" err="1"/>
              <a:t>hutdown</a:t>
            </a:r>
            <a:r>
              <a:rPr lang="en-US" dirty="0"/>
              <a:t>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If TR (Total Revenue) &gt; VC (variable costs) </a:t>
                </a:r>
                <a:r>
                  <a:rPr lang="en-US" sz="2400" dirty="0">
                    <a:sym typeface="Wingdings" panose="05000000000000000000" pitchFamily="2" charset="2"/>
                  </a:rPr>
                  <a:t> firm is covering all variable costs and it can partially or entirely cover fixed costs with the remaining revenue</a:t>
                </a:r>
              </a:p>
              <a:p>
                <a:r>
                  <a:rPr lang="en-US" sz="2400" dirty="0"/>
                  <a:t>If TR (Total Revenue) &lt; VC (variable costs) </a:t>
                </a:r>
                <a:r>
                  <a:rPr lang="en-US" sz="2400" dirty="0">
                    <a:sym typeface="Wingdings" panose="05000000000000000000" pitchFamily="2" charset="2"/>
                  </a:rPr>
                  <a:t> firm is not even able to cover shot-run production costs. Therefore, it should shut down</a:t>
                </a:r>
              </a:p>
              <a:p>
                <a:r>
                  <a:rPr lang="en-US" sz="2400" dirty="0">
                    <a:sym typeface="Wingdings" panose="05000000000000000000" pitchFamily="2" charset="2"/>
                  </a:rPr>
                  <a:t>TR &lt; VC = P (price) * Q (quantity) &lt; VC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𝑃</m:t>
                        </m:r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∗</m:t>
                        </m:r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𝑄</m:t>
                        </m:r>
                      </m:num>
                      <m:den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𝑄</m:t>
                        </m:r>
                      </m:den>
                    </m:f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&gt;</m:t>
                    </m:r>
                    <m:f>
                      <m:f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𝑉𝐶</m:t>
                        </m:r>
                      </m:num>
                      <m:den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𝑄</m:t>
                        </m:r>
                      </m:den>
                    </m:f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𝑃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&gt;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𝐴𝑉𝐶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(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𝑎𝑣𝑒𝑟𝑎𝑔𝑒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𝑣𝑎𝑟𝑖𝑎𝑏𝑙𝑒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𝑐𝑜𝑠𝑡𝑠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2985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BD-3138-4823-8401-610808E98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</a:t>
            </a:r>
            <a:r>
              <a:rPr lang="en-US" dirty="0" err="1"/>
              <a:t>hutdown</a:t>
            </a:r>
            <a:r>
              <a:rPr lang="en-US" dirty="0"/>
              <a:t>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t-IT" sz="2400" dirty="0"/>
                  <a:t>If firm shuts down </a:t>
                </a:r>
              </a:p>
              <a:p>
                <a:pPr lvl="1"/>
                <a:r>
                  <a:rPr lang="it-IT" sz="2400" dirty="0"/>
                  <a:t>Zero revenues, no variable costs, yes fixed costs </a:t>
                </a:r>
                <a:r>
                  <a:rPr lang="it-IT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𝜋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d>
                      <m:d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𝑝𝑟𝑜𝑓𝑖𝑡</m:t>
                        </m:r>
                      </m:e>
                    </m:d>
                  </m:oMath>
                </a14:m>
                <a:r>
                  <a:rPr lang="it-IT" sz="2400" dirty="0">
                    <a:sym typeface="Wingdings" panose="05000000000000000000" pitchFamily="2" charset="2"/>
                  </a:rPr>
                  <a:t>= -FC</a:t>
                </a:r>
              </a:p>
              <a:p>
                <a:r>
                  <a:rPr lang="it-IT" sz="2400" dirty="0">
                    <a:sym typeface="Wingdings" panose="05000000000000000000" pitchFamily="2" charset="2"/>
                  </a:rPr>
                  <a:t>Operating firm (not shut down)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𝜋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d>
                      <m:d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𝑝𝑟𝑜𝑓𝑖𝑡</m:t>
                        </m:r>
                      </m:e>
                    </m:d>
                  </m:oMath>
                </a14:m>
                <a:r>
                  <a:rPr lang="it-IT" sz="2400" dirty="0">
                    <a:sym typeface="Wingdings" panose="05000000000000000000" pitchFamily="2" charset="2"/>
                  </a:rPr>
                  <a:t>= R – VC – FC</a:t>
                </a:r>
              </a:p>
              <a:p>
                <a:r>
                  <a:rPr lang="it-IT" sz="2400" dirty="0">
                    <a:sym typeface="Wingdings" panose="05000000000000000000" pitchFamily="2" charset="2"/>
                  </a:rPr>
                  <a:t>In order to operate, </a:t>
                </a:r>
              </a:p>
              <a:p>
                <a:pPr lvl="1"/>
                <a:r>
                  <a:rPr lang="it-IT" sz="2400" dirty="0">
                    <a:sym typeface="Wingdings" panose="05000000000000000000" pitchFamily="2" charset="2"/>
                  </a:rPr>
                  <a:t>R – VC – FC ≥ -FC  R  ≥ VC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8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5A78-72F7-4455-9BBD-5128F2E5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</a:t>
            </a:r>
            <a:r>
              <a:rPr lang="en-US" dirty="0" err="1"/>
              <a:t>hutdown</a:t>
            </a:r>
            <a:r>
              <a:rPr lang="en-US" dirty="0"/>
              <a:t> Rule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9D16A-1A02-4991-A7C6-50588B6A7D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« In the short run a firm should continue to operate if price exceed average variable costs»</a:t>
            </a:r>
          </a:p>
          <a:p>
            <a:pPr lvl="1"/>
            <a:r>
              <a:rPr lang="it-IT" dirty="0"/>
              <a:t>If AVC &lt; P &lt; ATC </a:t>
            </a:r>
            <a:r>
              <a:rPr lang="it-IT" dirty="0">
                <a:sym typeface="Wingdings" panose="05000000000000000000" pitchFamily="2" charset="2"/>
              </a:rPr>
              <a:t> firm will partially or entirely cover fixed costs in the long run</a:t>
            </a:r>
          </a:p>
          <a:p>
            <a:pPr lvl="1"/>
            <a:r>
              <a:rPr lang="it-IT" dirty="0"/>
              <a:t>If If P &lt; AVC ( &lt; ATC)</a:t>
            </a:r>
            <a:r>
              <a:rPr lang="it-IT" dirty="0">
                <a:sym typeface="Wingdings" panose="05000000000000000000" pitchFamily="2" charset="2"/>
              </a:rPr>
              <a:t> firm is not covering production cost  shutdown </a:t>
            </a:r>
          </a:p>
          <a:p>
            <a:r>
              <a:rPr lang="it-IT" dirty="0">
                <a:sym typeface="Wingdings" panose="05000000000000000000" pitchFamily="2" charset="2"/>
              </a:rPr>
              <a:t>Shutdown is temporary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Not necessarily a firm goes out of business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Market conditions can improve 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Firm still has to pay fixed costs</a:t>
            </a:r>
          </a:p>
          <a:p>
            <a:r>
              <a:rPr lang="it-IT" dirty="0">
                <a:sym typeface="Wingdings" panose="05000000000000000000" pitchFamily="2" charset="2"/>
              </a:rPr>
              <a:t>Marginal revenue (MR)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Additional profit that will be generated by increasing product sales by one unit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214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665A8FF-DEFB-47AF-9C2F-D3082902FB43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1674564" y="997218"/>
            <a:ext cx="6252959" cy="372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271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F142-00CC-45C2-A83A-7EB18463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Short Run Supply Curve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79BF8-D417-45E1-BC43-F0729499B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sz="2800" dirty="0"/>
              <a:t>It tells us how much output is produced at different prices</a:t>
            </a:r>
          </a:p>
          <a:p>
            <a:r>
              <a:rPr lang="it-IT" sz="2800" dirty="0"/>
              <a:t>Portion of a firm’s marginal cost curve that lies </a:t>
            </a:r>
            <a:r>
              <a:rPr lang="it-IT" sz="2800" u="sng" dirty="0"/>
              <a:t>above </a:t>
            </a:r>
            <a:r>
              <a:rPr lang="it-IT" sz="2800" dirty="0"/>
              <a:t>its average cost curve</a:t>
            </a:r>
          </a:p>
          <a:p>
            <a:pPr lvl="1"/>
            <a:r>
              <a:rPr lang="it-IT" sz="2800" dirty="0"/>
              <a:t>Below shutdown point, we do not have supply, the firm is not producing</a:t>
            </a:r>
          </a:p>
          <a:p>
            <a:r>
              <a:rPr lang="it-IT" sz="2800" dirty="0"/>
              <a:t>Upward sloping: quantity supplied increases as price rises</a:t>
            </a:r>
            <a:endParaRPr lang="en-US" sz="2800" dirty="0"/>
          </a:p>
          <a:p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31981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9EAEE-2AF4-47D0-9BFF-AC79EA8BB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Profit Maximization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4DB2D-7169-4460-AE6B-31DB9B4D3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It is determined by price and output level</a:t>
            </a:r>
          </a:p>
          <a:p>
            <a:r>
              <a:rPr lang="en-US" sz="2800" dirty="0"/>
              <a:t>Marginal Profit (MP) = Marginal Revenue (MR) – Marginal Cost (MC)</a:t>
            </a:r>
          </a:p>
          <a:p>
            <a:pPr lvl="1"/>
            <a:r>
              <a:rPr lang="en-US" sz="2800" dirty="0"/>
              <a:t>A firm will continue to produce till marginal profit is equal to zero </a:t>
            </a:r>
            <a:r>
              <a:rPr lang="en-US" sz="2800" dirty="0">
                <a:sym typeface="Wingdings" panose="05000000000000000000" pitchFamily="2" charset="2"/>
              </a:rPr>
              <a:t> MP = MR-MC  0=MR-MC  MR=MC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238295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C71271F-0BDF-47BE-A77C-FB830EC8849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775619" y="1008063"/>
            <a:ext cx="5592762" cy="369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1819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F6D96-7B95-4692-986F-553E00235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Short-run Supply </a:t>
            </a:r>
            <a:r>
              <a:rPr lang="nb-NO" dirty="0" err="1"/>
              <a:t>Curve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F5B8C-2F54-4705-BC8E-2EE7B3036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800" dirty="0"/>
              <a:t>Over time, prices of product and inputs can change</a:t>
            </a:r>
          </a:p>
          <a:p>
            <a:pPr eaLnBrk="1" hangingPunct="1"/>
            <a:r>
              <a:rPr lang="en-US" altLang="en-US" sz="2800" dirty="0"/>
              <a:t>How does the firm’s output change in response to a change in the price of an input?</a:t>
            </a:r>
          </a:p>
          <a:p>
            <a:pPr lvl="1" eaLnBrk="1" hangingPunct="1"/>
            <a:r>
              <a:rPr lang="en-US" altLang="en-US" sz="2800" dirty="0">
                <a:ea typeface="ＭＳ Ｐゴシック" pitchFamily="-1" charset="-128"/>
              </a:rPr>
              <a:t>We can show how an increase in marginal costs change firm’s output decisions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13702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F5A5C4-BD1A-4AEE-97B9-FEFA8A99C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516175"/>
            <a:ext cx="7503388" cy="468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712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FCFDC-64C3-40D1-8401-417ABF5AE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Economies of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5D5CF-34D9-4DC9-A590-0C88FFF7C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output increases, the cost per unit of production (average cost) decreases</a:t>
            </a:r>
          </a:p>
          <a:p>
            <a:pPr lvl="1"/>
            <a:r>
              <a:rPr lang="en-US" dirty="0"/>
              <a:t>Example – Specialization: assembly line with many different jobs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AF00BC-F74D-4499-84B3-3B50121D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083" y="2269434"/>
            <a:ext cx="4231834" cy="268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15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0F0E8-2F57-4071-BD49-0361AE24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Long-Run Costs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50D10-88CC-4C44-8733-96208BE58B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i="1" dirty="0"/>
                  <a:t>Economies of scale </a:t>
                </a:r>
                <a:r>
                  <a:rPr lang="en-US" dirty="0"/>
                  <a:t>are measured in terms of cost-output elasticity,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nb-NO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 is the percentage change in the cost of production resulting from a small increase in output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b-N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b-NO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nb-NO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nb-NO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den>
                      </m:f>
                      <m:r>
                        <a:rPr lang="nb-NO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𝑀𝐶</m:t>
                          </m:r>
                        </m:num>
                        <m:den>
                          <m: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𝐴𝐶</m:t>
                          </m:r>
                        </m:den>
                      </m:f>
                    </m:oMath>
                  </m:oMathPara>
                </a14:m>
                <a:endParaRPr lang="nb-NO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nb-NO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nb-NO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50D10-88CC-4C44-8733-96208BE58B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18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65853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FD1029-23FD-4702-A606-84FBC7A03F8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Cost-output elasticity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FD1029-23FD-4702-A606-84FBC7A03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D9FD5B1-721B-4710-84CA-0F53E9C09F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71676" y="1425575"/>
            <a:ext cx="5600647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1440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946AD-6FD8-4A0E-8F45-A9734B94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Long Run Average and Marginal Cost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D8967E-1DB8-4402-BCBA-6FC8DEB0174B}"/>
              </a:ext>
            </a:extLst>
          </p:cNvPr>
          <p:cNvSpPr txBox="1"/>
          <p:nvPr/>
        </p:nvSpPr>
        <p:spPr>
          <a:xfrm>
            <a:off x="628650" y="1425575"/>
            <a:ext cx="226695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 LRMC crosses the LRAC at the minimum point of the LRAC. When LRMC is below LRAC, LRAC is falling (as additional units of output are considered).</a:t>
            </a:r>
          </a:p>
          <a:p>
            <a:endParaRPr lang="en-US" sz="1600" dirty="0"/>
          </a:p>
          <a:p>
            <a:r>
              <a:rPr lang="en-US" sz="1600" i="1" dirty="0"/>
              <a:t>Minimum efficient scale </a:t>
            </a:r>
            <a:r>
              <a:rPr lang="en-US" sz="1600" dirty="0"/>
              <a:t>is the point where the </a:t>
            </a:r>
            <a:r>
              <a:rPr lang="en-US" sz="1600"/>
              <a:t>smallest quantity </a:t>
            </a:r>
            <a:r>
              <a:rPr lang="en-US" sz="1600" dirty="0"/>
              <a:t>of good is produced in the long run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E15E38A-8965-4F81-A10A-6DDA5C66A6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5662" y="1408907"/>
            <a:ext cx="4856725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17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B0724-8854-4922-9DC8-2DB3E8207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58A40-8316-4E53-88D8-77D5B8D2D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1800" dirty="0"/>
              <a:t>Production function explains the relationship between the quantities of inputs (labor and capital) used and the amount of output obtained.</a:t>
            </a:r>
          </a:p>
          <a:p>
            <a:pPr eaLnBrk="1" hangingPunct="1"/>
            <a:r>
              <a:rPr lang="en-US" altLang="en-US" sz="1800" dirty="0"/>
              <a:t>Marginal product refers to the additional output produced by a unit-increase </a:t>
            </a:r>
            <a:r>
              <a:rPr lang="en-US" altLang="en-US" dirty="0"/>
              <a:t>of input (usually labor)</a:t>
            </a:r>
            <a:endParaRPr lang="en-US" altLang="en-US" sz="1800" dirty="0"/>
          </a:p>
          <a:p>
            <a:pPr eaLnBrk="1" hangingPunct="1"/>
            <a:r>
              <a:rPr lang="en-US" altLang="en-US" sz="1800" dirty="0"/>
              <a:t>Average product is the total product per unit of inputs</a:t>
            </a:r>
          </a:p>
          <a:p>
            <a:pPr eaLnBrk="1" hangingPunct="1"/>
            <a:r>
              <a:rPr lang="en-US" altLang="en-US" sz="1800" dirty="0"/>
              <a:t>Law of diminishing returns</a:t>
            </a:r>
            <a:r>
              <a:rPr lang="en-US" altLang="en-US" dirty="0"/>
              <a:t>: while increasing the production of an input and keeping the others constant, a point will be eventually reached at which additional input will produce progressively smaller (i.e., diminishing) increases in output</a:t>
            </a:r>
            <a:endParaRPr lang="en-US" altLang="en-US" sz="1800" dirty="0"/>
          </a:p>
          <a:p>
            <a:pPr eaLnBrk="1" hangingPunct="1"/>
            <a:r>
              <a:rPr lang="en-US" altLang="en-US" sz="1800" dirty="0"/>
              <a:t>Technological change provides an explanation for why total output may increase given the law of diminishing marginal returns</a:t>
            </a:r>
          </a:p>
          <a:p>
            <a:pPr eaLnBrk="1" hangingPunct="1"/>
            <a:endParaRPr lang="en-US" alt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387797"/>
      </p:ext>
    </p:extLst>
  </p:cSld>
  <p:clrMapOvr>
    <a:masterClrMapping/>
  </p:clrMapOvr>
</p:sld>
</file>

<file path=ppt/theme/theme1.xml><?xml version="1.0" encoding="utf-8"?>
<a:theme xmlns:a="http://schemas.openxmlformats.org/drawingml/2006/main" name="1_Mørk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8848261F-96B4-4A1E-AFBA-10763A3AA5ED}"/>
    </a:ext>
  </a:extLst>
</a:theme>
</file>

<file path=ppt/theme/theme2.xml><?xml version="1.0" encoding="utf-8"?>
<a:theme xmlns:a="http://schemas.openxmlformats.org/drawingml/2006/main" name="2_Lys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CCABFE4B-7D70-46E5-9E7F-52BCF378F20D}"/>
    </a:ext>
  </a:extLst>
</a:theme>
</file>

<file path=ppt/theme/theme3.xml><?xml version="1.0" encoding="utf-8"?>
<a:theme xmlns:a="http://schemas.openxmlformats.org/drawingml/2006/main" name="3_Hvit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gendefinert 2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3C5EFE4C-45C1-4EF4-AC98-B948AE8648C2}"/>
    </a:ext>
  </a:extLst>
</a:theme>
</file>

<file path=ppt/theme/theme4.xml><?xml version="1.0" encoding="utf-8"?>
<a:theme xmlns:a="http://schemas.openxmlformats.org/drawingml/2006/main" name="4_Si ifra!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15A5869B-4A0C-4888-B30C-D7769D56BDCD}"/>
    </a:ext>
  </a:extLst>
</a:theme>
</file>

<file path=ppt/theme/theme5.xml><?xml version="1.0" encoding="utf-8"?>
<a:theme xmlns:a="http://schemas.openxmlformats.org/drawingml/2006/main" name="4_Blanko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56C785A7-A997-4AA5-9FD3-E663D0D495D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86B82B2E673BB48BBFD907EF88B1F72" ma:contentTypeVersion="0" ma:contentTypeDescription="Opprett et nytt dokument." ma:contentTypeScope="" ma:versionID="0653049da3c7d6103ba0b9e54f21c3f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e2500873ed525c1cf306a41cba81ed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299F0B8-F1FA-4547-8345-D1C345C8AD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7479CE2-CFF2-495B-B6E0-2F66375CDB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AC7484-FE6E-40E6-83CA-83D55D847BA8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HiMolde presentation template</Template>
  <TotalTime>3610</TotalTime>
  <Words>3025</Words>
  <Application>Microsoft Office PowerPoint</Application>
  <PresentationFormat>On-screen Show (16:10)</PresentationFormat>
  <Paragraphs>291</Paragraphs>
  <Slides>60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73" baseType="lpstr">
      <vt:lpstr>ＭＳ Ｐゴシック</vt:lpstr>
      <vt:lpstr>Arial</vt:lpstr>
      <vt:lpstr>Calibri</vt:lpstr>
      <vt:lpstr>Calibri Light</vt:lpstr>
      <vt:lpstr>Cambria Math</vt:lpstr>
      <vt:lpstr>TT Commons</vt:lpstr>
      <vt:lpstr>Wingdings</vt:lpstr>
      <vt:lpstr>1_Mørkblå-bakgrunn</vt:lpstr>
      <vt:lpstr>2_Lysblå-bakgrunn</vt:lpstr>
      <vt:lpstr>3_Hvit-bakgrunn</vt:lpstr>
      <vt:lpstr>4_Si ifra!</vt:lpstr>
      <vt:lpstr>4_Blanko</vt:lpstr>
      <vt:lpstr>Microsoft Excel Chart</vt:lpstr>
      <vt:lpstr>Lecture #4 Producer Theory</vt:lpstr>
      <vt:lpstr>Firm’s Production Decisions</vt:lpstr>
      <vt:lpstr>Firm’s Production Decisions</vt:lpstr>
      <vt:lpstr>Firm’s Production Decisions</vt:lpstr>
      <vt:lpstr>Firm’s Production Decisions</vt:lpstr>
      <vt:lpstr>The Technology of Production</vt:lpstr>
      <vt:lpstr>The Technology of Production</vt:lpstr>
      <vt:lpstr>Production: One Variable Input</vt:lpstr>
      <vt:lpstr>PowerPoint Presentation</vt:lpstr>
      <vt:lpstr>Input</vt:lpstr>
      <vt:lpstr>PowerPoint Presentation</vt:lpstr>
      <vt:lpstr>Production: One Variable Input</vt:lpstr>
      <vt:lpstr>Production: One Variable Input</vt:lpstr>
      <vt:lpstr>Production: One Variable Input</vt:lpstr>
      <vt:lpstr>PowerPoint Presentation</vt:lpstr>
      <vt:lpstr>Production: One Variable Input</vt:lpstr>
      <vt:lpstr>PowerPoint Presentation</vt:lpstr>
      <vt:lpstr>Production: One Variable Input</vt:lpstr>
      <vt:lpstr>Production: One Variable Input</vt:lpstr>
      <vt:lpstr>Law of Diminishing Marginal Returns</vt:lpstr>
      <vt:lpstr>Causes of Diminishing Marginal Returns</vt:lpstr>
      <vt:lpstr>Law of Diminishing Marginal Returns</vt:lpstr>
      <vt:lpstr>Law of Diminishing Marginal Returns</vt:lpstr>
      <vt:lpstr>Technological Change</vt:lpstr>
      <vt:lpstr>Technological Change</vt:lpstr>
      <vt:lpstr>Labor Productivity</vt:lpstr>
      <vt:lpstr>Production Costs</vt:lpstr>
      <vt:lpstr>Fixed Costs</vt:lpstr>
      <vt:lpstr>Total Costs</vt:lpstr>
      <vt:lpstr>Measuring Cost Directly: Which Costs Matter?</vt:lpstr>
      <vt:lpstr>Accounting cost</vt:lpstr>
      <vt:lpstr>Economic cost</vt:lpstr>
      <vt:lpstr>Opportunity Cost</vt:lpstr>
      <vt:lpstr>PowerPoint Presentation</vt:lpstr>
      <vt:lpstr>Sunk Cost</vt:lpstr>
      <vt:lpstr>Average Total Cost (ATC)</vt:lpstr>
      <vt:lpstr>PowerPoint Presentation</vt:lpstr>
      <vt:lpstr>Marginal Cost (MC) and Average Variable Cost (AVC)</vt:lpstr>
      <vt:lpstr>PowerPoint Presentation</vt:lpstr>
      <vt:lpstr>ATC, AVC, and MC relationship</vt:lpstr>
      <vt:lpstr>Why?</vt:lpstr>
      <vt:lpstr>Law of diminishing returns (or increasing costs)</vt:lpstr>
      <vt:lpstr>Determinants of Short Run Costs </vt:lpstr>
      <vt:lpstr>Cobb-Douglas Example </vt:lpstr>
      <vt:lpstr>Cobb-Douglas </vt:lpstr>
      <vt:lpstr>Shutdown Rule</vt:lpstr>
      <vt:lpstr>Shutdown Rule</vt:lpstr>
      <vt:lpstr>Shutdown Rule</vt:lpstr>
      <vt:lpstr>Shutdown Rule</vt:lpstr>
      <vt:lpstr>PowerPoint Presentation</vt:lpstr>
      <vt:lpstr>Short Run Supply Curve</vt:lpstr>
      <vt:lpstr>Profit Maximization</vt:lpstr>
      <vt:lpstr>PowerPoint Presentation</vt:lpstr>
      <vt:lpstr>Short-run Supply Curve</vt:lpstr>
      <vt:lpstr>PowerPoint Presentation</vt:lpstr>
      <vt:lpstr>Economies of Scale</vt:lpstr>
      <vt:lpstr>Long-Run Costs</vt:lpstr>
      <vt:lpstr>Cost-output elasticity E_c</vt:lpstr>
      <vt:lpstr>Long Run Average and Marginal Cost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Economics for Sport Management   </dc:title>
  <dc:creator>Alessandro Di Mattia</dc:creator>
  <cp:lastModifiedBy>Alessandro Edoardo Giorgio David Di Mattia</cp:lastModifiedBy>
  <cp:revision>23</cp:revision>
  <dcterms:created xsi:type="dcterms:W3CDTF">2021-07-15T16:00:15Z</dcterms:created>
  <dcterms:modified xsi:type="dcterms:W3CDTF">2026-09-06T13:43:11Z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0x010100086B82B2E673BB48BBFD907EF88B1F72</vt:lpwstr>
  </property>
  <property fmtid="{D5CDD505-2E9C-101B-9397-08002B2CF9AE}" pid="3" name="MSIP_Label_ee59125d-3421-490c-8c49-713131ff88a1_Enabled">
    <vt:lpwstr>true</vt:lpwstr>
  </property>
  <property fmtid="{D5CDD505-2E9C-101B-9397-08002B2CF9AE}" pid="4" name="MSIP_Label_ee59125d-3421-490c-8c49-713131ff88a1_SetDate">
    <vt:lpwstr>2026-08-14T10:54:56Z</vt:lpwstr>
  </property>
  <property fmtid="{D5CDD505-2E9C-101B-9397-08002B2CF9AE}" pid="5" name="MSIP_Label_ee59125d-3421-490c-8c49-713131ff88a1_Method">
    <vt:lpwstr>Standard</vt:lpwstr>
  </property>
  <property fmtid="{D5CDD505-2E9C-101B-9397-08002B2CF9AE}" pid="6" name="MSIP_Label_ee59125d-3421-490c-8c49-713131ff88a1_Name">
    <vt:lpwstr>Yellow</vt:lpwstr>
  </property>
  <property fmtid="{D5CDD505-2E9C-101B-9397-08002B2CF9AE}" pid="7" name="MSIP_Label_ee59125d-3421-490c-8c49-713131ff88a1_SiteId">
    <vt:lpwstr>938c1eb0-9d08-484b-92b9-53f583bd08fb</vt:lpwstr>
  </property>
  <property fmtid="{D5CDD505-2E9C-101B-9397-08002B2CF9AE}" pid="8" name="MSIP_Label_ee59125d-3421-490c-8c49-713131ff88a1_ActionId">
    <vt:lpwstr>86b7e171-957e-4678-baf3-ea876d52b233</vt:lpwstr>
  </property>
  <property fmtid="{D5CDD505-2E9C-101B-9397-08002B2CF9AE}" pid="9" name="MSIP_Label_ee59125d-3421-490c-8c49-713131ff88a1_ContentBits">
    <vt:lpwstr>0</vt:lpwstr>
  </property>
  <property fmtid="{D5CDD505-2E9C-101B-9397-08002B2CF9AE}" pid="10" name="MSIP_Label_ee59125d-3421-490c-8c49-713131ff88a1_Tag">
    <vt:lpwstr>10, 3, 0, 1</vt:lpwstr>
  </property>
</Properties>
</file>