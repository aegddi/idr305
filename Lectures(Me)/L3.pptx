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 id="2147483694" r:id="rId5"/>
    <p:sldMasterId id="2147483703" r:id="rId6"/>
    <p:sldMasterId id="2147483718" r:id="rId7"/>
    <p:sldMasterId id="2147483712" r:id="rId8"/>
  </p:sldMasterIdLst>
  <p:notesMasterIdLst>
    <p:notesMasterId r:id="rId56"/>
  </p:notesMasterIdLst>
  <p:handoutMasterIdLst>
    <p:handoutMasterId r:id="rId57"/>
  </p:handoutMasterIdLst>
  <p:sldIdLst>
    <p:sldId id="280" r:id="rId9"/>
    <p:sldId id="281" r:id="rId10"/>
    <p:sldId id="282" r:id="rId11"/>
    <p:sldId id="284" r:id="rId12"/>
    <p:sldId id="285" r:id="rId13"/>
    <p:sldId id="286" r:id="rId14"/>
    <p:sldId id="283"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310" r:id="rId39"/>
    <p:sldId id="311" r:id="rId40"/>
    <p:sldId id="312" r:id="rId41"/>
    <p:sldId id="313" r:id="rId42"/>
    <p:sldId id="314" r:id="rId43"/>
    <p:sldId id="315" r:id="rId44"/>
    <p:sldId id="316" r:id="rId45"/>
    <p:sldId id="327" r:id="rId46"/>
    <p:sldId id="319" r:id="rId47"/>
    <p:sldId id="320" r:id="rId48"/>
    <p:sldId id="321" r:id="rId49"/>
    <p:sldId id="322" r:id="rId50"/>
    <p:sldId id="323" r:id="rId51"/>
    <p:sldId id="324" r:id="rId52"/>
    <p:sldId id="325" r:id="rId53"/>
    <p:sldId id="326" r:id="rId54"/>
    <p:sldId id="328" r:id="rId55"/>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97C67"/>
    <a:srgbClr val="E9A592"/>
    <a:srgbClr val="005CA3"/>
    <a:srgbClr val="2E538D"/>
    <a:srgbClr val="EDF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787D5D-10B8-4750-885F-805D7C9E9737}" v="71" dt="2021-09-13T07:44:35.6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64" autoAdjust="0"/>
    <p:restoredTop sz="94694"/>
  </p:normalViewPr>
  <p:slideViewPr>
    <p:cSldViewPr snapToGrid="0" snapToObjects="1">
      <p:cViewPr varScale="1">
        <p:scale>
          <a:sx n="87" d="100"/>
          <a:sy n="87" d="100"/>
        </p:scale>
        <p:origin x="2508" y="858"/>
      </p:cViewPr>
      <p:guideLst/>
    </p:cSldViewPr>
  </p:slideViewPr>
  <p:notesTextViewPr>
    <p:cViewPr>
      <p:scale>
        <a:sx n="1" d="1"/>
        <a:sy n="1" d="1"/>
      </p:scale>
      <p:origin x="0" y="0"/>
    </p:cViewPr>
  </p:notesTextViewPr>
  <p:notesViewPr>
    <p:cSldViewPr snapToGrid="0" snapToObjects="1">
      <p:cViewPr varScale="1">
        <p:scale>
          <a:sx n="96" d="100"/>
          <a:sy n="96" d="100"/>
        </p:scale>
        <p:origin x="2784"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viewProps" Target="view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handoutMaster" Target="handoutMasters/handoutMaster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 Mattia Alessandro Edoardo Giorgio David" userId="f8954a66-e5ad-4a1c-9536-1d2117047f5f" providerId="ADAL" clId="{AC787D5D-10B8-4750-885F-805D7C9E9737}"/>
    <pc:docChg chg="undo custSel addSld modSld modMainMaster">
      <pc:chgData name="Di Mattia Alessandro Edoardo Giorgio David" userId="f8954a66-e5ad-4a1c-9536-1d2117047f5f" providerId="ADAL" clId="{AC787D5D-10B8-4750-885F-805D7C9E9737}" dt="2021-09-13T07:45:22.023" v="535" actId="20577"/>
      <pc:docMkLst>
        <pc:docMk/>
      </pc:docMkLst>
      <pc:sldChg chg="modSp mod">
        <pc:chgData name="Di Mattia Alessandro Edoardo Giorgio David" userId="f8954a66-e5ad-4a1c-9536-1d2117047f5f" providerId="ADAL" clId="{AC787D5D-10B8-4750-885F-805D7C9E9737}" dt="2021-09-09T15:03:35.310" v="460" actId="33524"/>
        <pc:sldMkLst>
          <pc:docMk/>
          <pc:sldMk cId="212001445" sldId="287"/>
        </pc:sldMkLst>
        <pc:spChg chg="mod">
          <ac:chgData name="Di Mattia Alessandro Edoardo Giorgio David" userId="f8954a66-e5ad-4a1c-9536-1d2117047f5f" providerId="ADAL" clId="{AC787D5D-10B8-4750-885F-805D7C9E9737}" dt="2021-09-09T15:03:35.310" v="460" actId="33524"/>
          <ac:spMkLst>
            <pc:docMk/>
            <pc:sldMk cId="212001445" sldId="287"/>
            <ac:spMk id="3" creationId="{653BD98D-66D2-4899-8C02-4C0A72F867AE}"/>
          </ac:spMkLst>
        </pc:spChg>
      </pc:sldChg>
      <pc:sldChg chg="modSp mod">
        <pc:chgData name="Di Mattia Alessandro Edoardo Giorgio David" userId="f8954a66-e5ad-4a1c-9536-1d2117047f5f" providerId="ADAL" clId="{AC787D5D-10B8-4750-885F-805D7C9E9737}" dt="2021-09-09T15:05:06.338" v="463" actId="20577"/>
        <pc:sldMkLst>
          <pc:docMk/>
          <pc:sldMk cId="1157730618" sldId="291"/>
        </pc:sldMkLst>
        <pc:spChg chg="mod">
          <ac:chgData name="Di Mattia Alessandro Edoardo Giorgio David" userId="f8954a66-e5ad-4a1c-9536-1d2117047f5f" providerId="ADAL" clId="{AC787D5D-10B8-4750-885F-805D7C9E9737}" dt="2021-09-09T15:05:06.338" v="463" actId="20577"/>
          <ac:spMkLst>
            <pc:docMk/>
            <pc:sldMk cId="1157730618" sldId="291"/>
            <ac:spMk id="3" creationId="{EAA81A32-D616-4470-8A52-CF28172FA8DF}"/>
          </ac:spMkLst>
        </pc:spChg>
      </pc:sldChg>
      <pc:sldChg chg="modSp new mod">
        <pc:chgData name="Di Mattia Alessandro Edoardo Giorgio David" userId="f8954a66-e5ad-4a1c-9536-1d2117047f5f" providerId="ADAL" clId="{AC787D5D-10B8-4750-885F-805D7C9E9737}" dt="2021-08-20T14:45:37.819" v="298" actId="20577"/>
        <pc:sldMkLst>
          <pc:docMk/>
          <pc:sldMk cId="3870998453" sldId="298"/>
        </pc:sldMkLst>
        <pc:spChg chg="mod">
          <ac:chgData name="Di Mattia Alessandro Edoardo Giorgio David" userId="f8954a66-e5ad-4a1c-9536-1d2117047f5f" providerId="ADAL" clId="{AC787D5D-10B8-4750-885F-805D7C9E9737}" dt="2021-08-20T14:38:55.348" v="14" actId="122"/>
          <ac:spMkLst>
            <pc:docMk/>
            <pc:sldMk cId="3870998453" sldId="298"/>
            <ac:spMk id="2" creationId="{CC70B360-B3ED-43E5-A748-F5B5C403C878}"/>
          </ac:spMkLst>
        </pc:spChg>
        <pc:spChg chg="mod">
          <ac:chgData name="Di Mattia Alessandro Edoardo Giorgio David" userId="f8954a66-e5ad-4a1c-9536-1d2117047f5f" providerId="ADAL" clId="{AC787D5D-10B8-4750-885F-805D7C9E9737}" dt="2021-08-20T14:45:37.819" v="298" actId="20577"/>
          <ac:spMkLst>
            <pc:docMk/>
            <pc:sldMk cId="3870998453" sldId="298"/>
            <ac:spMk id="3" creationId="{7AB3AA8F-0BE3-46AB-A9D7-309F7F97E4C0}"/>
          </ac:spMkLst>
        </pc:spChg>
      </pc:sldChg>
      <pc:sldChg chg="addSp delSp modSp new mod modClrScheme chgLayout">
        <pc:chgData name="Di Mattia Alessandro Edoardo Giorgio David" userId="f8954a66-e5ad-4a1c-9536-1d2117047f5f" providerId="ADAL" clId="{AC787D5D-10B8-4750-885F-805D7C9E9737}" dt="2021-08-20T14:46:06.034" v="304"/>
        <pc:sldMkLst>
          <pc:docMk/>
          <pc:sldMk cId="316752284" sldId="299"/>
        </pc:sldMkLst>
        <pc:spChg chg="del">
          <ac:chgData name="Di Mattia Alessandro Edoardo Giorgio David" userId="f8954a66-e5ad-4a1c-9536-1d2117047f5f" providerId="ADAL" clId="{AC787D5D-10B8-4750-885F-805D7C9E9737}" dt="2021-08-20T14:46:03.679" v="303" actId="700"/>
          <ac:spMkLst>
            <pc:docMk/>
            <pc:sldMk cId="316752284" sldId="299"/>
            <ac:spMk id="2" creationId="{D510B283-081F-43CE-96F6-08C288F3DFFB}"/>
          </ac:spMkLst>
        </pc:spChg>
        <pc:spChg chg="del mod">
          <ac:chgData name="Di Mattia Alessandro Edoardo Giorgio David" userId="f8954a66-e5ad-4a1c-9536-1d2117047f5f" providerId="ADAL" clId="{AC787D5D-10B8-4750-885F-805D7C9E9737}" dt="2021-08-20T14:46:03.679" v="303" actId="700"/>
          <ac:spMkLst>
            <pc:docMk/>
            <pc:sldMk cId="316752284" sldId="299"/>
            <ac:spMk id="3" creationId="{61373EFE-DB58-42AD-8DA9-E7D7FBC43DC0}"/>
          </ac:spMkLst>
        </pc:spChg>
        <pc:picChg chg="add">
          <ac:chgData name="Di Mattia Alessandro Edoardo Giorgio David" userId="f8954a66-e5ad-4a1c-9536-1d2117047f5f" providerId="ADAL" clId="{AC787D5D-10B8-4750-885F-805D7C9E9737}" dt="2021-08-20T14:46:06.034" v="304"/>
          <ac:picMkLst>
            <pc:docMk/>
            <pc:sldMk cId="316752284" sldId="299"/>
            <ac:picMk id="4" creationId="{34E6A750-E0B8-41C0-A1C7-288A84AD5D95}"/>
          </ac:picMkLst>
        </pc:picChg>
      </pc:sldChg>
      <pc:sldChg chg="addSp modSp new mod">
        <pc:chgData name="Di Mattia Alessandro Edoardo Giorgio David" userId="f8954a66-e5ad-4a1c-9536-1d2117047f5f" providerId="ADAL" clId="{AC787D5D-10B8-4750-885F-805D7C9E9737}" dt="2021-08-20T14:51:41.672" v="307" actId="1076"/>
        <pc:sldMkLst>
          <pc:docMk/>
          <pc:sldMk cId="3144966826" sldId="300"/>
        </pc:sldMkLst>
        <pc:picChg chg="add mod">
          <ac:chgData name="Di Mattia Alessandro Edoardo Giorgio David" userId="f8954a66-e5ad-4a1c-9536-1d2117047f5f" providerId="ADAL" clId="{AC787D5D-10B8-4750-885F-805D7C9E9737}" dt="2021-08-20T14:51:41.672" v="307" actId="1076"/>
          <ac:picMkLst>
            <pc:docMk/>
            <pc:sldMk cId="3144966826" sldId="300"/>
            <ac:picMk id="2" creationId="{E613DE37-F2C5-40EB-9E94-3226883C95DB}"/>
          </ac:picMkLst>
        </pc:picChg>
      </pc:sldChg>
      <pc:sldChg chg="addSp modSp new mod modClrScheme chgLayout">
        <pc:chgData name="Di Mattia Alessandro Edoardo Giorgio David" userId="f8954a66-e5ad-4a1c-9536-1d2117047f5f" providerId="ADAL" clId="{AC787D5D-10B8-4750-885F-805D7C9E9737}" dt="2021-08-20T15:09:51.424" v="406" actId="20577"/>
        <pc:sldMkLst>
          <pc:docMk/>
          <pc:sldMk cId="941163814" sldId="301"/>
        </pc:sldMkLst>
        <pc:spChg chg="add mod">
          <ac:chgData name="Di Mattia Alessandro Edoardo Giorgio David" userId="f8954a66-e5ad-4a1c-9536-1d2117047f5f" providerId="ADAL" clId="{AC787D5D-10B8-4750-885F-805D7C9E9737}" dt="2021-08-20T14:59:05.983" v="313" actId="122"/>
          <ac:spMkLst>
            <pc:docMk/>
            <pc:sldMk cId="941163814" sldId="301"/>
            <ac:spMk id="2" creationId="{03192228-75B4-4CBA-B91B-AFD69837867A}"/>
          </ac:spMkLst>
        </pc:spChg>
        <pc:spChg chg="add mod">
          <ac:chgData name="Di Mattia Alessandro Edoardo Giorgio David" userId="f8954a66-e5ad-4a1c-9536-1d2117047f5f" providerId="ADAL" clId="{AC787D5D-10B8-4750-885F-805D7C9E9737}" dt="2021-08-20T15:09:51.424" v="406" actId="20577"/>
          <ac:spMkLst>
            <pc:docMk/>
            <pc:sldMk cId="941163814" sldId="301"/>
            <ac:spMk id="3" creationId="{A954FACC-FED0-4D82-87FB-6B26DCE06EC6}"/>
          </ac:spMkLst>
        </pc:spChg>
      </pc:sldChg>
      <pc:sldChg chg="addSp delSp modSp new mod">
        <pc:chgData name="Di Mattia Alessandro Edoardo Giorgio David" userId="f8954a66-e5ad-4a1c-9536-1d2117047f5f" providerId="ADAL" clId="{AC787D5D-10B8-4750-885F-805D7C9E9737}" dt="2021-08-20T15:00:15.602" v="322" actId="14100"/>
        <pc:sldMkLst>
          <pc:docMk/>
          <pc:sldMk cId="1062955294" sldId="302"/>
        </pc:sldMkLst>
        <pc:spChg chg="mod">
          <ac:chgData name="Di Mattia Alessandro Edoardo Giorgio David" userId="f8954a66-e5ad-4a1c-9536-1d2117047f5f" providerId="ADAL" clId="{AC787D5D-10B8-4750-885F-805D7C9E9737}" dt="2021-08-20T15:00:08.576" v="321" actId="122"/>
          <ac:spMkLst>
            <pc:docMk/>
            <pc:sldMk cId="1062955294" sldId="302"/>
            <ac:spMk id="2" creationId="{25EF509A-071D-411C-A0B0-D4208223146E}"/>
          </ac:spMkLst>
        </pc:spChg>
        <pc:spChg chg="del">
          <ac:chgData name="Di Mattia Alessandro Edoardo Giorgio David" userId="f8954a66-e5ad-4a1c-9536-1d2117047f5f" providerId="ADAL" clId="{AC787D5D-10B8-4750-885F-805D7C9E9737}" dt="2021-08-20T14:59:42.063" v="318"/>
          <ac:spMkLst>
            <pc:docMk/>
            <pc:sldMk cId="1062955294" sldId="302"/>
            <ac:spMk id="3" creationId="{BE19CB99-A33A-4A01-9905-9D0C3914D9D2}"/>
          </ac:spMkLst>
        </pc:spChg>
        <pc:picChg chg="add mod">
          <ac:chgData name="Di Mattia Alessandro Edoardo Giorgio David" userId="f8954a66-e5ad-4a1c-9536-1d2117047f5f" providerId="ADAL" clId="{AC787D5D-10B8-4750-885F-805D7C9E9737}" dt="2021-08-20T15:00:15.602" v="322" actId="14100"/>
          <ac:picMkLst>
            <pc:docMk/>
            <pc:sldMk cId="1062955294" sldId="302"/>
            <ac:picMk id="4" creationId="{5ED3C2D6-63C5-460B-A836-842FEB2B0177}"/>
          </ac:picMkLst>
        </pc:picChg>
      </pc:sldChg>
      <pc:sldChg chg="modSp new mod">
        <pc:chgData name="Di Mattia Alessandro Edoardo Giorgio David" userId="f8954a66-e5ad-4a1c-9536-1d2117047f5f" providerId="ADAL" clId="{AC787D5D-10B8-4750-885F-805D7C9E9737}" dt="2021-08-20T15:09:36.335" v="398" actId="14"/>
        <pc:sldMkLst>
          <pc:docMk/>
          <pc:sldMk cId="2044962240" sldId="303"/>
        </pc:sldMkLst>
        <pc:spChg chg="mod">
          <ac:chgData name="Di Mattia Alessandro Edoardo Giorgio David" userId="f8954a66-e5ad-4a1c-9536-1d2117047f5f" providerId="ADAL" clId="{AC787D5D-10B8-4750-885F-805D7C9E9737}" dt="2021-08-20T15:00:32.711" v="325" actId="122"/>
          <ac:spMkLst>
            <pc:docMk/>
            <pc:sldMk cId="2044962240" sldId="303"/>
            <ac:spMk id="2" creationId="{29243411-1081-421F-B743-6D9D5E11545B}"/>
          </ac:spMkLst>
        </pc:spChg>
        <pc:spChg chg="mod">
          <ac:chgData name="Di Mattia Alessandro Edoardo Giorgio David" userId="f8954a66-e5ad-4a1c-9536-1d2117047f5f" providerId="ADAL" clId="{AC787D5D-10B8-4750-885F-805D7C9E9737}" dt="2021-08-20T15:09:36.335" v="398" actId="14"/>
          <ac:spMkLst>
            <pc:docMk/>
            <pc:sldMk cId="2044962240" sldId="303"/>
            <ac:spMk id="3" creationId="{2A3AA81C-414F-4D7B-9C0E-C805FF24F569}"/>
          </ac:spMkLst>
        </pc:spChg>
      </pc:sldChg>
      <pc:sldChg chg="addSp delSp modSp new mod">
        <pc:chgData name="Di Mattia Alessandro Edoardo Giorgio David" userId="f8954a66-e5ad-4a1c-9536-1d2117047f5f" providerId="ADAL" clId="{AC787D5D-10B8-4750-885F-805D7C9E9737}" dt="2021-08-20T15:12:13.433" v="412"/>
        <pc:sldMkLst>
          <pc:docMk/>
          <pc:sldMk cId="3567292898" sldId="304"/>
        </pc:sldMkLst>
        <pc:spChg chg="mod">
          <ac:chgData name="Di Mattia Alessandro Edoardo Giorgio David" userId="f8954a66-e5ad-4a1c-9536-1d2117047f5f" providerId="ADAL" clId="{AC787D5D-10B8-4750-885F-805D7C9E9737}" dt="2021-08-20T15:10:13.213" v="409" actId="122"/>
          <ac:spMkLst>
            <pc:docMk/>
            <pc:sldMk cId="3567292898" sldId="304"/>
            <ac:spMk id="2" creationId="{B9A891B8-FCF3-4D10-8095-90B579A3DB40}"/>
          </ac:spMkLst>
        </pc:spChg>
        <pc:spChg chg="add del">
          <ac:chgData name="Di Mattia Alessandro Edoardo Giorgio David" userId="f8954a66-e5ad-4a1c-9536-1d2117047f5f" providerId="ADAL" clId="{AC787D5D-10B8-4750-885F-805D7C9E9737}" dt="2021-08-20T15:12:13.433" v="412"/>
          <ac:spMkLst>
            <pc:docMk/>
            <pc:sldMk cId="3567292898" sldId="304"/>
            <ac:spMk id="3" creationId="{DB645B7F-AD3D-4CAA-AD5D-BE21722A27B2}"/>
          </ac:spMkLst>
        </pc:spChg>
        <pc:picChg chg="add del mod">
          <ac:chgData name="Di Mattia Alessandro Edoardo Giorgio David" userId="f8954a66-e5ad-4a1c-9536-1d2117047f5f" providerId="ADAL" clId="{AC787D5D-10B8-4750-885F-805D7C9E9737}" dt="2021-08-20T15:11:48.619" v="411"/>
          <ac:picMkLst>
            <pc:docMk/>
            <pc:sldMk cId="3567292898" sldId="304"/>
            <ac:picMk id="4" creationId="{A0D49A57-9517-4AB9-A940-65FDCC83E125}"/>
          </ac:picMkLst>
        </pc:picChg>
        <pc:picChg chg="add mod">
          <ac:chgData name="Di Mattia Alessandro Edoardo Giorgio David" userId="f8954a66-e5ad-4a1c-9536-1d2117047f5f" providerId="ADAL" clId="{AC787D5D-10B8-4750-885F-805D7C9E9737}" dt="2021-08-20T15:12:13.433" v="412"/>
          <ac:picMkLst>
            <pc:docMk/>
            <pc:sldMk cId="3567292898" sldId="304"/>
            <ac:picMk id="5" creationId="{4596526A-0688-4381-B13F-22A6737478DA}"/>
          </ac:picMkLst>
        </pc:picChg>
      </pc:sldChg>
      <pc:sldChg chg="modSp new mod">
        <pc:chgData name="Di Mattia Alessandro Edoardo Giorgio David" userId="f8954a66-e5ad-4a1c-9536-1d2117047f5f" providerId="ADAL" clId="{AC787D5D-10B8-4750-885F-805D7C9E9737}" dt="2021-08-20T15:21:02.985" v="455" actId="20577"/>
        <pc:sldMkLst>
          <pc:docMk/>
          <pc:sldMk cId="2754829911" sldId="305"/>
        </pc:sldMkLst>
        <pc:spChg chg="mod">
          <ac:chgData name="Di Mattia Alessandro Edoardo Giorgio David" userId="f8954a66-e5ad-4a1c-9536-1d2117047f5f" providerId="ADAL" clId="{AC787D5D-10B8-4750-885F-805D7C9E9737}" dt="2021-08-20T15:16:02.926" v="427" actId="122"/>
          <ac:spMkLst>
            <pc:docMk/>
            <pc:sldMk cId="2754829911" sldId="305"/>
            <ac:spMk id="2" creationId="{11C634F8-0591-458A-96D5-622BD02845C3}"/>
          </ac:spMkLst>
        </pc:spChg>
        <pc:spChg chg="mod">
          <ac:chgData name="Di Mattia Alessandro Edoardo Giorgio David" userId="f8954a66-e5ad-4a1c-9536-1d2117047f5f" providerId="ADAL" clId="{AC787D5D-10B8-4750-885F-805D7C9E9737}" dt="2021-08-20T15:21:02.985" v="455" actId="20577"/>
          <ac:spMkLst>
            <pc:docMk/>
            <pc:sldMk cId="2754829911" sldId="305"/>
            <ac:spMk id="3" creationId="{D47B4779-A817-46F6-AAA3-146DBB18D8B5}"/>
          </ac:spMkLst>
        </pc:spChg>
      </pc:sldChg>
      <pc:sldChg chg="modSp new mod">
        <pc:chgData name="Di Mattia Alessandro Edoardo Giorgio David" userId="f8954a66-e5ad-4a1c-9536-1d2117047f5f" providerId="ADAL" clId="{AC787D5D-10B8-4750-885F-805D7C9E9737}" dt="2021-09-13T07:45:22.023" v="535" actId="20577"/>
        <pc:sldMkLst>
          <pc:docMk/>
          <pc:sldMk cId="2464186640" sldId="328"/>
        </pc:sldMkLst>
        <pc:spChg chg="mod">
          <ac:chgData name="Di Mattia Alessandro Edoardo Giorgio David" userId="f8954a66-e5ad-4a1c-9536-1d2117047f5f" providerId="ADAL" clId="{AC787D5D-10B8-4750-885F-805D7C9E9737}" dt="2021-09-13T07:44:27.523" v="477" actId="122"/>
          <ac:spMkLst>
            <pc:docMk/>
            <pc:sldMk cId="2464186640" sldId="328"/>
            <ac:spMk id="2" creationId="{82EE1286-BABF-4A15-A594-A17AA86AA17E}"/>
          </ac:spMkLst>
        </pc:spChg>
        <pc:spChg chg="mod">
          <ac:chgData name="Di Mattia Alessandro Edoardo Giorgio David" userId="f8954a66-e5ad-4a1c-9536-1d2117047f5f" providerId="ADAL" clId="{AC787D5D-10B8-4750-885F-805D7C9E9737}" dt="2021-09-13T07:45:22.023" v="535" actId="20577"/>
          <ac:spMkLst>
            <pc:docMk/>
            <pc:sldMk cId="2464186640" sldId="328"/>
            <ac:spMk id="3" creationId="{231D52F6-E1D7-4D54-A491-B891CD004E0E}"/>
          </ac:spMkLst>
        </pc:spChg>
      </pc:sldChg>
      <pc:sldMasterChg chg="addSp modSp mod">
        <pc:chgData name="Di Mattia Alessandro Edoardo Giorgio David" userId="f8954a66-e5ad-4a1c-9536-1d2117047f5f" providerId="ADAL" clId="{AC787D5D-10B8-4750-885F-805D7C9E9737}" dt="2021-09-09T15:02:39.432" v="459" actId="1076"/>
        <pc:sldMasterMkLst>
          <pc:docMk/>
          <pc:sldMasterMk cId="626235760" sldId="2147483684"/>
        </pc:sldMasterMkLst>
        <pc:spChg chg="add mod">
          <ac:chgData name="Di Mattia Alessandro Edoardo Giorgio David" userId="f8954a66-e5ad-4a1c-9536-1d2117047f5f" providerId="ADAL" clId="{AC787D5D-10B8-4750-885F-805D7C9E9737}" dt="2021-09-09T15:02:39.432" v="459" actId="1076"/>
          <ac:spMkLst>
            <pc:docMk/>
            <pc:sldMasterMk cId="626235760" sldId="2147483684"/>
            <ac:spMk id="2" creationId="{FA771076-2E94-465D-8889-293DE5BF2F9B}"/>
          </ac:spMkLst>
        </pc:spChg>
      </pc:sldMasterChg>
    </pc:docChg>
  </pc:docChgLst>
  <pc:docChgLst>
    <pc:chgData name="Alessandro Edoardo Giorgio David" userId="f8954a66-e5ad-4a1c-9536-1d2117047f5f" providerId="ADAL" clId="{D93D8B19-FA20-47A5-B3D7-0A6BF3F53C46}"/>
    <pc:docChg chg="undo custSel addSld delSld modSld sldOrd">
      <pc:chgData name="Alessandro Edoardo Giorgio David" userId="f8954a66-e5ad-4a1c-9536-1d2117047f5f" providerId="ADAL" clId="{D93D8B19-FA20-47A5-B3D7-0A6BF3F53C46}" dt="2021-08-10T13:18:36.419" v="625"/>
      <pc:docMkLst>
        <pc:docMk/>
      </pc:docMkLst>
      <pc:sldChg chg="modSp mod">
        <pc:chgData name="Alessandro Edoardo Giorgio David" userId="f8954a66-e5ad-4a1c-9536-1d2117047f5f" providerId="ADAL" clId="{D93D8B19-FA20-47A5-B3D7-0A6BF3F53C46}" dt="2021-08-10T10:46:13.837" v="233" actId="790"/>
        <pc:sldMkLst>
          <pc:docMk/>
          <pc:sldMk cId="3153607966" sldId="280"/>
        </pc:sldMkLst>
        <pc:spChg chg="mod">
          <ac:chgData name="Alessandro Edoardo Giorgio David" userId="f8954a66-e5ad-4a1c-9536-1d2117047f5f" providerId="ADAL" clId="{D93D8B19-FA20-47A5-B3D7-0A6BF3F53C46}" dt="2021-08-10T10:46:13.837" v="233" actId="790"/>
          <ac:spMkLst>
            <pc:docMk/>
            <pc:sldMk cId="3153607966" sldId="280"/>
            <ac:spMk id="2" creationId="{683FD103-5EF1-48AB-8EC6-4C1921FB118B}"/>
          </ac:spMkLst>
        </pc:spChg>
      </pc:sldChg>
      <pc:sldChg chg="modSp new mod">
        <pc:chgData name="Alessandro Edoardo Giorgio David" userId="f8954a66-e5ad-4a1c-9536-1d2117047f5f" providerId="ADAL" clId="{D93D8B19-FA20-47A5-B3D7-0A6BF3F53C46}" dt="2021-08-10T10:28:51.472" v="62" actId="207"/>
        <pc:sldMkLst>
          <pc:docMk/>
          <pc:sldMk cId="82894947" sldId="281"/>
        </pc:sldMkLst>
        <pc:spChg chg="mod">
          <ac:chgData name="Alessandro Edoardo Giorgio David" userId="f8954a66-e5ad-4a1c-9536-1d2117047f5f" providerId="ADAL" clId="{D93D8B19-FA20-47A5-B3D7-0A6BF3F53C46}" dt="2021-08-10T10:14:51.966" v="22" actId="20577"/>
          <ac:spMkLst>
            <pc:docMk/>
            <pc:sldMk cId="82894947" sldId="281"/>
            <ac:spMk id="2" creationId="{BE245DFD-974C-438A-8A62-383465C76576}"/>
          </ac:spMkLst>
        </pc:spChg>
        <pc:spChg chg="mod">
          <ac:chgData name="Alessandro Edoardo Giorgio David" userId="f8954a66-e5ad-4a1c-9536-1d2117047f5f" providerId="ADAL" clId="{D93D8B19-FA20-47A5-B3D7-0A6BF3F53C46}" dt="2021-08-10T10:28:51.472" v="62" actId="207"/>
          <ac:spMkLst>
            <pc:docMk/>
            <pc:sldMk cId="82894947" sldId="281"/>
            <ac:spMk id="3" creationId="{3E1E0E27-35DF-4C52-9582-63B1D4BF7111}"/>
          </ac:spMkLst>
        </pc:spChg>
      </pc:sldChg>
      <pc:sldChg chg="del">
        <pc:chgData name="Alessandro Edoardo Giorgio David" userId="f8954a66-e5ad-4a1c-9536-1d2117047f5f" providerId="ADAL" clId="{D93D8B19-FA20-47A5-B3D7-0A6BF3F53C46}" dt="2021-08-10T10:13:12.792" v="0" actId="2696"/>
        <pc:sldMkLst>
          <pc:docMk/>
          <pc:sldMk cId="153053765" sldId="281"/>
        </pc:sldMkLst>
      </pc:sldChg>
      <pc:sldChg chg="del">
        <pc:chgData name="Alessandro Edoardo Giorgio David" userId="f8954a66-e5ad-4a1c-9536-1d2117047f5f" providerId="ADAL" clId="{D93D8B19-FA20-47A5-B3D7-0A6BF3F53C46}" dt="2021-08-10T10:13:12.792" v="0" actId="2696"/>
        <pc:sldMkLst>
          <pc:docMk/>
          <pc:sldMk cId="1400904179" sldId="282"/>
        </pc:sldMkLst>
      </pc:sldChg>
      <pc:sldChg chg="addSp delSp modSp new mod">
        <pc:chgData name="Alessandro Edoardo Giorgio David" userId="f8954a66-e5ad-4a1c-9536-1d2117047f5f" providerId="ADAL" clId="{D93D8B19-FA20-47A5-B3D7-0A6BF3F53C46}" dt="2021-08-10T10:38:07.634" v="232" actId="1076"/>
        <pc:sldMkLst>
          <pc:docMk/>
          <pc:sldMk cId="1895599324" sldId="282"/>
        </pc:sldMkLst>
        <pc:spChg chg="mod">
          <ac:chgData name="Alessandro Edoardo Giorgio David" userId="f8954a66-e5ad-4a1c-9536-1d2117047f5f" providerId="ADAL" clId="{D93D8B19-FA20-47A5-B3D7-0A6BF3F53C46}" dt="2021-08-10T10:16:08.123" v="32" actId="122"/>
          <ac:spMkLst>
            <pc:docMk/>
            <pc:sldMk cId="1895599324" sldId="282"/>
            <ac:spMk id="2" creationId="{87D71CA4-FA28-4119-9FA4-29A4F73E7090}"/>
          </ac:spMkLst>
        </pc:spChg>
        <pc:spChg chg="del">
          <ac:chgData name="Alessandro Edoardo Giorgio David" userId="f8954a66-e5ad-4a1c-9536-1d2117047f5f" providerId="ADAL" clId="{D93D8B19-FA20-47A5-B3D7-0A6BF3F53C46}" dt="2021-08-10T10:17:09.636" v="33"/>
          <ac:spMkLst>
            <pc:docMk/>
            <pc:sldMk cId="1895599324" sldId="282"/>
            <ac:spMk id="3" creationId="{3964FC0C-D925-4B0E-8291-EAA55CC211B1}"/>
          </ac:spMkLst>
        </pc:spChg>
        <pc:spChg chg="add del mod">
          <ac:chgData name="Alessandro Edoardo Giorgio David" userId="f8954a66-e5ad-4a1c-9536-1d2117047f5f" providerId="ADAL" clId="{D93D8B19-FA20-47A5-B3D7-0A6BF3F53C46}" dt="2021-08-10T10:37:58.383" v="230"/>
          <ac:spMkLst>
            <pc:docMk/>
            <pc:sldMk cId="1895599324" sldId="282"/>
            <ac:spMk id="6" creationId="{885E4550-8130-4F7F-9D52-4F66C2144B16}"/>
          </ac:spMkLst>
        </pc:spChg>
        <pc:spChg chg="add del mod">
          <ac:chgData name="Alessandro Edoardo Giorgio David" userId="f8954a66-e5ad-4a1c-9536-1d2117047f5f" providerId="ADAL" clId="{D93D8B19-FA20-47A5-B3D7-0A6BF3F53C46}" dt="2021-08-10T10:37:56.537" v="229"/>
          <ac:spMkLst>
            <pc:docMk/>
            <pc:sldMk cId="1895599324" sldId="282"/>
            <ac:spMk id="7" creationId="{2A424E35-37C5-4BB7-AEFD-7946AA8222DA}"/>
          </ac:spMkLst>
        </pc:spChg>
        <pc:spChg chg="add del mod">
          <ac:chgData name="Alessandro Edoardo Giorgio David" userId="f8954a66-e5ad-4a1c-9536-1d2117047f5f" providerId="ADAL" clId="{D93D8B19-FA20-47A5-B3D7-0A6BF3F53C46}" dt="2021-08-10T10:37:56.537" v="229"/>
          <ac:spMkLst>
            <pc:docMk/>
            <pc:sldMk cId="1895599324" sldId="282"/>
            <ac:spMk id="8" creationId="{44C2E0E1-D8A5-4A24-BE0B-79EC78EBE026}"/>
          </ac:spMkLst>
        </pc:spChg>
        <pc:spChg chg="add del mod">
          <ac:chgData name="Alessandro Edoardo Giorgio David" userId="f8954a66-e5ad-4a1c-9536-1d2117047f5f" providerId="ADAL" clId="{D93D8B19-FA20-47A5-B3D7-0A6BF3F53C46}" dt="2021-08-10T10:37:56.537" v="229"/>
          <ac:spMkLst>
            <pc:docMk/>
            <pc:sldMk cId="1895599324" sldId="282"/>
            <ac:spMk id="9" creationId="{8198573A-8C28-4217-A85B-862A88DCED6E}"/>
          </ac:spMkLst>
        </pc:spChg>
        <pc:spChg chg="add del mod">
          <ac:chgData name="Alessandro Edoardo Giorgio David" userId="f8954a66-e5ad-4a1c-9536-1d2117047f5f" providerId="ADAL" clId="{D93D8B19-FA20-47A5-B3D7-0A6BF3F53C46}" dt="2021-08-10T10:37:56.537" v="229"/>
          <ac:spMkLst>
            <pc:docMk/>
            <pc:sldMk cId="1895599324" sldId="282"/>
            <ac:spMk id="10" creationId="{1E390A35-27E2-40B5-8E8D-7FEEBE6CE226}"/>
          </ac:spMkLst>
        </pc:spChg>
        <pc:spChg chg="add del mod">
          <ac:chgData name="Alessandro Edoardo Giorgio David" userId="f8954a66-e5ad-4a1c-9536-1d2117047f5f" providerId="ADAL" clId="{D93D8B19-FA20-47A5-B3D7-0A6BF3F53C46}" dt="2021-08-10T10:37:56.537" v="229"/>
          <ac:spMkLst>
            <pc:docMk/>
            <pc:sldMk cId="1895599324" sldId="282"/>
            <ac:spMk id="11" creationId="{EC0EAA35-06DF-4699-993E-23771BD22099}"/>
          </ac:spMkLst>
        </pc:spChg>
        <pc:spChg chg="add del mod">
          <ac:chgData name="Alessandro Edoardo Giorgio David" userId="f8954a66-e5ad-4a1c-9536-1d2117047f5f" providerId="ADAL" clId="{D93D8B19-FA20-47A5-B3D7-0A6BF3F53C46}" dt="2021-08-10T10:37:56.537" v="229"/>
          <ac:spMkLst>
            <pc:docMk/>
            <pc:sldMk cId="1895599324" sldId="282"/>
            <ac:spMk id="12" creationId="{CA606416-93E9-42D9-AA61-D6EE5458D484}"/>
          </ac:spMkLst>
        </pc:spChg>
        <pc:spChg chg="add del mod">
          <ac:chgData name="Alessandro Edoardo Giorgio David" userId="f8954a66-e5ad-4a1c-9536-1d2117047f5f" providerId="ADAL" clId="{D93D8B19-FA20-47A5-B3D7-0A6BF3F53C46}" dt="2021-08-10T10:37:56.537" v="229"/>
          <ac:spMkLst>
            <pc:docMk/>
            <pc:sldMk cId="1895599324" sldId="282"/>
            <ac:spMk id="13" creationId="{C0340826-EC2D-45DE-B93E-F35862B6763F}"/>
          </ac:spMkLst>
        </pc:spChg>
        <pc:spChg chg="add del mod">
          <ac:chgData name="Alessandro Edoardo Giorgio David" userId="f8954a66-e5ad-4a1c-9536-1d2117047f5f" providerId="ADAL" clId="{D93D8B19-FA20-47A5-B3D7-0A6BF3F53C46}" dt="2021-08-10T10:37:56.537" v="229"/>
          <ac:spMkLst>
            <pc:docMk/>
            <pc:sldMk cId="1895599324" sldId="282"/>
            <ac:spMk id="14" creationId="{627EC2C5-ACD9-4F36-ACCB-A890F2B84790}"/>
          </ac:spMkLst>
        </pc:spChg>
        <pc:spChg chg="add del mod">
          <ac:chgData name="Alessandro Edoardo Giorgio David" userId="f8954a66-e5ad-4a1c-9536-1d2117047f5f" providerId="ADAL" clId="{D93D8B19-FA20-47A5-B3D7-0A6BF3F53C46}" dt="2021-08-10T10:37:56.537" v="229"/>
          <ac:spMkLst>
            <pc:docMk/>
            <pc:sldMk cId="1895599324" sldId="282"/>
            <ac:spMk id="15" creationId="{EB70D244-E4BC-4AFA-95F6-DAF3B8332756}"/>
          </ac:spMkLst>
        </pc:spChg>
        <pc:spChg chg="add del mod">
          <ac:chgData name="Alessandro Edoardo Giorgio David" userId="f8954a66-e5ad-4a1c-9536-1d2117047f5f" providerId="ADAL" clId="{D93D8B19-FA20-47A5-B3D7-0A6BF3F53C46}" dt="2021-08-10T10:37:56.537" v="229"/>
          <ac:spMkLst>
            <pc:docMk/>
            <pc:sldMk cId="1895599324" sldId="282"/>
            <ac:spMk id="16" creationId="{BC7EAA22-D807-4009-B776-7B37E3281949}"/>
          </ac:spMkLst>
        </pc:spChg>
        <pc:spChg chg="add del mod">
          <ac:chgData name="Alessandro Edoardo Giorgio David" userId="f8954a66-e5ad-4a1c-9536-1d2117047f5f" providerId="ADAL" clId="{D93D8B19-FA20-47A5-B3D7-0A6BF3F53C46}" dt="2021-08-10T10:37:56.537" v="229"/>
          <ac:spMkLst>
            <pc:docMk/>
            <pc:sldMk cId="1895599324" sldId="282"/>
            <ac:spMk id="17" creationId="{E6876750-ED10-4516-B12A-766615DA7F5F}"/>
          </ac:spMkLst>
        </pc:spChg>
        <pc:spChg chg="add del mod">
          <ac:chgData name="Alessandro Edoardo Giorgio David" userId="f8954a66-e5ad-4a1c-9536-1d2117047f5f" providerId="ADAL" clId="{D93D8B19-FA20-47A5-B3D7-0A6BF3F53C46}" dt="2021-08-10T10:37:56.537" v="229"/>
          <ac:spMkLst>
            <pc:docMk/>
            <pc:sldMk cId="1895599324" sldId="282"/>
            <ac:spMk id="18" creationId="{BBA170D5-161D-4106-9F6D-28DF6D145718}"/>
          </ac:spMkLst>
        </pc:spChg>
        <pc:spChg chg="add del mod">
          <ac:chgData name="Alessandro Edoardo Giorgio David" userId="f8954a66-e5ad-4a1c-9536-1d2117047f5f" providerId="ADAL" clId="{D93D8B19-FA20-47A5-B3D7-0A6BF3F53C46}" dt="2021-08-10T10:37:56.537" v="229"/>
          <ac:spMkLst>
            <pc:docMk/>
            <pc:sldMk cId="1895599324" sldId="282"/>
            <ac:spMk id="19" creationId="{42D6E6A3-2E91-458F-A94D-9CF6BCD3D80F}"/>
          </ac:spMkLst>
        </pc:spChg>
        <pc:spChg chg="add del mod">
          <ac:chgData name="Alessandro Edoardo Giorgio David" userId="f8954a66-e5ad-4a1c-9536-1d2117047f5f" providerId="ADAL" clId="{D93D8B19-FA20-47A5-B3D7-0A6BF3F53C46}" dt="2021-08-10T10:37:56.537" v="229"/>
          <ac:spMkLst>
            <pc:docMk/>
            <pc:sldMk cId="1895599324" sldId="282"/>
            <ac:spMk id="20" creationId="{CB2ED075-60A6-4645-BDDD-643E5A2D19A4}"/>
          </ac:spMkLst>
        </pc:spChg>
        <pc:spChg chg="add del mod">
          <ac:chgData name="Alessandro Edoardo Giorgio David" userId="f8954a66-e5ad-4a1c-9536-1d2117047f5f" providerId="ADAL" clId="{D93D8B19-FA20-47A5-B3D7-0A6BF3F53C46}" dt="2021-08-10T10:37:56.537" v="229"/>
          <ac:spMkLst>
            <pc:docMk/>
            <pc:sldMk cId="1895599324" sldId="282"/>
            <ac:spMk id="21" creationId="{7DCCC8F3-7542-4668-93BD-298426BC6ECA}"/>
          </ac:spMkLst>
        </pc:spChg>
        <pc:spChg chg="add del mod">
          <ac:chgData name="Alessandro Edoardo Giorgio David" userId="f8954a66-e5ad-4a1c-9536-1d2117047f5f" providerId="ADAL" clId="{D93D8B19-FA20-47A5-B3D7-0A6BF3F53C46}" dt="2021-08-10T10:37:56.537" v="229"/>
          <ac:spMkLst>
            <pc:docMk/>
            <pc:sldMk cId="1895599324" sldId="282"/>
            <ac:spMk id="22" creationId="{52C17F89-292C-43F7-92D4-F63885EC0909}"/>
          </ac:spMkLst>
        </pc:spChg>
        <pc:spChg chg="add del mod">
          <ac:chgData name="Alessandro Edoardo Giorgio David" userId="f8954a66-e5ad-4a1c-9536-1d2117047f5f" providerId="ADAL" clId="{D93D8B19-FA20-47A5-B3D7-0A6BF3F53C46}" dt="2021-08-10T10:37:56.537" v="229"/>
          <ac:spMkLst>
            <pc:docMk/>
            <pc:sldMk cId="1895599324" sldId="282"/>
            <ac:spMk id="23" creationId="{CFC0F26A-396A-423F-9A68-4FF321EC5CF6}"/>
          </ac:spMkLst>
        </pc:spChg>
        <pc:picChg chg="add del mod">
          <ac:chgData name="Alessandro Edoardo Giorgio David" userId="f8954a66-e5ad-4a1c-9536-1d2117047f5f" providerId="ADAL" clId="{D93D8B19-FA20-47A5-B3D7-0A6BF3F53C46}" dt="2021-08-10T10:37:53.344" v="227" actId="478"/>
          <ac:picMkLst>
            <pc:docMk/>
            <pc:sldMk cId="1895599324" sldId="282"/>
            <ac:picMk id="4" creationId="{C57ECC0F-431A-420F-AA1D-6673B1FA11EF}"/>
          </ac:picMkLst>
        </pc:picChg>
        <pc:picChg chg="add mod">
          <ac:chgData name="Alessandro Edoardo Giorgio David" userId="f8954a66-e5ad-4a1c-9536-1d2117047f5f" providerId="ADAL" clId="{D93D8B19-FA20-47A5-B3D7-0A6BF3F53C46}" dt="2021-08-10T10:38:07.634" v="232" actId="1076"/>
          <ac:picMkLst>
            <pc:docMk/>
            <pc:sldMk cId="1895599324" sldId="282"/>
            <ac:picMk id="24" creationId="{999DE7FE-82DE-48AD-BB23-F15CA56C5C1A}"/>
          </ac:picMkLst>
        </pc:picChg>
      </pc:sldChg>
      <pc:sldChg chg="del">
        <pc:chgData name="Alessandro Edoardo Giorgio David" userId="f8954a66-e5ad-4a1c-9536-1d2117047f5f" providerId="ADAL" clId="{D93D8B19-FA20-47A5-B3D7-0A6BF3F53C46}" dt="2021-08-10T10:13:12.792" v="0" actId="2696"/>
        <pc:sldMkLst>
          <pc:docMk/>
          <pc:sldMk cId="194577708" sldId="283"/>
        </pc:sldMkLst>
      </pc:sldChg>
      <pc:sldChg chg="modSp new mod ord">
        <pc:chgData name="Alessandro Edoardo Giorgio David" userId="f8954a66-e5ad-4a1c-9536-1d2117047f5f" providerId="ADAL" clId="{D93D8B19-FA20-47A5-B3D7-0A6BF3F53C46}" dt="2021-08-10T13:18:36.419" v="625"/>
        <pc:sldMkLst>
          <pc:docMk/>
          <pc:sldMk cId="4096371522" sldId="283"/>
        </pc:sldMkLst>
        <pc:spChg chg="mod">
          <ac:chgData name="Alessandro Edoardo Giorgio David" userId="f8954a66-e5ad-4a1c-9536-1d2117047f5f" providerId="ADAL" clId="{D93D8B19-FA20-47A5-B3D7-0A6BF3F53C46}" dt="2021-08-10T10:17:45.238" v="42" actId="122"/>
          <ac:spMkLst>
            <pc:docMk/>
            <pc:sldMk cId="4096371522" sldId="283"/>
            <ac:spMk id="2" creationId="{408B4B91-F23E-4673-8DB8-6A5A02D61CB6}"/>
          </ac:spMkLst>
        </pc:spChg>
        <pc:spChg chg="mod">
          <ac:chgData name="Alessandro Edoardo Giorgio David" userId="f8954a66-e5ad-4a1c-9536-1d2117047f5f" providerId="ADAL" clId="{D93D8B19-FA20-47A5-B3D7-0A6BF3F53C46}" dt="2021-08-10T13:14:41.330" v="611" actId="5793"/>
          <ac:spMkLst>
            <pc:docMk/>
            <pc:sldMk cId="4096371522" sldId="283"/>
            <ac:spMk id="3" creationId="{83BD5FD3-58A3-4593-BA71-B00F2D7F8C6A}"/>
          </ac:spMkLst>
        </pc:spChg>
      </pc:sldChg>
      <pc:sldChg chg="modSp new mod">
        <pc:chgData name="Alessandro Edoardo Giorgio David" userId="f8954a66-e5ad-4a1c-9536-1d2117047f5f" providerId="ADAL" clId="{D93D8B19-FA20-47A5-B3D7-0A6BF3F53C46}" dt="2021-08-10T10:52:43.487" v="551" actId="20577"/>
        <pc:sldMkLst>
          <pc:docMk/>
          <pc:sldMk cId="2952385952" sldId="284"/>
        </pc:sldMkLst>
        <pc:spChg chg="mod">
          <ac:chgData name="Alessandro Edoardo Giorgio David" userId="f8954a66-e5ad-4a1c-9536-1d2117047f5f" providerId="ADAL" clId="{D93D8B19-FA20-47A5-B3D7-0A6BF3F53C46}" dt="2021-08-10T10:47:33.137" v="259" actId="790"/>
          <ac:spMkLst>
            <pc:docMk/>
            <pc:sldMk cId="2952385952" sldId="284"/>
            <ac:spMk id="2" creationId="{A77BED49-8D96-4399-83D4-396828225BE7}"/>
          </ac:spMkLst>
        </pc:spChg>
        <pc:spChg chg="mod">
          <ac:chgData name="Alessandro Edoardo Giorgio David" userId="f8954a66-e5ad-4a1c-9536-1d2117047f5f" providerId="ADAL" clId="{D93D8B19-FA20-47A5-B3D7-0A6BF3F53C46}" dt="2021-08-10T10:52:43.487" v="551" actId="20577"/>
          <ac:spMkLst>
            <pc:docMk/>
            <pc:sldMk cId="2952385952" sldId="284"/>
            <ac:spMk id="3" creationId="{23098DAD-D0EB-4E6F-83C4-BF0416B344FF}"/>
          </ac:spMkLst>
        </pc:spChg>
      </pc:sldChg>
      <pc:sldChg chg="del">
        <pc:chgData name="Alessandro Edoardo Giorgio David" userId="f8954a66-e5ad-4a1c-9536-1d2117047f5f" providerId="ADAL" clId="{D93D8B19-FA20-47A5-B3D7-0A6BF3F53C46}" dt="2021-08-10T10:13:12.792" v="0" actId="2696"/>
        <pc:sldMkLst>
          <pc:docMk/>
          <pc:sldMk cId="3040764519" sldId="284"/>
        </pc:sldMkLst>
      </pc:sldChg>
      <pc:sldChg chg="del">
        <pc:chgData name="Alessandro Edoardo Giorgio David" userId="f8954a66-e5ad-4a1c-9536-1d2117047f5f" providerId="ADAL" clId="{D93D8B19-FA20-47A5-B3D7-0A6BF3F53C46}" dt="2021-08-10T10:13:12.792" v="0" actId="2696"/>
        <pc:sldMkLst>
          <pc:docMk/>
          <pc:sldMk cId="1677543011" sldId="285"/>
        </pc:sldMkLst>
      </pc:sldChg>
      <pc:sldChg chg="addSp delSp modSp new mod">
        <pc:chgData name="Alessandro Edoardo Giorgio David" userId="f8954a66-e5ad-4a1c-9536-1d2117047f5f" providerId="ADAL" clId="{D93D8B19-FA20-47A5-B3D7-0A6BF3F53C46}" dt="2021-08-10T13:12:18.984" v="608" actId="1076"/>
        <pc:sldMkLst>
          <pc:docMk/>
          <pc:sldMk cId="2360709121" sldId="285"/>
        </pc:sldMkLst>
        <pc:spChg chg="add del mod">
          <ac:chgData name="Alessandro Edoardo Giorgio David" userId="f8954a66-e5ad-4a1c-9536-1d2117047f5f" providerId="ADAL" clId="{D93D8B19-FA20-47A5-B3D7-0A6BF3F53C46}" dt="2021-08-10T13:10:40.139" v="601" actId="122"/>
          <ac:spMkLst>
            <pc:docMk/>
            <pc:sldMk cId="2360709121" sldId="285"/>
            <ac:spMk id="2" creationId="{850F8AE4-D095-492B-B6BD-51B7ED3135F8}"/>
          </ac:spMkLst>
        </pc:spChg>
        <pc:spChg chg="add del">
          <ac:chgData name="Alessandro Edoardo Giorgio David" userId="f8954a66-e5ad-4a1c-9536-1d2117047f5f" providerId="ADAL" clId="{D93D8B19-FA20-47A5-B3D7-0A6BF3F53C46}" dt="2021-08-10T13:12:03.331" v="606"/>
          <ac:spMkLst>
            <pc:docMk/>
            <pc:sldMk cId="2360709121" sldId="285"/>
            <ac:spMk id="3" creationId="{929EB4A7-08BB-45A8-B065-13489C10CDB2}"/>
          </ac:spMkLst>
        </pc:spChg>
        <pc:spChg chg="add del mod">
          <ac:chgData name="Alessandro Edoardo Giorgio David" userId="f8954a66-e5ad-4a1c-9536-1d2117047f5f" providerId="ADAL" clId="{D93D8B19-FA20-47A5-B3D7-0A6BF3F53C46}" dt="2021-08-10T13:10:19.179" v="554"/>
          <ac:spMkLst>
            <pc:docMk/>
            <pc:sldMk cId="2360709121" sldId="285"/>
            <ac:spMk id="4" creationId="{0CA50546-66E0-4814-8773-47BC0BE9B3C9}"/>
          </ac:spMkLst>
        </pc:spChg>
        <pc:picChg chg="add del mod">
          <ac:chgData name="Alessandro Edoardo Giorgio David" userId="f8954a66-e5ad-4a1c-9536-1d2117047f5f" providerId="ADAL" clId="{D93D8B19-FA20-47A5-B3D7-0A6BF3F53C46}" dt="2021-08-10T13:10:59.357" v="605"/>
          <ac:picMkLst>
            <pc:docMk/>
            <pc:sldMk cId="2360709121" sldId="285"/>
            <ac:picMk id="5" creationId="{6EDF5A3D-5180-4B47-A43F-F58ACF23AF90}"/>
          </ac:picMkLst>
        </pc:picChg>
        <pc:picChg chg="add mod">
          <ac:chgData name="Alessandro Edoardo Giorgio David" userId="f8954a66-e5ad-4a1c-9536-1d2117047f5f" providerId="ADAL" clId="{D93D8B19-FA20-47A5-B3D7-0A6BF3F53C46}" dt="2021-08-10T13:12:18.984" v="608" actId="1076"/>
          <ac:picMkLst>
            <pc:docMk/>
            <pc:sldMk cId="2360709121" sldId="285"/>
            <ac:picMk id="6" creationId="{FB3986C0-44F4-4DC9-9E52-F7C4AC423527}"/>
          </ac:picMkLst>
        </pc:picChg>
      </pc:sldChg>
      <pc:sldChg chg="addSp delSp modSp new mod">
        <pc:chgData name="Alessandro Edoardo Giorgio David" userId="f8954a66-e5ad-4a1c-9536-1d2117047f5f" providerId="ADAL" clId="{D93D8B19-FA20-47A5-B3D7-0A6BF3F53C46}" dt="2021-08-10T13:16:24.708" v="623" actId="122"/>
        <pc:sldMkLst>
          <pc:docMk/>
          <pc:sldMk cId="2169398848" sldId="286"/>
        </pc:sldMkLst>
        <pc:spChg chg="mod">
          <ac:chgData name="Alessandro Edoardo Giorgio David" userId="f8954a66-e5ad-4a1c-9536-1d2117047f5f" providerId="ADAL" clId="{D93D8B19-FA20-47A5-B3D7-0A6BF3F53C46}" dt="2021-08-10T13:16:24.708" v="623" actId="122"/>
          <ac:spMkLst>
            <pc:docMk/>
            <pc:sldMk cId="2169398848" sldId="286"/>
            <ac:spMk id="2" creationId="{E0281D5F-2FF9-472A-9E43-1E0BA5F276EA}"/>
          </ac:spMkLst>
        </pc:spChg>
        <pc:spChg chg="del">
          <ac:chgData name="Alessandro Edoardo Giorgio David" userId="f8954a66-e5ad-4a1c-9536-1d2117047f5f" providerId="ADAL" clId="{D93D8B19-FA20-47A5-B3D7-0A6BF3F53C46}" dt="2021-08-10T13:16:09.427" v="615"/>
          <ac:spMkLst>
            <pc:docMk/>
            <pc:sldMk cId="2169398848" sldId="286"/>
            <ac:spMk id="3" creationId="{3AEEC441-A224-4D27-A026-424493F51DF7}"/>
          </ac:spMkLst>
        </pc:spChg>
        <pc:picChg chg="add mod">
          <ac:chgData name="Alessandro Edoardo Giorgio David" userId="f8954a66-e5ad-4a1c-9536-1d2117047f5f" providerId="ADAL" clId="{D93D8B19-FA20-47A5-B3D7-0A6BF3F53C46}" dt="2021-08-10T13:16:17.535" v="617" actId="14100"/>
          <ac:picMkLst>
            <pc:docMk/>
            <pc:sldMk cId="2169398848" sldId="286"/>
            <ac:picMk id="4" creationId="{01EEE091-4AAC-4560-B6DB-CFE94541A2DF}"/>
          </ac:picMkLst>
        </pc:picChg>
      </pc:sldChg>
      <pc:sldChg chg="del">
        <pc:chgData name="Alessandro Edoardo Giorgio David" userId="f8954a66-e5ad-4a1c-9536-1d2117047f5f" providerId="ADAL" clId="{D93D8B19-FA20-47A5-B3D7-0A6BF3F53C46}" dt="2021-08-10T10:13:12.792" v="0" actId="2696"/>
        <pc:sldMkLst>
          <pc:docMk/>
          <pc:sldMk cId="2456525904" sldId="286"/>
        </pc:sldMkLst>
      </pc:sldChg>
      <pc:sldChg chg="del">
        <pc:chgData name="Alessandro Edoardo Giorgio David" userId="f8954a66-e5ad-4a1c-9536-1d2117047f5f" providerId="ADAL" clId="{D93D8B19-FA20-47A5-B3D7-0A6BF3F53C46}" dt="2021-08-10T10:13:12.792" v="0" actId="2696"/>
        <pc:sldMkLst>
          <pc:docMk/>
          <pc:sldMk cId="2542539799" sldId="287"/>
        </pc:sldMkLst>
      </pc:sldChg>
      <pc:sldChg chg="del">
        <pc:chgData name="Alessandro Edoardo Giorgio David" userId="f8954a66-e5ad-4a1c-9536-1d2117047f5f" providerId="ADAL" clId="{D93D8B19-FA20-47A5-B3D7-0A6BF3F53C46}" dt="2021-08-10T10:13:12.792" v="0" actId="2696"/>
        <pc:sldMkLst>
          <pc:docMk/>
          <pc:sldMk cId="776110747" sldId="288"/>
        </pc:sldMkLst>
      </pc:sldChg>
      <pc:sldChg chg="del">
        <pc:chgData name="Alessandro Edoardo Giorgio David" userId="f8954a66-e5ad-4a1c-9536-1d2117047f5f" providerId="ADAL" clId="{D93D8B19-FA20-47A5-B3D7-0A6BF3F53C46}" dt="2021-08-10T10:13:12.792" v="0" actId="2696"/>
        <pc:sldMkLst>
          <pc:docMk/>
          <pc:sldMk cId="3865763563" sldId="289"/>
        </pc:sldMkLst>
      </pc:sldChg>
      <pc:sldChg chg="del">
        <pc:chgData name="Alessandro Edoardo Giorgio David" userId="f8954a66-e5ad-4a1c-9536-1d2117047f5f" providerId="ADAL" clId="{D93D8B19-FA20-47A5-B3D7-0A6BF3F53C46}" dt="2021-08-10T10:13:12.792" v="0" actId="2696"/>
        <pc:sldMkLst>
          <pc:docMk/>
          <pc:sldMk cId="3364959005" sldId="290"/>
        </pc:sldMkLst>
      </pc:sldChg>
      <pc:sldChg chg="del">
        <pc:chgData name="Alessandro Edoardo Giorgio David" userId="f8954a66-e5ad-4a1c-9536-1d2117047f5f" providerId="ADAL" clId="{D93D8B19-FA20-47A5-B3D7-0A6BF3F53C46}" dt="2021-08-10T10:13:12.792" v="0" actId="2696"/>
        <pc:sldMkLst>
          <pc:docMk/>
          <pc:sldMk cId="1841476595" sldId="291"/>
        </pc:sldMkLst>
      </pc:sldChg>
      <pc:sldChg chg="del">
        <pc:chgData name="Alessandro Edoardo Giorgio David" userId="f8954a66-e5ad-4a1c-9536-1d2117047f5f" providerId="ADAL" clId="{D93D8B19-FA20-47A5-B3D7-0A6BF3F53C46}" dt="2021-08-10T10:13:12.792" v="0" actId="2696"/>
        <pc:sldMkLst>
          <pc:docMk/>
          <pc:sldMk cId="182014483" sldId="292"/>
        </pc:sldMkLst>
      </pc:sldChg>
      <pc:sldChg chg="del">
        <pc:chgData name="Alessandro Edoardo Giorgio David" userId="f8954a66-e5ad-4a1c-9536-1d2117047f5f" providerId="ADAL" clId="{D93D8B19-FA20-47A5-B3D7-0A6BF3F53C46}" dt="2021-08-10T10:13:12.792" v="0" actId="2696"/>
        <pc:sldMkLst>
          <pc:docMk/>
          <pc:sldMk cId="2079178667" sldId="293"/>
        </pc:sldMkLst>
      </pc:sldChg>
      <pc:sldChg chg="del">
        <pc:chgData name="Alessandro Edoardo Giorgio David" userId="f8954a66-e5ad-4a1c-9536-1d2117047f5f" providerId="ADAL" clId="{D93D8B19-FA20-47A5-B3D7-0A6BF3F53C46}" dt="2021-08-10T10:13:12.792" v="0" actId="2696"/>
        <pc:sldMkLst>
          <pc:docMk/>
          <pc:sldMk cId="2484884542" sldId="294"/>
        </pc:sldMkLst>
      </pc:sldChg>
      <pc:sldChg chg="del">
        <pc:chgData name="Alessandro Edoardo Giorgio David" userId="f8954a66-e5ad-4a1c-9536-1d2117047f5f" providerId="ADAL" clId="{D93D8B19-FA20-47A5-B3D7-0A6BF3F53C46}" dt="2021-08-10T10:13:12.792" v="0" actId="2696"/>
        <pc:sldMkLst>
          <pc:docMk/>
          <pc:sldMk cId="2761851639" sldId="295"/>
        </pc:sldMkLst>
      </pc:sldChg>
      <pc:sldChg chg="del">
        <pc:chgData name="Alessandro Edoardo Giorgio David" userId="f8954a66-e5ad-4a1c-9536-1d2117047f5f" providerId="ADAL" clId="{D93D8B19-FA20-47A5-B3D7-0A6BF3F53C46}" dt="2021-08-10T10:13:12.792" v="0" actId="2696"/>
        <pc:sldMkLst>
          <pc:docMk/>
          <pc:sldMk cId="3877361358" sldId="296"/>
        </pc:sldMkLst>
      </pc:sldChg>
      <pc:sldChg chg="del">
        <pc:chgData name="Alessandro Edoardo Giorgio David" userId="f8954a66-e5ad-4a1c-9536-1d2117047f5f" providerId="ADAL" clId="{D93D8B19-FA20-47A5-B3D7-0A6BF3F53C46}" dt="2021-08-10T10:13:12.792" v="0" actId="2696"/>
        <pc:sldMkLst>
          <pc:docMk/>
          <pc:sldMk cId="3622387223" sldId="297"/>
        </pc:sldMkLst>
      </pc:sldChg>
      <pc:sldChg chg="del">
        <pc:chgData name="Alessandro Edoardo Giorgio David" userId="f8954a66-e5ad-4a1c-9536-1d2117047f5f" providerId="ADAL" clId="{D93D8B19-FA20-47A5-B3D7-0A6BF3F53C46}" dt="2021-08-10T10:13:12.792" v="0" actId="2696"/>
        <pc:sldMkLst>
          <pc:docMk/>
          <pc:sldMk cId="1407459007" sldId="298"/>
        </pc:sldMkLst>
      </pc:sldChg>
      <pc:sldChg chg="del">
        <pc:chgData name="Alessandro Edoardo Giorgio David" userId="f8954a66-e5ad-4a1c-9536-1d2117047f5f" providerId="ADAL" clId="{D93D8B19-FA20-47A5-B3D7-0A6BF3F53C46}" dt="2021-08-10T10:13:12.792" v="0" actId="2696"/>
        <pc:sldMkLst>
          <pc:docMk/>
          <pc:sldMk cId="2518038807" sldId="299"/>
        </pc:sldMkLst>
      </pc:sldChg>
      <pc:sldChg chg="del">
        <pc:chgData name="Alessandro Edoardo Giorgio David" userId="f8954a66-e5ad-4a1c-9536-1d2117047f5f" providerId="ADAL" clId="{D93D8B19-FA20-47A5-B3D7-0A6BF3F53C46}" dt="2021-08-10T10:13:12.792" v="0" actId="2696"/>
        <pc:sldMkLst>
          <pc:docMk/>
          <pc:sldMk cId="3979447115" sldId="300"/>
        </pc:sldMkLst>
      </pc:sldChg>
      <pc:sldChg chg="del">
        <pc:chgData name="Alessandro Edoardo Giorgio David" userId="f8954a66-e5ad-4a1c-9536-1d2117047f5f" providerId="ADAL" clId="{D93D8B19-FA20-47A5-B3D7-0A6BF3F53C46}" dt="2021-08-10T10:13:12.792" v="0" actId="2696"/>
        <pc:sldMkLst>
          <pc:docMk/>
          <pc:sldMk cId="1821133994" sldId="301"/>
        </pc:sldMkLst>
      </pc:sldChg>
      <pc:sldChg chg="del">
        <pc:chgData name="Alessandro Edoardo Giorgio David" userId="f8954a66-e5ad-4a1c-9536-1d2117047f5f" providerId="ADAL" clId="{D93D8B19-FA20-47A5-B3D7-0A6BF3F53C46}" dt="2021-08-10T10:13:12.792" v="0" actId="2696"/>
        <pc:sldMkLst>
          <pc:docMk/>
          <pc:sldMk cId="2063098522" sldId="302"/>
        </pc:sldMkLst>
      </pc:sldChg>
      <pc:sldChg chg="del">
        <pc:chgData name="Alessandro Edoardo Giorgio David" userId="f8954a66-e5ad-4a1c-9536-1d2117047f5f" providerId="ADAL" clId="{D93D8B19-FA20-47A5-B3D7-0A6BF3F53C46}" dt="2021-08-10T10:13:12.792" v="0" actId="2696"/>
        <pc:sldMkLst>
          <pc:docMk/>
          <pc:sldMk cId="1179535889" sldId="303"/>
        </pc:sldMkLst>
      </pc:sldChg>
      <pc:sldChg chg="del">
        <pc:chgData name="Alessandro Edoardo Giorgio David" userId="f8954a66-e5ad-4a1c-9536-1d2117047f5f" providerId="ADAL" clId="{D93D8B19-FA20-47A5-B3D7-0A6BF3F53C46}" dt="2021-08-10T10:13:12.792" v="0" actId="2696"/>
        <pc:sldMkLst>
          <pc:docMk/>
          <pc:sldMk cId="2732596017" sldId="304"/>
        </pc:sldMkLst>
      </pc:sldChg>
      <pc:sldChg chg="del">
        <pc:chgData name="Alessandro Edoardo Giorgio David" userId="f8954a66-e5ad-4a1c-9536-1d2117047f5f" providerId="ADAL" clId="{D93D8B19-FA20-47A5-B3D7-0A6BF3F53C46}" dt="2021-08-10T10:13:12.792" v="0" actId="2696"/>
        <pc:sldMkLst>
          <pc:docMk/>
          <pc:sldMk cId="4087049437" sldId="305"/>
        </pc:sldMkLst>
      </pc:sldChg>
      <pc:sldChg chg="del">
        <pc:chgData name="Alessandro Edoardo Giorgio David" userId="f8954a66-e5ad-4a1c-9536-1d2117047f5f" providerId="ADAL" clId="{D93D8B19-FA20-47A5-B3D7-0A6BF3F53C46}" dt="2021-08-10T10:13:12.792" v="0" actId="2696"/>
        <pc:sldMkLst>
          <pc:docMk/>
          <pc:sldMk cId="3965762000" sldId="306"/>
        </pc:sldMkLst>
      </pc:sldChg>
      <pc:sldChg chg="del">
        <pc:chgData name="Alessandro Edoardo Giorgio David" userId="f8954a66-e5ad-4a1c-9536-1d2117047f5f" providerId="ADAL" clId="{D93D8B19-FA20-47A5-B3D7-0A6BF3F53C46}" dt="2021-08-10T10:13:12.792" v="0" actId="2696"/>
        <pc:sldMkLst>
          <pc:docMk/>
          <pc:sldMk cId="990846201" sldId="307"/>
        </pc:sldMkLst>
      </pc:sldChg>
      <pc:sldChg chg="del">
        <pc:chgData name="Alessandro Edoardo Giorgio David" userId="f8954a66-e5ad-4a1c-9536-1d2117047f5f" providerId="ADAL" clId="{D93D8B19-FA20-47A5-B3D7-0A6BF3F53C46}" dt="2021-08-10T10:13:12.792" v="0" actId="2696"/>
        <pc:sldMkLst>
          <pc:docMk/>
          <pc:sldMk cId="1459165216" sldId="308"/>
        </pc:sldMkLst>
      </pc:sldChg>
      <pc:sldChg chg="del">
        <pc:chgData name="Alessandro Edoardo Giorgio David" userId="f8954a66-e5ad-4a1c-9536-1d2117047f5f" providerId="ADAL" clId="{D93D8B19-FA20-47A5-B3D7-0A6BF3F53C46}" dt="2021-08-10T10:13:12.792" v="0" actId="2696"/>
        <pc:sldMkLst>
          <pc:docMk/>
          <pc:sldMk cId="3495603576" sldId="309"/>
        </pc:sldMkLst>
      </pc:sldChg>
      <pc:sldChg chg="del">
        <pc:chgData name="Alessandro Edoardo Giorgio David" userId="f8954a66-e5ad-4a1c-9536-1d2117047f5f" providerId="ADAL" clId="{D93D8B19-FA20-47A5-B3D7-0A6BF3F53C46}" dt="2021-08-10T10:13:12.792" v="0" actId="2696"/>
        <pc:sldMkLst>
          <pc:docMk/>
          <pc:sldMk cId="293460714" sldId="310"/>
        </pc:sldMkLst>
      </pc:sldChg>
      <pc:sldChg chg="del">
        <pc:chgData name="Alessandro Edoardo Giorgio David" userId="f8954a66-e5ad-4a1c-9536-1d2117047f5f" providerId="ADAL" clId="{D93D8B19-FA20-47A5-B3D7-0A6BF3F53C46}" dt="2021-08-10T10:13:12.792" v="0" actId="2696"/>
        <pc:sldMkLst>
          <pc:docMk/>
          <pc:sldMk cId="3345643182" sldId="311"/>
        </pc:sldMkLst>
      </pc:sldChg>
      <pc:sldChg chg="del">
        <pc:chgData name="Alessandro Edoardo Giorgio David" userId="f8954a66-e5ad-4a1c-9536-1d2117047f5f" providerId="ADAL" clId="{D93D8B19-FA20-47A5-B3D7-0A6BF3F53C46}" dt="2021-08-10T10:13:12.792" v="0" actId="2696"/>
        <pc:sldMkLst>
          <pc:docMk/>
          <pc:sldMk cId="20833125" sldId="312"/>
        </pc:sldMkLst>
      </pc:sldChg>
      <pc:sldChg chg="del">
        <pc:chgData name="Alessandro Edoardo Giorgio David" userId="f8954a66-e5ad-4a1c-9536-1d2117047f5f" providerId="ADAL" clId="{D93D8B19-FA20-47A5-B3D7-0A6BF3F53C46}" dt="2021-08-10T10:13:12.792" v="0" actId="2696"/>
        <pc:sldMkLst>
          <pc:docMk/>
          <pc:sldMk cId="240118312" sldId="313"/>
        </pc:sldMkLst>
      </pc:sldChg>
      <pc:sldChg chg="del">
        <pc:chgData name="Alessandro Edoardo Giorgio David" userId="f8954a66-e5ad-4a1c-9536-1d2117047f5f" providerId="ADAL" clId="{D93D8B19-FA20-47A5-B3D7-0A6BF3F53C46}" dt="2021-08-10T10:13:12.792" v="0" actId="2696"/>
        <pc:sldMkLst>
          <pc:docMk/>
          <pc:sldMk cId="2026102579" sldId="314"/>
        </pc:sldMkLst>
      </pc:sldChg>
      <pc:sldChg chg="del">
        <pc:chgData name="Alessandro Edoardo Giorgio David" userId="f8954a66-e5ad-4a1c-9536-1d2117047f5f" providerId="ADAL" clId="{D93D8B19-FA20-47A5-B3D7-0A6BF3F53C46}" dt="2021-08-10T10:13:12.792" v="0" actId="2696"/>
        <pc:sldMkLst>
          <pc:docMk/>
          <pc:sldMk cId="1521168260" sldId="315"/>
        </pc:sldMkLst>
      </pc:sldChg>
      <pc:sldChg chg="del">
        <pc:chgData name="Alessandro Edoardo Giorgio David" userId="f8954a66-e5ad-4a1c-9536-1d2117047f5f" providerId="ADAL" clId="{D93D8B19-FA20-47A5-B3D7-0A6BF3F53C46}" dt="2021-08-10T10:13:12.792" v="0" actId="2696"/>
        <pc:sldMkLst>
          <pc:docMk/>
          <pc:sldMk cId="3372665201" sldId="316"/>
        </pc:sldMkLst>
      </pc:sldChg>
      <pc:sldChg chg="del">
        <pc:chgData name="Alessandro Edoardo Giorgio David" userId="f8954a66-e5ad-4a1c-9536-1d2117047f5f" providerId="ADAL" clId="{D93D8B19-FA20-47A5-B3D7-0A6BF3F53C46}" dt="2021-08-10T10:13:12.792" v="0" actId="2696"/>
        <pc:sldMkLst>
          <pc:docMk/>
          <pc:sldMk cId="2461815205" sldId="317"/>
        </pc:sldMkLst>
      </pc:sldChg>
      <pc:sldChg chg="del">
        <pc:chgData name="Alessandro Edoardo Giorgio David" userId="f8954a66-e5ad-4a1c-9536-1d2117047f5f" providerId="ADAL" clId="{D93D8B19-FA20-47A5-B3D7-0A6BF3F53C46}" dt="2021-08-10T10:13:12.792" v="0" actId="2696"/>
        <pc:sldMkLst>
          <pc:docMk/>
          <pc:sldMk cId="1478560338" sldId="318"/>
        </pc:sldMkLst>
      </pc:sldChg>
      <pc:sldChg chg="del">
        <pc:chgData name="Alessandro Edoardo Giorgio David" userId="f8954a66-e5ad-4a1c-9536-1d2117047f5f" providerId="ADAL" clId="{D93D8B19-FA20-47A5-B3D7-0A6BF3F53C46}" dt="2021-08-10T10:13:12.792" v="0" actId="2696"/>
        <pc:sldMkLst>
          <pc:docMk/>
          <pc:sldMk cId="618932863" sldId="319"/>
        </pc:sldMkLst>
      </pc:sldChg>
      <pc:sldChg chg="del">
        <pc:chgData name="Alessandro Edoardo Giorgio David" userId="f8954a66-e5ad-4a1c-9536-1d2117047f5f" providerId="ADAL" clId="{D93D8B19-FA20-47A5-B3D7-0A6BF3F53C46}" dt="2021-08-10T10:13:12.792" v="0" actId="2696"/>
        <pc:sldMkLst>
          <pc:docMk/>
          <pc:sldMk cId="3339501348" sldId="320"/>
        </pc:sldMkLst>
      </pc:sldChg>
      <pc:sldChg chg="del">
        <pc:chgData name="Alessandro Edoardo Giorgio David" userId="f8954a66-e5ad-4a1c-9536-1d2117047f5f" providerId="ADAL" clId="{D93D8B19-FA20-47A5-B3D7-0A6BF3F53C46}" dt="2021-08-10T10:13:12.792" v="0" actId="2696"/>
        <pc:sldMkLst>
          <pc:docMk/>
          <pc:sldMk cId="1078668927" sldId="321"/>
        </pc:sldMkLst>
      </pc:sldChg>
      <pc:sldChg chg="del">
        <pc:chgData name="Alessandro Edoardo Giorgio David" userId="f8954a66-e5ad-4a1c-9536-1d2117047f5f" providerId="ADAL" clId="{D93D8B19-FA20-47A5-B3D7-0A6BF3F53C46}" dt="2021-08-10T10:13:12.792" v="0" actId="2696"/>
        <pc:sldMkLst>
          <pc:docMk/>
          <pc:sldMk cId="3535521216" sldId="322"/>
        </pc:sldMkLst>
      </pc:sldChg>
      <pc:sldChg chg="del">
        <pc:chgData name="Alessandro Edoardo Giorgio David" userId="f8954a66-e5ad-4a1c-9536-1d2117047f5f" providerId="ADAL" clId="{D93D8B19-FA20-47A5-B3D7-0A6BF3F53C46}" dt="2021-08-10T10:13:12.792" v="0" actId="2696"/>
        <pc:sldMkLst>
          <pc:docMk/>
          <pc:sldMk cId="879024289" sldId="323"/>
        </pc:sldMkLst>
      </pc:sldChg>
      <pc:sldChg chg="del">
        <pc:chgData name="Alessandro Edoardo Giorgio David" userId="f8954a66-e5ad-4a1c-9536-1d2117047f5f" providerId="ADAL" clId="{D93D8B19-FA20-47A5-B3D7-0A6BF3F53C46}" dt="2021-08-10T10:13:12.792" v="0" actId="2696"/>
        <pc:sldMkLst>
          <pc:docMk/>
          <pc:sldMk cId="2507292240" sldId="324"/>
        </pc:sldMkLst>
      </pc:sldChg>
      <pc:sldChg chg="del">
        <pc:chgData name="Alessandro Edoardo Giorgio David" userId="f8954a66-e5ad-4a1c-9536-1d2117047f5f" providerId="ADAL" clId="{D93D8B19-FA20-47A5-B3D7-0A6BF3F53C46}" dt="2021-08-10T10:13:12.792" v="0" actId="2696"/>
        <pc:sldMkLst>
          <pc:docMk/>
          <pc:sldMk cId="2212003161" sldId="325"/>
        </pc:sldMkLst>
      </pc:sldChg>
      <pc:sldChg chg="del">
        <pc:chgData name="Alessandro Edoardo Giorgio David" userId="f8954a66-e5ad-4a1c-9536-1d2117047f5f" providerId="ADAL" clId="{D93D8B19-FA20-47A5-B3D7-0A6BF3F53C46}" dt="2021-08-10T10:13:12.792" v="0" actId="2696"/>
        <pc:sldMkLst>
          <pc:docMk/>
          <pc:sldMk cId="1071665624" sldId="326"/>
        </pc:sldMkLst>
      </pc:sldChg>
      <pc:sldChg chg="del">
        <pc:chgData name="Alessandro Edoardo Giorgio David" userId="f8954a66-e5ad-4a1c-9536-1d2117047f5f" providerId="ADAL" clId="{D93D8B19-FA20-47A5-B3D7-0A6BF3F53C46}" dt="2021-08-10T10:13:12.792" v="0" actId="2696"/>
        <pc:sldMkLst>
          <pc:docMk/>
          <pc:sldMk cId="2140800234" sldId="327"/>
        </pc:sldMkLst>
      </pc:sldChg>
      <pc:sldChg chg="del">
        <pc:chgData name="Alessandro Edoardo Giorgio David" userId="f8954a66-e5ad-4a1c-9536-1d2117047f5f" providerId="ADAL" clId="{D93D8B19-FA20-47A5-B3D7-0A6BF3F53C46}" dt="2021-08-10T10:13:12.792" v="0" actId="2696"/>
        <pc:sldMkLst>
          <pc:docMk/>
          <pc:sldMk cId="2741554749" sldId="328"/>
        </pc:sldMkLst>
      </pc:sldChg>
      <pc:sldChg chg="del">
        <pc:chgData name="Alessandro Edoardo Giorgio David" userId="f8954a66-e5ad-4a1c-9536-1d2117047f5f" providerId="ADAL" clId="{D93D8B19-FA20-47A5-B3D7-0A6BF3F53C46}" dt="2021-08-10T10:13:12.792" v="0" actId="2696"/>
        <pc:sldMkLst>
          <pc:docMk/>
          <pc:sldMk cId="1026349041" sldId="329"/>
        </pc:sldMkLst>
      </pc:sldChg>
      <pc:sldChg chg="del">
        <pc:chgData name="Alessandro Edoardo Giorgio David" userId="f8954a66-e5ad-4a1c-9536-1d2117047f5f" providerId="ADAL" clId="{D93D8B19-FA20-47A5-B3D7-0A6BF3F53C46}" dt="2021-08-10T10:13:12.792" v="0" actId="2696"/>
        <pc:sldMkLst>
          <pc:docMk/>
          <pc:sldMk cId="2892898324" sldId="330"/>
        </pc:sldMkLst>
      </pc:sldChg>
      <pc:sldChg chg="del">
        <pc:chgData name="Alessandro Edoardo Giorgio David" userId="f8954a66-e5ad-4a1c-9536-1d2117047f5f" providerId="ADAL" clId="{D93D8B19-FA20-47A5-B3D7-0A6BF3F53C46}" dt="2021-08-10T10:13:12.792" v="0" actId="2696"/>
        <pc:sldMkLst>
          <pc:docMk/>
          <pc:sldMk cId="3188304425" sldId="331"/>
        </pc:sldMkLst>
      </pc:sldChg>
      <pc:sldChg chg="del">
        <pc:chgData name="Alessandro Edoardo Giorgio David" userId="f8954a66-e5ad-4a1c-9536-1d2117047f5f" providerId="ADAL" clId="{D93D8B19-FA20-47A5-B3D7-0A6BF3F53C46}" dt="2021-08-10T10:13:12.792" v="0" actId="2696"/>
        <pc:sldMkLst>
          <pc:docMk/>
          <pc:sldMk cId="3922909339" sldId="332"/>
        </pc:sldMkLst>
      </pc:sldChg>
      <pc:sldChg chg="del">
        <pc:chgData name="Alessandro Edoardo Giorgio David" userId="f8954a66-e5ad-4a1c-9536-1d2117047f5f" providerId="ADAL" clId="{D93D8B19-FA20-47A5-B3D7-0A6BF3F53C46}" dt="2021-08-10T10:13:12.792" v="0" actId="2696"/>
        <pc:sldMkLst>
          <pc:docMk/>
          <pc:sldMk cId="1049072842" sldId="333"/>
        </pc:sldMkLst>
      </pc:sldChg>
      <pc:sldChg chg="del">
        <pc:chgData name="Alessandro Edoardo Giorgio David" userId="f8954a66-e5ad-4a1c-9536-1d2117047f5f" providerId="ADAL" clId="{D93D8B19-FA20-47A5-B3D7-0A6BF3F53C46}" dt="2021-08-10T10:13:12.792" v="0" actId="2696"/>
        <pc:sldMkLst>
          <pc:docMk/>
          <pc:sldMk cId="2210811804" sldId="334"/>
        </pc:sldMkLst>
      </pc:sldChg>
      <pc:sldChg chg="del">
        <pc:chgData name="Alessandro Edoardo Giorgio David" userId="f8954a66-e5ad-4a1c-9536-1d2117047f5f" providerId="ADAL" clId="{D93D8B19-FA20-47A5-B3D7-0A6BF3F53C46}" dt="2021-08-10T10:13:12.792" v="0" actId="2696"/>
        <pc:sldMkLst>
          <pc:docMk/>
          <pc:sldMk cId="2200792181" sldId="335"/>
        </pc:sldMkLst>
      </pc:sldChg>
      <pc:sldChg chg="del">
        <pc:chgData name="Alessandro Edoardo Giorgio David" userId="f8954a66-e5ad-4a1c-9536-1d2117047f5f" providerId="ADAL" clId="{D93D8B19-FA20-47A5-B3D7-0A6BF3F53C46}" dt="2021-08-10T10:13:12.792" v="0" actId="2696"/>
        <pc:sldMkLst>
          <pc:docMk/>
          <pc:sldMk cId="2223886345" sldId="336"/>
        </pc:sldMkLst>
      </pc:sldChg>
      <pc:sldChg chg="del">
        <pc:chgData name="Alessandro Edoardo Giorgio David" userId="f8954a66-e5ad-4a1c-9536-1d2117047f5f" providerId="ADAL" clId="{D93D8B19-FA20-47A5-B3D7-0A6BF3F53C46}" dt="2021-08-10T10:13:12.792" v="0" actId="2696"/>
        <pc:sldMkLst>
          <pc:docMk/>
          <pc:sldMk cId="2386622032" sldId="337"/>
        </pc:sldMkLst>
      </pc:sldChg>
      <pc:sldChg chg="del">
        <pc:chgData name="Alessandro Edoardo Giorgio David" userId="f8954a66-e5ad-4a1c-9536-1d2117047f5f" providerId="ADAL" clId="{D93D8B19-FA20-47A5-B3D7-0A6BF3F53C46}" dt="2021-08-10T10:13:12.792" v="0" actId="2696"/>
        <pc:sldMkLst>
          <pc:docMk/>
          <pc:sldMk cId="863600783" sldId="338"/>
        </pc:sldMkLst>
      </pc:sldChg>
      <pc:sldChg chg="del">
        <pc:chgData name="Alessandro Edoardo Giorgio David" userId="f8954a66-e5ad-4a1c-9536-1d2117047f5f" providerId="ADAL" clId="{D93D8B19-FA20-47A5-B3D7-0A6BF3F53C46}" dt="2021-08-10T10:13:12.792" v="0" actId="2696"/>
        <pc:sldMkLst>
          <pc:docMk/>
          <pc:sldMk cId="3760396929" sldId="339"/>
        </pc:sldMkLst>
      </pc:sldChg>
      <pc:sldChg chg="del">
        <pc:chgData name="Alessandro Edoardo Giorgio David" userId="f8954a66-e5ad-4a1c-9536-1d2117047f5f" providerId="ADAL" clId="{D93D8B19-FA20-47A5-B3D7-0A6BF3F53C46}" dt="2021-08-10T10:13:12.792" v="0" actId="2696"/>
        <pc:sldMkLst>
          <pc:docMk/>
          <pc:sldMk cId="4043709138" sldId="340"/>
        </pc:sldMkLst>
      </pc:sldChg>
    </pc:docChg>
  </pc:docChgLst>
  <pc:docChgLst>
    <pc:chgData name="Di Mattia Alessandro Edoardo Giorgio David" userId="f8954a66-e5ad-4a1c-9536-1d2117047f5f" providerId="ADAL" clId="{CFBF690A-D719-48D2-92B8-B5819DB24AC8}"/>
    <pc:docChg chg="undo custSel addSld modSld">
      <pc:chgData name="Di Mattia Alessandro Edoardo Giorgio David" userId="f8954a66-e5ad-4a1c-9536-1d2117047f5f" providerId="ADAL" clId="{CFBF690A-D719-48D2-92B8-B5819DB24AC8}" dt="2021-08-09T15:53:44.291" v="1952" actId="20577"/>
      <pc:docMkLst>
        <pc:docMk/>
      </pc:docMkLst>
      <pc:sldChg chg="modSp mod">
        <pc:chgData name="Di Mattia Alessandro Edoardo Giorgio David" userId="f8954a66-e5ad-4a1c-9536-1d2117047f5f" providerId="ADAL" clId="{CFBF690A-D719-48D2-92B8-B5819DB24AC8}" dt="2021-08-09T14:22:54.910" v="1329" actId="207"/>
        <pc:sldMkLst>
          <pc:docMk/>
          <pc:sldMk cId="1478560338" sldId="318"/>
        </pc:sldMkLst>
        <pc:spChg chg="mod">
          <ac:chgData name="Di Mattia Alessandro Edoardo Giorgio David" userId="f8954a66-e5ad-4a1c-9536-1d2117047f5f" providerId="ADAL" clId="{CFBF690A-D719-48D2-92B8-B5819DB24AC8}" dt="2021-08-09T14:22:54.910" v="1329" actId="207"/>
          <ac:spMkLst>
            <pc:docMk/>
            <pc:sldMk cId="1478560338" sldId="318"/>
            <ac:spMk id="3" creationId="{EE5866AE-9B94-40DE-9A9A-06E3998624FB}"/>
          </ac:spMkLst>
        </pc:spChg>
      </pc:sldChg>
      <pc:sldChg chg="modSp mod">
        <pc:chgData name="Di Mattia Alessandro Edoardo Giorgio David" userId="f8954a66-e5ad-4a1c-9536-1d2117047f5f" providerId="ADAL" clId="{CFBF690A-D719-48D2-92B8-B5819DB24AC8}" dt="2021-08-08T17:39:08.540" v="749" actId="108"/>
        <pc:sldMkLst>
          <pc:docMk/>
          <pc:sldMk cId="618932863" sldId="319"/>
        </pc:sldMkLst>
        <pc:spChg chg="mod">
          <ac:chgData name="Di Mattia Alessandro Edoardo Giorgio David" userId="f8954a66-e5ad-4a1c-9536-1d2117047f5f" providerId="ADAL" clId="{CFBF690A-D719-48D2-92B8-B5819DB24AC8}" dt="2021-08-08T17:38:48.221" v="748" actId="108"/>
          <ac:spMkLst>
            <pc:docMk/>
            <pc:sldMk cId="618932863" sldId="319"/>
            <ac:spMk id="12" creationId="{3487BAA1-91F3-4148-939C-9082D3EFBEC0}"/>
          </ac:spMkLst>
        </pc:spChg>
        <pc:spChg chg="mod">
          <ac:chgData name="Di Mattia Alessandro Edoardo Giorgio David" userId="f8954a66-e5ad-4a1c-9536-1d2117047f5f" providerId="ADAL" clId="{CFBF690A-D719-48D2-92B8-B5819DB24AC8}" dt="2021-08-08T17:39:08.540" v="749" actId="108"/>
          <ac:spMkLst>
            <pc:docMk/>
            <pc:sldMk cId="618932863" sldId="319"/>
            <ac:spMk id="14" creationId="{D215CADD-3AA8-4C46-9B2F-7B1B1290C11F}"/>
          </ac:spMkLst>
        </pc:spChg>
      </pc:sldChg>
      <pc:sldChg chg="modSp mod">
        <pc:chgData name="Di Mattia Alessandro Edoardo Giorgio David" userId="f8954a66-e5ad-4a1c-9536-1d2117047f5f" providerId="ADAL" clId="{CFBF690A-D719-48D2-92B8-B5819DB24AC8}" dt="2021-08-08T17:39:51.365" v="751" actId="108"/>
        <pc:sldMkLst>
          <pc:docMk/>
          <pc:sldMk cId="3339501348" sldId="320"/>
        </pc:sldMkLst>
        <pc:spChg chg="mod">
          <ac:chgData name="Di Mattia Alessandro Edoardo Giorgio David" userId="f8954a66-e5ad-4a1c-9536-1d2117047f5f" providerId="ADAL" clId="{CFBF690A-D719-48D2-92B8-B5819DB24AC8}" dt="2021-08-08T17:39:51.365" v="751" actId="108"/>
          <ac:spMkLst>
            <pc:docMk/>
            <pc:sldMk cId="3339501348" sldId="320"/>
            <ac:spMk id="4" creationId="{CFED2F6F-3626-4CAA-B18C-531766945314}"/>
          </ac:spMkLst>
        </pc:spChg>
        <pc:spChg chg="mod">
          <ac:chgData name="Di Mattia Alessandro Edoardo Giorgio David" userId="f8954a66-e5ad-4a1c-9536-1d2117047f5f" providerId="ADAL" clId="{CFBF690A-D719-48D2-92B8-B5819DB24AC8}" dt="2021-08-08T17:39:47.031" v="750" actId="108"/>
          <ac:spMkLst>
            <pc:docMk/>
            <pc:sldMk cId="3339501348" sldId="320"/>
            <ac:spMk id="14" creationId="{8616B098-DE37-4A20-94C2-E4684B16E6F0}"/>
          </ac:spMkLst>
        </pc:spChg>
      </pc:sldChg>
      <pc:sldChg chg="modSp mod">
        <pc:chgData name="Di Mattia Alessandro Edoardo Giorgio David" userId="f8954a66-e5ad-4a1c-9536-1d2117047f5f" providerId="ADAL" clId="{CFBF690A-D719-48D2-92B8-B5819DB24AC8}" dt="2021-08-08T17:40:03.415" v="753" actId="108"/>
        <pc:sldMkLst>
          <pc:docMk/>
          <pc:sldMk cId="1078668927" sldId="321"/>
        </pc:sldMkLst>
        <pc:spChg chg="mod">
          <ac:chgData name="Di Mattia Alessandro Edoardo Giorgio David" userId="f8954a66-e5ad-4a1c-9536-1d2117047f5f" providerId="ADAL" clId="{CFBF690A-D719-48D2-92B8-B5819DB24AC8}" dt="2021-08-08T17:40:03.415" v="753" actId="108"/>
          <ac:spMkLst>
            <pc:docMk/>
            <pc:sldMk cId="1078668927" sldId="321"/>
            <ac:spMk id="7" creationId="{0FC3C149-325B-4578-9826-6EF66F667717}"/>
          </ac:spMkLst>
        </pc:spChg>
        <pc:spChg chg="mod">
          <ac:chgData name="Di Mattia Alessandro Edoardo Giorgio David" userId="f8954a66-e5ad-4a1c-9536-1d2117047f5f" providerId="ADAL" clId="{CFBF690A-D719-48D2-92B8-B5819DB24AC8}" dt="2021-08-08T17:39:59.952" v="752" actId="108"/>
          <ac:spMkLst>
            <pc:docMk/>
            <pc:sldMk cId="1078668927" sldId="321"/>
            <ac:spMk id="12" creationId="{5B0F863B-F364-4F8B-9D2A-934B17016FD5}"/>
          </ac:spMkLst>
        </pc:spChg>
      </pc:sldChg>
      <pc:sldChg chg="addSp modSp new mod setBg">
        <pc:chgData name="Di Mattia Alessandro Edoardo Giorgio David" userId="f8954a66-e5ad-4a1c-9536-1d2117047f5f" providerId="ADAL" clId="{CFBF690A-D719-48D2-92B8-B5819DB24AC8}" dt="2021-08-08T17:40:18.417" v="756"/>
        <pc:sldMkLst>
          <pc:docMk/>
          <pc:sldMk cId="3535521216" sldId="322"/>
        </pc:sldMkLst>
        <pc:spChg chg="add mod">
          <ac:chgData name="Di Mattia Alessandro Edoardo Giorgio David" userId="f8954a66-e5ad-4a1c-9536-1d2117047f5f" providerId="ADAL" clId="{CFBF690A-D719-48D2-92B8-B5819DB24AC8}" dt="2021-08-08T16:39:49.210" v="71" actId="20577"/>
          <ac:spMkLst>
            <pc:docMk/>
            <pc:sldMk cId="3535521216" sldId="322"/>
            <ac:spMk id="2" creationId="{EC727576-E01C-49B2-B415-6050BEB09417}"/>
          </ac:spMkLst>
        </pc:spChg>
        <pc:spChg chg="add mod">
          <ac:chgData name="Di Mattia Alessandro Edoardo Giorgio David" userId="f8954a66-e5ad-4a1c-9536-1d2117047f5f" providerId="ADAL" clId="{CFBF690A-D719-48D2-92B8-B5819DB24AC8}" dt="2021-08-08T16:40:59.662" v="157" actId="20577"/>
          <ac:spMkLst>
            <pc:docMk/>
            <pc:sldMk cId="3535521216" sldId="322"/>
            <ac:spMk id="3" creationId="{679C230D-DEB8-4664-B6E1-70585F169F99}"/>
          </ac:spMkLst>
        </pc:spChg>
        <pc:spChg chg="add mod">
          <ac:chgData name="Di Mattia Alessandro Edoardo Giorgio David" userId="f8954a66-e5ad-4a1c-9536-1d2117047f5f" providerId="ADAL" clId="{CFBF690A-D719-48D2-92B8-B5819DB24AC8}" dt="2021-08-08T17:40:09.364" v="754" actId="108"/>
          <ac:spMkLst>
            <pc:docMk/>
            <pc:sldMk cId="3535521216" sldId="322"/>
            <ac:spMk id="4" creationId="{84BA9142-2F18-4393-9507-27745B77C153}"/>
          </ac:spMkLst>
        </pc:spChg>
        <pc:spChg chg="add mod">
          <ac:chgData name="Di Mattia Alessandro Edoardo Giorgio David" userId="f8954a66-e5ad-4a1c-9536-1d2117047f5f" providerId="ADAL" clId="{CFBF690A-D719-48D2-92B8-B5819DB24AC8}" dt="2021-08-08T17:40:12.691" v="755" actId="108"/>
          <ac:spMkLst>
            <pc:docMk/>
            <pc:sldMk cId="3535521216" sldId="322"/>
            <ac:spMk id="5" creationId="{2E2022A0-A408-46E5-A774-DEC076549ADC}"/>
          </ac:spMkLst>
        </pc:spChg>
      </pc:sldChg>
      <pc:sldChg chg="addSp delSp modSp new mod">
        <pc:chgData name="Di Mattia Alessandro Edoardo Giorgio David" userId="f8954a66-e5ad-4a1c-9536-1d2117047f5f" providerId="ADAL" clId="{CFBF690A-D719-48D2-92B8-B5819DB24AC8}" dt="2021-08-09T10:29:26.169" v="1114" actId="20577"/>
        <pc:sldMkLst>
          <pc:docMk/>
          <pc:sldMk cId="879024289" sldId="323"/>
        </pc:sldMkLst>
        <pc:spChg chg="add del mod">
          <ac:chgData name="Di Mattia Alessandro Edoardo Giorgio David" userId="f8954a66-e5ad-4a1c-9536-1d2117047f5f" providerId="ADAL" clId="{CFBF690A-D719-48D2-92B8-B5819DB24AC8}" dt="2021-08-08T16:53:55.966" v="191"/>
          <ac:spMkLst>
            <pc:docMk/>
            <pc:sldMk cId="879024289" sldId="323"/>
            <ac:spMk id="3" creationId="{CFE02BB8-A9F5-4503-B2C7-E81886585D65}"/>
          </ac:spMkLst>
        </pc:spChg>
        <pc:spChg chg="add del mod">
          <ac:chgData name="Di Mattia Alessandro Edoardo Giorgio David" userId="f8954a66-e5ad-4a1c-9536-1d2117047f5f" providerId="ADAL" clId="{CFBF690A-D719-48D2-92B8-B5819DB24AC8}" dt="2021-08-08T17:18:05.013" v="214"/>
          <ac:spMkLst>
            <pc:docMk/>
            <pc:sldMk cId="879024289" sldId="323"/>
            <ac:spMk id="4" creationId="{6FBAF4B8-08A7-44E4-A1D1-0D38537B45E9}"/>
          </ac:spMkLst>
        </pc:spChg>
        <pc:spChg chg="add mod">
          <ac:chgData name="Di Mattia Alessandro Edoardo Giorgio David" userId="f8954a66-e5ad-4a1c-9536-1d2117047f5f" providerId="ADAL" clId="{CFBF690A-D719-48D2-92B8-B5819DB24AC8}" dt="2021-08-09T10:29:26.169" v="1114" actId="20577"/>
          <ac:spMkLst>
            <pc:docMk/>
            <pc:sldMk cId="879024289" sldId="323"/>
            <ac:spMk id="5" creationId="{9B3D4137-6E15-473C-A64B-27FDB1D899A6}"/>
          </ac:spMkLst>
        </pc:spChg>
        <pc:spChg chg="add del mod">
          <ac:chgData name="Di Mattia Alessandro Edoardo Giorgio David" userId="f8954a66-e5ad-4a1c-9536-1d2117047f5f" providerId="ADAL" clId="{CFBF690A-D719-48D2-92B8-B5819DB24AC8}" dt="2021-08-08T17:23:17.474" v="312" actId="11529"/>
          <ac:spMkLst>
            <pc:docMk/>
            <pc:sldMk cId="879024289" sldId="323"/>
            <ac:spMk id="6" creationId="{BE394CD1-FBD5-4225-8C16-03EF7BFFE769}"/>
          </ac:spMkLst>
        </pc:spChg>
        <pc:spChg chg="add mod">
          <ac:chgData name="Di Mattia Alessandro Edoardo Giorgio David" userId="f8954a66-e5ad-4a1c-9536-1d2117047f5f" providerId="ADAL" clId="{CFBF690A-D719-48D2-92B8-B5819DB24AC8}" dt="2021-08-08T17:28:17.626" v="365" actId="1076"/>
          <ac:spMkLst>
            <pc:docMk/>
            <pc:sldMk cId="879024289" sldId="323"/>
            <ac:spMk id="7" creationId="{1D0C6519-F93A-4E09-9423-7B2AF81BE097}"/>
          </ac:spMkLst>
        </pc:spChg>
        <pc:spChg chg="add mod">
          <ac:chgData name="Di Mattia Alessandro Edoardo Giorgio David" userId="f8954a66-e5ad-4a1c-9536-1d2117047f5f" providerId="ADAL" clId="{CFBF690A-D719-48D2-92B8-B5819DB24AC8}" dt="2021-08-08T17:24:44.386" v="320" actId="17032"/>
          <ac:spMkLst>
            <pc:docMk/>
            <pc:sldMk cId="879024289" sldId="323"/>
            <ac:spMk id="8" creationId="{D772A39C-F542-4550-A73B-9B799493DF91}"/>
          </ac:spMkLst>
        </pc:spChg>
        <pc:spChg chg="add mod">
          <ac:chgData name="Di Mattia Alessandro Edoardo Giorgio David" userId="f8954a66-e5ad-4a1c-9536-1d2117047f5f" providerId="ADAL" clId="{CFBF690A-D719-48D2-92B8-B5819DB24AC8}" dt="2021-08-08T17:40:33.964" v="759" actId="108"/>
          <ac:spMkLst>
            <pc:docMk/>
            <pc:sldMk cId="879024289" sldId="323"/>
            <ac:spMk id="10" creationId="{5D8FFE11-A3B1-42AB-AA3E-5E40F7E2496E}"/>
          </ac:spMkLst>
        </pc:spChg>
        <pc:spChg chg="add mod">
          <ac:chgData name="Di Mattia Alessandro Edoardo Giorgio David" userId="f8954a66-e5ad-4a1c-9536-1d2117047f5f" providerId="ADAL" clId="{CFBF690A-D719-48D2-92B8-B5819DB24AC8}" dt="2021-08-08T17:40:37.387" v="760" actId="108"/>
          <ac:spMkLst>
            <pc:docMk/>
            <pc:sldMk cId="879024289" sldId="323"/>
            <ac:spMk id="12" creationId="{817DCC48-4C4D-4A07-B87F-570545352CEB}"/>
          </ac:spMkLst>
        </pc:spChg>
        <pc:picChg chg="add mod">
          <ac:chgData name="Di Mattia Alessandro Edoardo Giorgio David" userId="f8954a66-e5ad-4a1c-9536-1d2117047f5f" providerId="ADAL" clId="{CFBF690A-D719-48D2-92B8-B5819DB24AC8}" dt="2021-08-08T17:28:09.934" v="364" actId="1076"/>
          <ac:picMkLst>
            <pc:docMk/>
            <pc:sldMk cId="879024289" sldId="323"/>
            <ac:picMk id="2" creationId="{A0A31DEA-54EF-463F-98B0-86CBB8B1CBED}"/>
          </ac:picMkLst>
        </pc:picChg>
      </pc:sldChg>
      <pc:sldChg chg="modSp add mod setBg">
        <pc:chgData name="Di Mattia Alessandro Edoardo Giorgio David" userId="f8954a66-e5ad-4a1c-9536-1d2117047f5f" providerId="ADAL" clId="{CFBF690A-D719-48D2-92B8-B5819DB24AC8}" dt="2021-08-08T17:41:53.973" v="775" actId="1076"/>
        <pc:sldMkLst>
          <pc:docMk/>
          <pc:sldMk cId="2507292240" sldId="324"/>
        </pc:sldMkLst>
        <pc:spChg chg="mod">
          <ac:chgData name="Di Mattia Alessandro Edoardo Giorgio David" userId="f8954a66-e5ad-4a1c-9536-1d2117047f5f" providerId="ADAL" clId="{CFBF690A-D719-48D2-92B8-B5819DB24AC8}" dt="2021-08-08T17:41:53.973" v="775" actId="1076"/>
          <ac:spMkLst>
            <pc:docMk/>
            <pc:sldMk cId="2507292240" sldId="324"/>
            <ac:spMk id="5" creationId="{9B3D4137-6E15-473C-A64B-27FDB1D899A6}"/>
          </ac:spMkLst>
        </pc:spChg>
        <pc:spChg chg="mod">
          <ac:chgData name="Di Mattia Alessandro Edoardo Giorgio David" userId="f8954a66-e5ad-4a1c-9536-1d2117047f5f" providerId="ADAL" clId="{CFBF690A-D719-48D2-92B8-B5819DB24AC8}" dt="2021-08-08T17:28:32.286" v="366" actId="14100"/>
          <ac:spMkLst>
            <pc:docMk/>
            <pc:sldMk cId="2507292240" sldId="324"/>
            <ac:spMk id="7" creationId="{1D0C6519-F93A-4E09-9423-7B2AF81BE097}"/>
          </ac:spMkLst>
        </pc:spChg>
        <pc:spChg chg="mod">
          <ac:chgData name="Di Mattia Alessandro Edoardo Giorgio David" userId="f8954a66-e5ad-4a1c-9536-1d2117047f5f" providerId="ADAL" clId="{CFBF690A-D719-48D2-92B8-B5819DB24AC8}" dt="2021-08-08T17:26:55.175" v="333" actId="1076"/>
          <ac:spMkLst>
            <pc:docMk/>
            <pc:sldMk cId="2507292240" sldId="324"/>
            <ac:spMk id="8" creationId="{D772A39C-F542-4550-A73B-9B799493DF91}"/>
          </ac:spMkLst>
        </pc:spChg>
        <pc:spChg chg="mod">
          <ac:chgData name="Di Mattia Alessandro Edoardo Giorgio David" userId="f8954a66-e5ad-4a1c-9536-1d2117047f5f" providerId="ADAL" clId="{CFBF690A-D719-48D2-92B8-B5819DB24AC8}" dt="2021-08-08T17:40:58.531" v="764" actId="108"/>
          <ac:spMkLst>
            <pc:docMk/>
            <pc:sldMk cId="2507292240" sldId="324"/>
            <ac:spMk id="10" creationId="{5D8FFE11-A3B1-42AB-AA3E-5E40F7E2496E}"/>
          </ac:spMkLst>
        </pc:spChg>
        <pc:spChg chg="mod">
          <ac:chgData name="Di Mattia Alessandro Edoardo Giorgio David" userId="f8954a66-e5ad-4a1c-9536-1d2117047f5f" providerId="ADAL" clId="{CFBF690A-D719-48D2-92B8-B5819DB24AC8}" dt="2021-08-08T17:41:02.102" v="765" actId="108"/>
          <ac:spMkLst>
            <pc:docMk/>
            <pc:sldMk cId="2507292240" sldId="324"/>
            <ac:spMk id="12" creationId="{817DCC48-4C4D-4A07-B87F-570545352CEB}"/>
          </ac:spMkLst>
        </pc:spChg>
        <pc:picChg chg="mod">
          <ac:chgData name="Di Mattia Alessandro Edoardo Giorgio David" userId="f8954a66-e5ad-4a1c-9536-1d2117047f5f" providerId="ADAL" clId="{CFBF690A-D719-48D2-92B8-B5819DB24AC8}" dt="2021-08-08T17:27:34.254" v="359" actId="1076"/>
          <ac:picMkLst>
            <pc:docMk/>
            <pc:sldMk cId="2507292240" sldId="324"/>
            <ac:picMk id="2" creationId="{A0A31DEA-54EF-463F-98B0-86CBB8B1CBED}"/>
          </ac:picMkLst>
        </pc:picChg>
      </pc:sldChg>
      <pc:sldChg chg="addSp delSp modSp new mod">
        <pc:chgData name="Di Mattia Alessandro Edoardo Giorgio David" userId="f8954a66-e5ad-4a1c-9536-1d2117047f5f" providerId="ADAL" clId="{CFBF690A-D719-48D2-92B8-B5819DB24AC8}" dt="2021-08-09T10:38:12.375" v="1134" actId="20577"/>
        <pc:sldMkLst>
          <pc:docMk/>
          <pc:sldMk cId="2212003161" sldId="325"/>
        </pc:sldMkLst>
        <pc:spChg chg="add del mod">
          <ac:chgData name="Di Mattia Alessandro Edoardo Giorgio David" userId="f8954a66-e5ad-4a1c-9536-1d2117047f5f" providerId="ADAL" clId="{CFBF690A-D719-48D2-92B8-B5819DB24AC8}" dt="2021-08-08T17:32:17.251" v="515"/>
          <ac:spMkLst>
            <pc:docMk/>
            <pc:sldMk cId="2212003161" sldId="325"/>
            <ac:spMk id="2" creationId="{053F468A-6B00-4E50-B268-FA6901E2578D}"/>
          </ac:spMkLst>
        </pc:spChg>
        <pc:spChg chg="add mod">
          <ac:chgData name="Di Mattia Alessandro Edoardo Giorgio David" userId="f8954a66-e5ad-4a1c-9536-1d2117047f5f" providerId="ADAL" clId="{CFBF690A-D719-48D2-92B8-B5819DB24AC8}" dt="2021-08-09T10:29:43.988" v="1122" actId="20577"/>
          <ac:spMkLst>
            <pc:docMk/>
            <pc:sldMk cId="2212003161" sldId="325"/>
            <ac:spMk id="4" creationId="{4E105DD7-ED18-4D77-BE30-789352B7F98F}"/>
          </ac:spMkLst>
        </pc:spChg>
        <pc:spChg chg="add mod">
          <ac:chgData name="Di Mattia Alessandro Edoardo Giorgio David" userId="f8954a66-e5ad-4a1c-9536-1d2117047f5f" providerId="ADAL" clId="{CFBF690A-D719-48D2-92B8-B5819DB24AC8}" dt="2021-08-08T17:42:35.960" v="784" actId="108"/>
          <ac:spMkLst>
            <pc:docMk/>
            <pc:sldMk cId="2212003161" sldId="325"/>
            <ac:spMk id="5" creationId="{6A4E8D29-91B3-43E5-BA8D-84E17885461E}"/>
          </ac:spMkLst>
        </pc:spChg>
        <pc:spChg chg="add mod">
          <ac:chgData name="Di Mattia Alessandro Edoardo Giorgio David" userId="f8954a66-e5ad-4a1c-9536-1d2117047f5f" providerId="ADAL" clId="{CFBF690A-D719-48D2-92B8-B5819DB24AC8}" dt="2021-08-09T10:38:12.375" v="1134" actId="20577"/>
          <ac:spMkLst>
            <pc:docMk/>
            <pc:sldMk cId="2212003161" sldId="325"/>
            <ac:spMk id="6" creationId="{F804A9CF-DC2A-444F-A1A9-0BEEB91832B5}"/>
          </ac:spMkLst>
        </pc:spChg>
      </pc:sldChg>
      <pc:sldChg chg="addSp modSp new mod modAnim">
        <pc:chgData name="Di Mattia Alessandro Edoardo Giorgio David" userId="f8954a66-e5ad-4a1c-9536-1d2117047f5f" providerId="ADAL" clId="{CFBF690A-D719-48D2-92B8-B5819DB24AC8}" dt="2021-08-08T17:46:20.840" v="903" actId="1076"/>
        <pc:sldMkLst>
          <pc:docMk/>
          <pc:sldMk cId="1071665624" sldId="326"/>
        </pc:sldMkLst>
        <pc:spChg chg="add mod">
          <ac:chgData name="Di Mattia Alessandro Edoardo Giorgio David" userId="f8954a66-e5ad-4a1c-9536-1d2117047f5f" providerId="ADAL" clId="{CFBF690A-D719-48D2-92B8-B5819DB24AC8}" dt="2021-08-08T17:46:20.840" v="903" actId="1076"/>
          <ac:spMkLst>
            <pc:docMk/>
            <pc:sldMk cId="1071665624" sldId="326"/>
            <ac:spMk id="4" creationId="{0F4B1099-4E99-4BF5-AD16-C39C5D90A943}"/>
          </ac:spMkLst>
        </pc:spChg>
        <pc:graphicFrameChg chg="add mod modGraphic">
          <ac:chgData name="Di Mattia Alessandro Edoardo Giorgio David" userId="f8954a66-e5ad-4a1c-9536-1d2117047f5f" providerId="ADAL" clId="{CFBF690A-D719-48D2-92B8-B5819DB24AC8}" dt="2021-08-08T17:44:20.679" v="791" actId="14100"/>
          <ac:graphicFrameMkLst>
            <pc:docMk/>
            <pc:sldMk cId="1071665624" sldId="326"/>
            <ac:graphicFrameMk id="2" creationId="{6EEB5749-7593-43BA-B938-76D1F2534684}"/>
          </ac:graphicFrameMkLst>
        </pc:graphicFrameChg>
      </pc:sldChg>
      <pc:sldChg chg="addSp delSp modSp new mod delAnim modAnim">
        <pc:chgData name="Di Mattia Alessandro Edoardo Giorgio David" userId="f8954a66-e5ad-4a1c-9536-1d2117047f5f" providerId="ADAL" clId="{CFBF690A-D719-48D2-92B8-B5819DB24AC8}" dt="2021-08-08T17:53:56.667" v="1052" actId="21"/>
        <pc:sldMkLst>
          <pc:docMk/>
          <pc:sldMk cId="2140800234" sldId="327"/>
        </pc:sldMkLst>
        <pc:spChg chg="add mod">
          <ac:chgData name="Di Mattia Alessandro Edoardo Giorgio David" userId="f8954a66-e5ad-4a1c-9536-1d2117047f5f" providerId="ADAL" clId="{CFBF690A-D719-48D2-92B8-B5819DB24AC8}" dt="2021-08-08T17:50:29.420" v="1006" actId="122"/>
          <ac:spMkLst>
            <pc:docMk/>
            <pc:sldMk cId="2140800234" sldId="327"/>
            <ac:spMk id="3" creationId="{C22EA0BD-83CD-47CE-879C-B8E676000576}"/>
          </ac:spMkLst>
        </pc:spChg>
        <pc:spChg chg="add del mod">
          <ac:chgData name="Di Mattia Alessandro Edoardo Giorgio David" userId="f8954a66-e5ad-4a1c-9536-1d2117047f5f" providerId="ADAL" clId="{CFBF690A-D719-48D2-92B8-B5819DB24AC8}" dt="2021-08-08T17:53:53.511" v="1051" actId="478"/>
          <ac:spMkLst>
            <pc:docMk/>
            <pc:sldMk cId="2140800234" sldId="327"/>
            <ac:spMk id="5" creationId="{C88AE3D3-E6E7-41FE-B1A4-5DEF776F9451}"/>
          </ac:spMkLst>
        </pc:spChg>
        <pc:spChg chg="add del mod">
          <ac:chgData name="Di Mattia Alessandro Edoardo Giorgio David" userId="f8954a66-e5ad-4a1c-9536-1d2117047f5f" providerId="ADAL" clId="{CFBF690A-D719-48D2-92B8-B5819DB24AC8}" dt="2021-08-08T17:53:56.667" v="1052" actId="21"/>
          <ac:spMkLst>
            <pc:docMk/>
            <pc:sldMk cId="2140800234" sldId="327"/>
            <ac:spMk id="7" creationId="{9AE07881-68E1-48B5-A96C-E07F0AA11531}"/>
          </ac:spMkLst>
        </pc:spChg>
        <pc:graphicFrameChg chg="add mod">
          <ac:chgData name="Di Mattia Alessandro Edoardo Giorgio David" userId="f8954a66-e5ad-4a1c-9536-1d2117047f5f" providerId="ADAL" clId="{CFBF690A-D719-48D2-92B8-B5819DB24AC8}" dt="2021-08-08T17:47:05.493" v="905"/>
          <ac:graphicFrameMkLst>
            <pc:docMk/>
            <pc:sldMk cId="2140800234" sldId="327"/>
            <ac:graphicFrameMk id="2" creationId="{876DC8AA-98E3-43C1-ACE4-6D79802114D8}"/>
          </ac:graphicFrameMkLst>
        </pc:graphicFrameChg>
        <pc:picChg chg="add mod">
          <ac:chgData name="Di Mattia Alessandro Edoardo Giorgio David" userId="f8954a66-e5ad-4a1c-9536-1d2117047f5f" providerId="ADAL" clId="{CFBF690A-D719-48D2-92B8-B5819DB24AC8}" dt="2021-08-08T17:51:25.496" v="1008" actId="1076"/>
          <ac:picMkLst>
            <pc:docMk/>
            <pc:sldMk cId="2140800234" sldId="327"/>
            <ac:picMk id="4" creationId="{11755E01-2AF0-4A03-8D26-D68F2F0651E1}"/>
          </ac:picMkLst>
        </pc:picChg>
        <pc:picChg chg="add del">
          <ac:chgData name="Di Mattia Alessandro Edoardo Giorgio David" userId="f8954a66-e5ad-4a1c-9536-1d2117047f5f" providerId="ADAL" clId="{CFBF690A-D719-48D2-92B8-B5819DB24AC8}" dt="2021-08-08T17:52:57.698" v="1044"/>
          <ac:picMkLst>
            <pc:docMk/>
            <pc:sldMk cId="2140800234" sldId="327"/>
            <ac:picMk id="6" creationId="{35FF09AC-8AE0-4139-BFE7-03A3FF6204A2}"/>
          </ac:picMkLst>
        </pc:picChg>
      </pc:sldChg>
      <pc:sldChg chg="addSp delSp modSp new mod delAnim modAnim">
        <pc:chgData name="Di Mattia Alessandro Edoardo Giorgio David" userId="f8954a66-e5ad-4a1c-9536-1d2117047f5f" providerId="ADAL" clId="{CFBF690A-D719-48D2-92B8-B5819DB24AC8}" dt="2021-08-09T10:35:30.787" v="1123" actId="20577"/>
        <pc:sldMkLst>
          <pc:docMk/>
          <pc:sldMk cId="2741554749" sldId="328"/>
        </pc:sldMkLst>
        <pc:spChg chg="add mod">
          <ac:chgData name="Di Mattia Alessandro Edoardo Giorgio David" userId="f8954a66-e5ad-4a1c-9536-1d2117047f5f" providerId="ADAL" clId="{CFBF690A-D719-48D2-92B8-B5819DB24AC8}" dt="2021-08-09T10:35:30.787" v="1123" actId="20577"/>
          <ac:spMkLst>
            <pc:docMk/>
            <pc:sldMk cId="2741554749" sldId="328"/>
            <ac:spMk id="2" creationId="{56E0AF04-5706-48DE-B45A-8BDA35675443}"/>
          </ac:spMkLst>
        </pc:spChg>
        <pc:spChg chg="add mod">
          <ac:chgData name="Di Mattia Alessandro Edoardo Giorgio David" userId="f8954a66-e5ad-4a1c-9536-1d2117047f5f" providerId="ADAL" clId="{CFBF690A-D719-48D2-92B8-B5819DB24AC8}" dt="2021-08-08T17:56:47.837" v="1065"/>
          <ac:spMkLst>
            <pc:docMk/>
            <pc:sldMk cId="2741554749" sldId="328"/>
            <ac:spMk id="3" creationId="{A3C36983-ECB3-4E34-B9A7-5FA335222AAD}"/>
          </ac:spMkLst>
        </pc:spChg>
        <pc:graphicFrameChg chg="add del mod modGraphic">
          <ac:chgData name="Di Mattia Alessandro Edoardo Giorgio David" userId="f8954a66-e5ad-4a1c-9536-1d2117047f5f" providerId="ADAL" clId="{CFBF690A-D719-48D2-92B8-B5819DB24AC8}" dt="2021-08-09T10:28:18.733" v="1086" actId="478"/>
          <ac:graphicFrameMkLst>
            <pc:docMk/>
            <pc:sldMk cId="2741554749" sldId="328"/>
            <ac:graphicFrameMk id="4" creationId="{79FDAE47-7486-4180-94CF-31DE77B6955E}"/>
          </ac:graphicFrameMkLst>
        </pc:graphicFrameChg>
        <pc:graphicFrameChg chg="add del mod modGraphic">
          <ac:chgData name="Di Mattia Alessandro Edoardo Giorgio David" userId="f8954a66-e5ad-4a1c-9536-1d2117047f5f" providerId="ADAL" clId="{CFBF690A-D719-48D2-92B8-B5819DB24AC8}" dt="2021-08-09T10:28:24.956" v="1090" actId="478"/>
          <ac:graphicFrameMkLst>
            <pc:docMk/>
            <pc:sldMk cId="2741554749" sldId="328"/>
            <ac:graphicFrameMk id="6" creationId="{70435F5D-8374-40BE-BB6F-AA2FEE96AD3B}"/>
          </ac:graphicFrameMkLst>
        </pc:graphicFrameChg>
        <pc:graphicFrameChg chg="add mod modGraphic">
          <ac:chgData name="Di Mattia Alessandro Edoardo Giorgio David" userId="f8954a66-e5ad-4a1c-9536-1d2117047f5f" providerId="ADAL" clId="{CFBF690A-D719-48D2-92B8-B5819DB24AC8}" dt="2021-08-09T10:28:51.990" v="1095" actId="1076"/>
          <ac:graphicFrameMkLst>
            <pc:docMk/>
            <pc:sldMk cId="2741554749" sldId="328"/>
            <ac:graphicFrameMk id="7" creationId="{3960835B-A40E-4F95-A75D-58967E7A1CC5}"/>
          </ac:graphicFrameMkLst>
        </pc:graphicFrameChg>
        <pc:picChg chg="add del mod">
          <ac:chgData name="Di Mattia Alessandro Edoardo Giorgio David" userId="f8954a66-e5ad-4a1c-9536-1d2117047f5f" providerId="ADAL" clId="{CFBF690A-D719-48D2-92B8-B5819DB24AC8}" dt="2021-08-09T10:28:20.010" v="1087" actId="478"/>
          <ac:picMkLst>
            <pc:docMk/>
            <pc:sldMk cId="2741554749" sldId="328"/>
            <ac:picMk id="5" creationId="{B3E64F8E-DA85-430C-B345-FA8C8ED7D2E6}"/>
          </ac:picMkLst>
        </pc:picChg>
      </pc:sldChg>
      <pc:sldChg chg="addSp delSp modSp new mod modAnim">
        <pc:chgData name="Di Mattia Alessandro Edoardo Giorgio David" userId="f8954a66-e5ad-4a1c-9536-1d2117047f5f" providerId="ADAL" clId="{CFBF690A-D719-48D2-92B8-B5819DB24AC8}" dt="2021-08-09T15:12:35.814" v="1839" actId="20577"/>
        <pc:sldMkLst>
          <pc:docMk/>
          <pc:sldMk cId="1026349041" sldId="329"/>
        </pc:sldMkLst>
        <pc:spChg chg="add mod">
          <ac:chgData name="Di Mattia Alessandro Edoardo Giorgio David" userId="f8954a66-e5ad-4a1c-9536-1d2117047f5f" providerId="ADAL" clId="{CFBF690A-D719-48D2-92B8-B5819DB24AC8}" dt="2021-08-09T15:12:35.814" v="1839" actId="20577"/>
          <ac:spMkLst>
            <pc:docMk/>
            <pc:sldMk cId="1026349041" sldId="329"/>
            <ac:spMk id="4" creationId="{987EDC07-C130-431E-8952-20B6CF56FEC3}"/>
          </ac:spMkLst>
        </pc:spChg>
        <pc:spChg chg="add mod">
          <ac:chgData name="Di Mattia Alessandro Edoardo Giorgio David" userId="f8954a66-e5ad-4a1c-9536-1d2117047f5f" providerId="ADAL" clId="{CFBF690A-D719-48D2-92B8-B5819DB24AC8}" dt="2021-08-09T14:15:52.987" v="1303" actId="113"/>
          <ac:spMkLst>
            <pc:docMk/>
            <pc:sldMk cId="1026349041" sldId="329"/>
            <ac:spMk id="5" creationId="{4BA48415-D8CB-43C1-B67C-49183FBD0368}"/>
          </ac:spMkLst>
        </pc:spChg>
        <pc:spChg chg="add mod">
          <ac:chgData name="Di Mattia Alessandro Edoardo Giorgio David" userId="f8954a66-e5ad-4a1c-9536-1d2117047f5f" providerId="ADAL" clId="{CFBF690A-D719-48D2-92B8-B5819DB24AC8}" dt="2021-08-09T14:16:07.942" v="1316" actId="20577"/>
          <ac:spMkLst>
            <pc:docMk/>
            <pc:sldMk cId="1026349041" sldId="329"/>
            <ac:spMk id="6" creationId="{7633950F-2995-4718-9772-8F6F21C33A2B}"/>
          </ac:spMkLst>
        </pc:spChg>
        <pc:spChg chg="add mod">
          <ac:chgData name="Di Mattia Alessandro Edoardo Giorgio David" userId="f8954a66-e5ad-4a1c-9536-1d2117047f5f" providerId="ADAL" clId="{CFBF690A-D719-48D2-92B8-B5819DB24AC8}" dt="2021-08-09T10:51:06.588" v="1183" actId="1076"/>
          <ac:spMkLst>
            <pc:docMk/>
            <pc:sldMk cId="1026349041" sldId="329"/>
            <ac:spMk id="7" creationId="{651C318D-C586-4D9D-9D0E-5C0AC43A050B}"/>
          </ac:spMkLst>
        </pc:spChg>
        <pc:picChg chg="add del mod">
          <ac:chgData name="Di Mattia Alessandro Edoardo Giorgio David" userId="f8954a66-e5ad-4a1c-9536-1d2117047f5f" providerId="ADAL" clId="{CFBF690A-D719-48D2-92B8-B5819DB24AC8}" dt="2021-08-09T10:44:42.610" v="1137" actId="478"/>
          <ac:picMkLst>
            <pc:docMk/>
            <pc:sldMk cId="1026349041" sldId="329"/>
            <ac:picMk id="2" creationId="{D0354408-0743-4BA8-B210-509B7E792CAA}"/>
          </ac:picMkLst>
        </pc:picChg>
        <pc:picChg chg="add mod">
          <ac:chgData name="Di Mattia Alessandro Edoardo Giorgio David" userId="f8954a66-e5ad-4a1c-9536-1d2117047f5f" providerId="ADAL" clId="{CFBF690A-D719-48D2-92B8-B5819DB24AC8}" dt="2021-08-09T10:44:49.207" v="1139" actId="1076"/>
          <ac:picMkLst>
            <pc:docMk/>
            <pc:sldMk cId="1026349041" sldId="329"/>
            <ac:picMk id="3" creationId="{4A0BF7A2-344A-4B0D-BEB9-49E1BBA1FD3F}"/>
          </ac:picMkLst>
        </pc:picChg>
      </pc:sldChg>
      <pc:sldChg chg="addSp delSp modSp new mod modClrScheme modAnim chgLayout">
        <pc:chgData name="Di Mattia Alessandro Edoardo Giorgio David" userId="f8954a66-e5ad-4a1c-9536-1d2117047f5f" providerId="ADAL" clId="{CFBF690A-D719-48D2-92B8-B5819DB24AC8}" dt="2021-08-09T14:26:57.215" v="1340" actId="20577"/>
        <pc:sldMkLst>
          <pc:docMk/>
          <pc:sldMk cId="2892898324" sldId="330"/>
        </pc:sldMkLst>
        <pc:spChg chg="add mod">
          <ac:chgData name="Di Mattia Alessandro Edoardo Giorgio David" userId="f8954a66-e5ad-4a1c-9536-1d2117047f5f" providerId="ADAL" clId="{CFBF690A-D719-48D2-92B8-B5819DB24AC8}" dt="2021-08-09T14:26:57.215" v="1340" actId="20577"/>
          <ac:spMkLst>
            <pc:docMk/>
            <pc:sldMk cId="2892898324" sldId="330"/>
            <ac:spMk id="2" creationId="{376A20E8-0080-4E6F-885C-CB0C938C88E4}"/>
          </ac:spMkLst>
        </pc:spChg>
        <pc:spChg chg="add del mod">
          <ac:chgData name="Di Mattia Alessandro Edoardo Giorgio David" userId="f8954a66-e5ad-4a1c-9536-1d2117047f5f" providerId="ADAL" clId="{CFBF690A-D719-48D2-92B8-B5819DB24AC8}" dt="2021-08-09T11:04:20.188" v="1192"/>
          <ac:spMkLst>
            <pc:docMk/>
            <pc:sldMk cId="2892898324" sldId="330"/>
            <ac:spMk id="8" creationId="{A5416496-9236-4DBD-82D1-6A95A319B1CA}"/>
          </ac:spMkLst>
        </pc:spChg>
        <pc:spChg chg="add del mod">
          <ac:chgData name="Di Mattia Alessandro Edoardo Giorgio David" userId="f8954a66-e5ad-4a1c-9536-1d2117047f5f" providerId="ADAL" clId="{CFBF690A-D719-48D2-92B8-B5819DB24AC8}" dt="2021-08-09T11:04:20.188" v="1192"/>
          <ac:spMkLst>
            <pc:docMk/>
            <pc:sldMk cId="2892898324" sldId="330"/>
            <ac:spMk id="9" creationId="{A3AA9FF8-637A-444F-BC41-94A30890340B}"/>
          </ac:spMkLst>
        </pc:spChg>
        <pc:spChg chg="add del mod">
          <ac:chgData name="Di Mattia Alessandro Edoardo Giorgio David" userId="f8954a66-e5ad-4a1c-9536-1d2117047f5f" providerId="ADAL" clId="{CFBF690A-D719-48D2-92B8-B5819DB24AC8}" dt="2021-08-09T11:04:20.188" v="1192"/>
          <ac:spMkLst>
            <pc:docMk/>
            <pc:sldMk cId="2892898324" sldId="330"/>
            <ac:spMk id="10" creationId="{59886D3F-95C7-4956-AD17-B6F928922752}"/>
          </ac:spMkLst>
        </pc:spChg>
        <pc:spChg chg="add del mod">
          <ac:chgData name="Di Mattia Alessandro Edoardo Giorgio David" userId="f8954a66-e5ad-4a1c-9536-1d2117047f5f" providerId="ADAL" clId="{CFBF690A-D719-48D2-92B8-B5819DB24AC8}" dt="2021-08-09T11:04:20.188" v="1192"/>
          <ac:spMkLst>
            <pc:docMk/>
            <pc:sldMk cId="2892898324" sldId="330"/>
            <ac:spMk id="11" creationId="{7534BEBF-DD5F-4FFD-A264-16D5029F761B}"/>
          </ac:spMkLst>
        </pc:spChg>
        <pc:spChg chg="add del mod">
          <ac:chgData name="Di Mattia Alessandro Edoardo Giorgio David" userId="f8954a66-e5ad-4a1c-9536-1d2117047f5f" providerId="ADAL" clId="{CFBF690A-D719-48D2-92B8-B5819DB24AC8}" dt="2021-08-09T11:04:20.188" v="1192"/>
          <ac:spMkLst>
            <pc:docMk/>
            <pc:sldMk cId="2892898324" sldId="330"/>
            <ac:spMk id="12" creationId="{7D2F5234-C9C6-4013-98C5-159E60B99B34}"/>
          </ac:spMkLst>
        </pc:spChg>
        <pc:spChg chg="add del mod">
          <ac:chgData name="Di Mattia Alessandro Edoardo Giorgio David" userId="f8954a66-e5ad-4a1c-9536-1d2117047f5f" providerId="ADAL" clId="{CFBF690A-D719-48D2-92B8-B5819DB24AC8}" dt="2021-08-09T11:04:20.188" v="1192"/>
          <ac:spMkLst>
            <pc:docMk/>
            <pc:sldMk cId="2892898324" sldId="330"/>
            <ac:spMk id="13" creationId="{8A22D28E-AC6C-41B1-857D-B61324DAB068}"/>
          </ac:spMkLst>
        </pc:spChg>
        <pc:spChg chg="add del mod">
          <ac:chgData name="Di Mattia Alessandro Edoardo Giorgio David" userId="f8954a66-e5ad-4a1c-9536-1d2117047f5f" providerId="ADAL" clId="{CFBF690A-D719-48D2-92B8-B5819DB24AC8}" dt="2021-08-09T11:04:20.188" v="1192"/>
          <ac:spMkLst>
            <pc:docMk/>
            <pc:sldMk cId="2892898324" sldId="330"/>
            <ac:spMk id="14" creationId="{E93EB8F5-768E-46A0-AAC4-9B9F3C1EFC04}"/>
          </ac:spMkLst>
        </pc:spChg>
        <pc:spChg chg="add del mod">
          <ac:chgData name="Di Mattia Alessandro Edoardo Giorgio David" userId="f8954a66-e5ad-4a1c-9536-1d2117047f5f" providerId="ADAL" clId="{CFBF690A-D719-48D2-92B8-B5819DB24AC8}" dt="2021-08-09T11:04:20.188" v="1192"/>
          <ac:spMkLst>
            <pc:docMk/>
            <pc:sldMk cId="2892898324" sldId="330"/>
            <ac:spMk id="15" creationId="{6473ABBE-5B9B-420D-A6A8-78F735B028FF}"/>
          </ac:spMkLst>
        </pc:spChg>
        <pc:spChg chg="add del mod">
          <ac:chgData name="Di Mattia Alessandro Edoardo Giorgio David" userId="f8954a66-e5ad-4a1c-9536-1d2117047f5f" providerId="ADAL" clId="{CFBF690A-D719-48D2-92B8-B5819DB24AC8}" dt="2021-08-09T11:04:20.188" v="1192"/>
          <ac:spMkLst>
            <pc:docMk/>
            <pc:sldMk cId="2892898324" sldId="330"/>
            <ac:spMk id="18" creationId="{DE035E5B-E49A-4E7D-8B8A-21909F524B70}"/>
          </ac:spMkLst>
        </pc:spChg>
        <pc:spChg chg="add del mod">
          <ac:chgData name="Di Mattia Alessandro Edoardo Giorgio David" userId="f8954a66-e5ad-4a1c-9536-1d2117047f5f" providerId="ADAL" clId="{CFBF690A-D719-48D2-92B8-B5819DB24AC8}" dt="2021-08-09T11:04:20.188" v="1192"/>
          <ac:spMkLst>
            <pc:docMk/>
            <pc:sldMk cId="2892898324" sldId="330"/>
            <ac:spMk id="19" creationId="{6B394C40-0C91-4B6C-AB58-7E09A78A3A31}"/>
          </ac:spMkLst>
        </pc:spChg>
        <pc:spChg chg="add del mod">
          <ac:chgData name="Di Mattia Alessandro Edoardo Giorgio David" userId="f8954a66-e5ad-4a1c-9536-1d2117047f5f" providerId="ADAL" clId="{CFBF690A-D719-48D2-92B8-B5819DB24AC8}" dt="2021-08-09T11:04:20.188" v="1192"/>
          <ac:spMkLst>
            <pc:docMk/>
            <pc:sldMk cId="2892898324" sldId="330"/>
            <ac:spMk id="20" creationId="{3B580C25-4815-413D-968D-71996D758362}"/>
          </ac:spMkLst>
        </pc:spChg>
        <pc:spChg chg="add del mod">
          <ac:chgData name="Di Mattia Alessandro Edoardo Giorgio David" userId="f8954a66-e5ad-4a1c-9536-1d2117047f5f" providerId="ADAL" clId="{CFBF690A-D719-48D2-92B8-B5819DB24AC8}" dt="2021-08-09T11:04:20.188" v="1192"/>
          <ac:spMkLst>
            <pc:docMk/>
            <pc:sldMk cId="2892898324" sldId="330"/>
            <ac:spMk id="21" creationId="{9F18590E-ED48-4206-B829-46FB6CB98B8E}"/>
          </ac:spMkLst>
        </pc:spChg>
        <pc:spChg chg="add del mod">
          <ac:chgData name="Di Mattia Alessandro Edoardo Giorgio David" userId="f8954a66-e5ad-4a1c-9536-1d2117047f5f" providerId="ADAL" clId="{CFBF690A-D719-48D2-92B8-B5819DB24AC8}" dt="2021-08-09T11:04:20.188" v="1192"/>
          <ac:spMkLst>
            <pc:docMk/>
            <pc:sldMk cId="2892898324" sldId="330"/>
            <ac:spMk id="24" creationId="{0DB23D63-DD70-44FF-A790-2BE198204E3F}"/>
          </ac:spMkLst>
        </pc:spChg>
        <pc:spChg chg="add del mod">
          <ac:chgData name="Di Mattia Alessandro Edoardo Giorgio David" userId="f8954a66-e5ad-4a1c-9536-1d2117047f5f" providerId="ADAL" clId="{CFBF690A-D719-48D2-92B8-B5819DB24AC8}" dt="2021-08-09T11:04:20.188" v="1192"/>
          <ac:spMkLst>
            <pc:docMk/>
            <pc:sldMk cId="2892898324" sldId="330"/>
            <ac:spMk id="25" creationId="{5F015413-6766-4E57-9ADB-27DFAC10D061}"/>
          </ac:spMkLst>
        </pc:spChg>
        <pc:spChg chg="add del mod">
          <ac:chgData name="Di Mattia Alessandro Edoardo Giorgio David" userId="f8954a66-e5ad-4a1c-9536-1d2117047f5f" providerId="ADAL" clId="{CFBF690A-D719-48D2-92B8-B5819DB24AC8}" dt="2021-08-09T11:04:20.188" v="1192"/>
          <ac:spMkLst>
            <pc:docMk/>
            <pc:sldMk cId="2892898324" sldId="330"/>
            <ac:spMk id="27" creationId="{19CC77A6-6E1C-4F8B-89F6-C2F548D3396F}"/>
          </ac:spMkLst>
        </pc:spChg>
        <pc:spChg chg="add mod">
          <ac:chgData name="Di Mattia Alessandro Edoardo Giorgio David" userId="f8954a66-e5ad-4a1c-9536-1d2117047f5f" providerId="ADAL" clId="{CFBF690A-D719-48D2-92B8-B5819DB24AC8}" dt="2021-08-09T11:14:29.066" v="1302" actId="20577"/>
          <ac:spMkLst>
            <pc:docMk/>
            <pc:sldMk cId="2892898324" sldId="330"/>
            <ac:spMk id="29" creationId="{F03B629E-348D-4450-8ED8-F595BA048C88}"/>
          </ac:spMkLst>
        </pc:spChg>
        <pc:spChg chg="add del mod ord">
          <ac:chgData name="Di Mattia Alessandro Edoardo Giorgio David" userId="f8954a66-e5ad-4a1c-9536-1d2117047f5f" providerId="ADAL" clId="{CFBF690A-D719-48D2-92B8-B5819DB24AC8}" dt="2021-08-09T14:26:22.912" v="1331" actId="700"/>
          <ac:spMkLst>
            <pc:docMk/>
            <pc:sldMk cId="2892898324" sldId="330"/>
            <ac:spMk id="30" creationId="{C05059BB-A12A-483C-B528-649D3F49A36C}"/>
          </ac:spMkLst>
        </pc:spChg>
        <pc:spChg chg="add del mod ord">
          <ac:chgData name="Di Mattia Alessandro Edoardo Giorgio David" userId="f8954a66-e5ad-4a1c-9536-1d2117047f5f" providerId="ADAL" clId="{CFBF690A-D719-48D2-92B8-B5819DB24AC8}" dt="2021-08-09T14:26:22.912" v="1331" actId="700"/>
          <ac:spMkLst>
            <pc:docMk/>
            <pc:sldMk cId="2892898324" sldId="330"/>
            <ac:spMk id="31" creationId="{4DEF32E2-291C-4D35-97F0-AF3334E27C08}"/>
          </ac:spMkLst>
        </pc:spChg>
        <pc:picChg chg="add del">
          <ac:chgData name="Di Mattia Alessandro Edoardo Giorgio David" userId="f8954a66-e5ad-4a1c-9536-1d2117047f5f" providerId="ADAL" clId="{CFBF690A-D719-48D2-92B8-B5819DB24AC8}" dt="2021-08-09T11:04:02.376" v="1188"/>
          <ac:picMkLst>
            <pc:docMk/>
            <pc:sldMk cId="2892898324" sldId="330"/>
            <ac:picMk id="3" creationId="{31BDA1D8-0112-41CA-B0A3-E60A72E41ED3}"/>
          </ac:picMkLst>
        </pc:picChg>
        <pc:picChg chg="add mod">
          <ac:chgData name="Di Mattia Alessandro Edoardo Giorgio David" userId="f8954a66-e5ad-4a1c-9536-1d2117047f5f" providerId="ADAL" clId="{CFBF690A-D719-48D2-92B8-B5819DB24AC8}" dt="2021-08-09T11:04:30.310" v="1194" actId="1076"/>
          <ac:picMkLst>
            <pc:docMk/>
            <pc:sldMk cId="2892898324" sldId="330"/>
            <ac:picMk id="28" creationId="{72E4D6E6-D737-4175-BAEA-F6B55F2062DE}"/>
          </ac:picMkLst>
        </pc:picChg>
        <pc:cxnChg chg="add del mod">
          <ac:chgData name="Di Mattia Alessandro Edoardo Giorgio David" userId="f8954a66-e5ad-4a1c-9536-1d2117047f5f" providerId="ADAL" clId="{CFBF690A-D719-48D2-92B8-B5819DB24AC8}" dt="2021-08-09T11:04:20.188" v="1192"/>
          <ac:cxnSpMkLst>
            <pc:docMk/>
            <pc:sldMk cId="2892898324" sldId="330"/>
            <ac:cxnSpMk id="4" creationId="{03A9EC22-0B42-4BBA-AE61-2871EFD887DE}"/>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5" creationId="{9B49AB2B-1C8D-4B58-9499-C51E454B10C4}"/>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6" creationId="{EB1973C9-5192-4E82-8DD9-3C75FB77D5D5}"/>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7" creationId="{74987818-4BCD-4BF9-9E63-89AC25200BC9}"/>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16" creationId="{D653E655-D1FE-4DA9-A1D1-0D3935939F4E}"/>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17" creationId="{DF630E6E-1E01-49D6-820D-9AD55D37F952}"/>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2" creationId="{DAA2EDCB-CAEB-4470-92E9-44CF17DB2AB1}"/>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3" creationId="{26248D7F-5C05-4014-B09B-60D7F69EA140}"/>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6" creationId="{3746B332-18D5-4F4E-A0A8-5FD1058D89C2}"/>
          </ac:cxnSpMkLst>
        </pc:cxnChg>
      </pc:sldChg>
      <pc:sldChg chg="addSp delSp modSp new mod modClrScheme modAnim chgLayout">
        <pc:chgData name="Di Mattia Alessandro Edoardo Giorgio David" userId="f8954a66-e5ad-4a1c-9536-1d2117047f5f" providerId="ADAL" clId="{CFBF690A-D719-48D2-92B8-B5819DB24AC8}" dt="2021-08-09T15:08:40.114" v="1827" actId="20577"/>
        <pc:sldMkLst>
          <pc:docMk/>
          <pc:sldMk cId="3188304425" sldId="331"/>
        </pc:sldMkLst>
        <pc:spChg chg="add del mod">
          <ac:chgData name="Di Mattia Alessandro Edoardo Giorgio David" userId="f8954a66-e5ad-4a1c-9536-1d2117047f5f" providerId="ADAL" clId="{CFBF690A-D719-48D2-92B8-B5819DB24AC8}" dt="2021-08-09T14:30:43.977" v="1397" actId="478"/>
          <ac:spMkLst>
            <pc:docMk/>
            <pc:sldMk cId="3188304425" sldId="331"/>
            <ac:spMk id="2" creationId="{CDEFFC8B-D382-4556-8CC2-B7D53C9AA4E1}"/>
          </ac:spMkLst>
        </pc:spChg>
        <pc:spChg chg="add del mod">
          <ac:chgData name="Di Mattia Alessandro Edoardo Giorgio David" userId="f8954a66-e5ad-4a1c-9536-1d2117047f5f" providerId="ADAL" clId="{CFBF690A-D719-48D2-92B8-B5819DB24AC8}" dt="2021-08-09T14:27:39.535" v="1343"/>
          <ac:spMkLst>
            <pc:docMk/>
            <pc:sldMk cId="3188304425" sldId="331"/>
            <ac:spMk id="3" creationId="{92112D97-C846-4A99-8D71-F81FAE59572B}"/>
          </ac:spMkLst>
        </pc:spChg>
        <pc:spChg chg="add mod ord">
          <ac:chgData name="Di Mattia Alessandro Edoardo Giorgio David" userId="f8954a66-e5ad-4a1c-9536-1d2117047f5f" providerId="ADAL" clId="{CFBF690A-D719-48D2-92B8-B5819DB24AC8}" dt="2021-08-09T14:31:01.756" v="1399" actId="1076"/>
          <ac:spMkLst>
            <pc:docMk/>
            <pc:sldMk cId="3188304425" sldId="331"/>
            <ac:spMk id="4" creationId="{F2303436-C45C-4B2E-B14E-30FF81694386}"/>
          </ac:spMkLst>
        </pc:spChg>
        <pc:spChg chg="add mod">
          <ac:chgData name="Di Mattia Alessandro Edoardo Giorgio David" userId="f8954a66-e5ad-4a1c-9536-1d2117047f5f" providerId="ADAL" clId="{CFBF690A-D719-48D2-92B8-B5819DB24AC8}" dt="2021-08-09T15:08:40.114" v="1827" actId="20577"/>
          <ac:spMkLst>
            <pc:docMk/>
            <pc:sldMk cId="3188304425" sldId="331"/>
            <ac:spMk id="5" creationId="{03C674BE-6751-4189-8E9B-74929348ABB7}"/>
          </ac:spMkLst>
        </pc:spChg>
        <pc:spChg chg="add del mod">
          <ac:chgData name="Di Mattia Alessandro Edoardo Giorgio David" userId="f8954a66-e5ad-4a1c-9536-1d2117047f5f" providerId="ADAL" clId="{CFBF690A-D719-48D2-92B8-B5819DB24AC8}" dt="2021-08-09T14:30:57.701" v="1398" actId="700"/>
          <ac:spMkLst>
            <pc:docMk/>
            <pc:sldMk cId="3188304425" sldId="331"/>
            <ac:spMk id="8" creationId="{18D2EAB0-1281-4C92-8167-0873964CB047}"/>
          </ac:spMkLst>
        </pc:spChg>
        <pc:picChg chg="add mod">
          <ac:chgData name="Di Mattia Alessandro Edoardo Giorgio David" userId="f8954a66-e5ad-4a1c-9536-1d2117047f5f" providerId="ADAL" clId="{CFBF690A-D719-48D2-92B8-B5819DB24AC8}" dt="2021-08-09T14:31:05.582" v="1401" actId="14100"/>
          <ac:picMkLst>
            <pc:docMk/>
            <pc:sldMk cId="3188304425" sldId="331"/>
            <ac:picMk id="6" creationId="{B8065D7D-9B8F-4D8E-ACE2-63DB2C740530}"/>
          </ac:picMkLst>
        </pc:picChg>
      </pc:sldChg>
      <pc:sldChg chg="addSp delSp modSp new mod">
        <pc:chgData name="Di Mattia Alessandro Edoardo Giorgio David" userId="f8954a66-e5ad-4a1c-9536-1d2117047f5f" providerId="ADAL" clId="{CFBF690A-D719-48D2-92B8-B5819DB24AC8}" dt="2021-08-09T14:42:50.648" v="1490" actId="1076"/>
        <pc:sldMkLst>
          <pc:docMk/>
          <pc:sldMk cId="3922909339" sldId="332"/>
        </pc:sldMkLst>
        <pc:spChg chg="mod">
          <ac:chgData name="Di Mattia Alessandro Edoardo Giorgio David" userId="f8954a66-e5ad-4a1c-9536-1d2117047f5f" providerId="ADAL" clId="{CFBF690A-D719-48D2-92B8-B5819DB24AC8}" dt="2021-08-09T14:31:17.227" v="1404" actId="20577"/>
          <ac:spMkLst>
            <pc:docMk/>
            <pc:sldMk cId="3922909339" sldId="332"/>
            <ac:spMk id="2" creationId="{C88B502F-7BAF-4520-B5DE-BA944E962A37}"/>
          </ac:spMkLst>
        </pc:spChg>
        <pc:spChg chg="del">
          <ac:chgData name="Di Mattia Alessandro Edoardo Giorgio David" userId="f8954a66-e5ad-4a1c-9536-1d2117047f5f" providerId="ADAL" clId="{CFBF690A-D719-48D2-92B8-B5819DB24AC8}" dt="2021-08-09T14:38:02.899" v="1431"/>
          <ac:spMkLst>
            <pc:docMk/>
            <pc:sldMk cId="3922909339" sldId="332"/>
            <ac:spMk id="3" creationId="{AF2E8C1F-EE6E-4D85-9549-AD3488D74A8E}"/>
          </ac:spMkLst>
        </pc:spChg>
        <pc:spChg chg="add mod">
          <ac:chgData name="Di Mattia Alessandro Edoardo Giorgio David" userId="f8954a66-e5ad-4a1c-9536-1d2117047f5f" providerId="ADAL" clId="{CFBF690A-D719-48D2-92B8-B5819DB24AC8}" dt="2021-08-09T14:39:19.405" v="1476" actId="20577"/>
          <ac:spMkLst>
            <pc:docMk/>
            <pc:sldMk cId="3922909339" sldId="332"/>
            <ac:spMk id="4" creationId="{06517CCA-98F8-454B-B0DE-A108925C30A1}"/>
          </ac:spMkLst>
        </pc:spChg>
        <pc:picChg chg="add del mod">
          <ac:chgData name="Di Mattia Alessandro Edoardo Giorgio David" userId="f8954a66-e5ad-4a1c-9536-1d2117047f5f" providerId="ADAL" clId="{CFBF690A-D719-48D2-92B8-B5819DB24AC8}" dt="2021-08-09T14:41:36.558" v="1482" actId="21"/>
          <ac:picMkLst>
            <pc:docMk/>
            <pc:sldMk cId="3922909339" sldId="332"/>
            <ac:picMk id="5" creationId="{72C56154-7785-4249-A305-FB450B6A6A22}"/>
          </ac:picMkLst>
        </pc:picChg>
        <pc:picChg chg="add mod">
          <ac:chgData name="Di Mattia Alessandro Edoardo Giorgio David" userId="f8954a66-e5ad-4a1c-9536-1d2117047f5f" providerId="ADAL" clId="{CFBF690A-D719-48D2-92B8-B5819DB24AC8}" dt="2021-08-09T14:42:50.648" v="1490" actId="1076"/>
          <ac:picMkLst>
            <pc:docMk/>
            <pc:sldMk cId="3922909339" sldId="332"/>
            <ac:picMk id="6" creationId="{DBA80245-BC9D-4BD0-B7C2-DBC234FA13C4}"/>
          </ac:picMkLst>
        </pc:picChg>
      </pc:sldChg>
      <pc:sldChg chg="addSp modSp new mod modClrScheme chgLayout">
        <pc:chgData name="Di Mattia Alessandro Edoardo Giorgio David" userId="f8954a66-e5ad-4a1c-9536-1d2117047f5f" providerId="ADAL" clId="{CFBF690A-D719-48D2-92B8-B5819DB24AC8}" dt="2021-08-09T15:06:58.774" v="1826" actId="20577"/>
        <pc:sldMkLst>
          <pc:docMk/>
          <pc:sldMk cId="1049072842" sldId="333"/>
        </pc:sldMkLst>
        <pc:spChg chg="add mod">
          <ac:chgData name="Di Mattia Alessandro Edoardo Giorgio David" userId="f8954a66-e5ad-4a1c-9536-1d2117047f5f" providerId="ADAL" clId="{CFBF690A-D719-48D2-92B8-B5819DB24AC8}" dt="2021-08-09T14:32:36.658" v="1428" actId="122"/>
          <ac:spMkLst>
            <pc:docMk/>
            <pc:sldMk cId="1049072842" sldId="333"/>
            <ac:spMk id="2" creationId="{61FC6002-6461-40FF-B287-11F3E4FEAADD}"/>
          </ac:spMkLst>
        </pc:spChg>
        <pc:spChg chg="add mod">
          <ac:chgData name="Di Mattia Alessandro Edoardo Giorgio David" userId="f8954a66-e5ad-4a1c-9536-1d2117047f5f" providerId="ADAL" clId="{CFBF690A-D719-48D2-92B8-B5819DB24AC8}" dt="2021-08-09T15:06:58.774" v="1826" actId="20577"/>
          <ac:spMkLst>
            <pc:docMk/>
            <pc:sldMk cId="1049072842" sldId="333"/>
            <ac:spMk id="3" creationId="{D17F2EA0-EA8D-4305-8C87-36045BBC7A40}"/>
          </ac:spMkLst>
        </pc:spChg>
      </pc:sldChg>
      <pc:sldChg chg="addSp delSp modSp new mod modClrScheme modAnim chgLayout">
        <pc:chgData name="Di Mattia Alessandro Edoardo Giorgio David" userId="f8954a66-e5ad-4a1c-9536-1d2117047f5f" providerId="ADAL" clId="{CFBF690A-D719-48D2-92B8-B5819DB24AC8}" dt="2021-08-09T15:21:10.123" v="1841" actId="20577"/>
        <pc:sldMkLst>
          <pc:docMk/>
          <pc:sldMk cId="2210811804" sldId="334"/>
        </pc:sldMkLst>
        <pc:spChg chg="del">
          <ac:chgData name="Di Mattia Alessandro Edoardo Giorgio David" userId="f8954a66-e5ad-4a1c-9536-1d2117047f5f" providerId="ADAL" clId="{CFBF690A-D719-48D2-92B8-B5819DB24AC8}" dt="2021-08-09T14:41:42.530" v="1483" actId="700"/>
          <ac:spMkLst>
            <pc:docMk/>
            <pc:sldMk cId="2210811804" sldId="334"/>
            <ac:spMk id="2" creationId="{6FEE1349-2CA4-4854-82C1-44EF09D1E21D}"/>
          </ac:spMkLst>
        </pc:spChg>
        <pc:spChg chg="del">
          <ac:chgData name="Di Mattia Alessandro Edoardo Giorgio David" userId="f8954a66-e5ad-4a1c-9536-1d2117047f5f" providerId="ADAL" clId="{CFBF690A-D719-48D2-92B8-B5819DB24AC8}" dt="2021-08-09T14:41:42.530" v="1483" actId="700"/>
          <ac:spMkLst>
            <pc:docMk/>
            <pc:sldMk cId="2210811804" sldId="334"/>
            <ac:spMk id="3" creationId="{B7DADE0C-CD18-409F-9D36-5DF9FE8C3AFE}"/>
          </ac:spMkLst>
        </pc:spChg>
        <pc:spChg chg="add mod">
          <ac:chgData name="Di Mattia Alessandro Edoardo Giorgio David" userId="f8954a66-e5ad-4a1c-9536-1d2117047f5f" providerId="ADAL" clId="{CFBF690A-D719-48D2-92B8-B5819DB24AC8}" dt="2021-08-09T15:21:10.123" v="1841" actId="20577"/>
          <ac:spMkLst>
            <pc:docMk/>
            <pc:sldMk cId="2210811804" sldId="334"/>
            <ac:spMk id="6" creationId="{41EA1939-30E4-4F33-BE35-58FD4DBC9375}"/>
          </ac:spMkLst>
        </pc:spChg>
        <pc:picChg chg="add del mod">
          <ac:chgData name="Di Mattia Alessandro Edoardo Giorgio David" userId="f8954a66-e5ad-4a1c-9536-1d2117047f5f" providerId="ADAL" clId="{CFBF690A-D719-48D2-92B8-B5819DB24AC8}" dt="2021-08-09T14:42:23.100" v="1486" actId="478"/>
          <ac:picMkLst>
            <pc:docMk/>
            <pc:sldMk cId="2210811804" sldId="334"/>
            <ac:picMk id="4" creationId="{24605447-37D4-404E-99ED-902EE2D8B922}"/>
          </ac:picMkLst>
        </pc:picChg>
        <pc:picChg chg="add mod">
          <ac:chgData name="Di Mattia Alessandro Edoardo Giorgio David" userId="f8954a66-e5ad-4a1c-9536-1d2117047f5f" providerId="ADAL" clId="{CFBF690A-D719-48D2-92B8-B5819DB24AC8}" dt="2021-08-09T14:42:37.777" v="1488" actId="14100"/>
          <ac:picMkLst>
            <pc:docMk/>
            <pc:sldMk cId="2210811804" sldId="334"/>
            <ac:picMk id="5" creationId="{C8173CEE-5733-4F06-8846-1F044EF62DF3}"/>
          </ac:picMkLst>
        </pc:picChg>
      </pc:sldChg>
      <pc:sldChg chg="addSp delSp modSp new mod modClrScheme chgLayout">
        <pc:chgData name="Di Mattia Alessandro Edoardo Giorgio David" userId="f8954a66-e5ad-4a1c-9536-1d2117047f5f" providerId="ADAL" clId="{CFBF690A-D719-48D2-92B8-B5819DB24AC8}" dt="2021-08-09T14:50:54.091" v="1624" actId="1076"/>
        <pc:sldMkLst>
          <pc:docMk/>
          <pc:sldMk cId="2200792181" sldId="335"/>
        </pc:sldMkLst>
        <pc:spChg chg="add mod">
          <ac:chgData name="Di Mattia Alessandro Edoardo Giorgio David" userId="f8954a66-e5ad-4a1c-9536-1d2117047f5f" providerId="ADAL" clId="{CFBF690A-D719-48D2-92B8-B5819DB24AC8}" dt="2021-08-09T14:45:44.476" v="1512" actId="122"/>
          <ac:spMkLst>
            <pc:docMk/>
            <pc:sldMk cId="2200792181" sldId="335"/>
            <ac:spMk id="2" creationId="{FCF4069D-6886-4790-A116-B041AE894394}"/>
          </ac:spMkLst>
        </pc:spChg>
        <pc:spChg chg="add mod">
          <ac:chgData name="Di Mattia Alessandro Edoardo Giorgio David" userId="f8954a66-e5ad-4a1c-9536-1d2117047f5f" providerId="ADAL" clId="{CFBF690A-D719-48D2-92B8-B5819DB24AC8}" dt="2021-08-09T14:46:39.728" v="1591" actId="122"/>
          <ac:spMkLst>
            <pc:docMk/>
            <pc:sldMk cId="2200792181" sldId="335"/>
            <ac:spMk id="3" creationId="{8E0B66F6-F8B9-4217-BA84-5C4E0E4FE3BC}"/>
          </ac:spMkLst>
        </pc:spChg>
        <pc:graphicFrameChg chg="add del mod">
          <ac:chgData name="Di Mattia Alessandro Edoardo Giorgio David" userId="f8954a66-e5ad-4a1c-9536-1d2117047f5f" providerId="ADAL" clId="{CFBF690A-D719-48D2-92B8-B5819DB24AC8}" dt="2021-08-09T14:50:48.455" v="1622" actId="478"/>
          <ac:graphicFrameMkLst>
            <pc:docMk/>
            <pc:sldMk cId="2200792181" sldId="335"/>
            <ac:graphicFrameMk id="6" creationId="{0AE95D00-6FA0-4537-B372-65E8ED0A9AC1}"/>
          </ac:graphicFrameMkLst>
        </pc:graphicFrameChg>
        <pc:picChg chg="add del mod">
          <ac:chgData name="Di Mattia Alessandro Edoardo Giorgio David" userId="f8954a66-e5ad-4a1c-9536-1d2117047f5f" providerId="ADAL" clId="{CFBF690A-D719-48D2-92B8-B5819DB24AC8}" dt="2021-08-09T14:47:32.848" v="1594" actId="478"/>
          <ac:picMkLst>
            <pc:docMk/>
            <pc:sldMk cId="2200792181" sldId="335"/>
            <ac:picMk id="4" creationId="{53E05C4C-75C2-4F37-AE43-AB70D00D60B9}"/>
          </ac:picMkLst>
        </pc:picChg>
        <pc:picChg chg="add del mod">
          <ac:chgData name="Di Mattia Alessandro Edoardo Giorgio David" userId="f8954a66-e5ad-4a1c-9536-1d2117047f5f" providerId="ADAL" clId="{CFBF690A-D719-48D2-92B8-B5819DB24AC8}" dt="2021-08-09T14:48:12.834" v="1605" actId="478"/>
          <ac:picMkLst>
            <pc:docMk/>
            <pc:sldMk cId="2200792181" sldId="335"/>
            <ac:picMk id="5" creationId="{AAD7F8D2-7C98-4B9F-82C9-F335F2AD6D53}"/>
          </ac:picMkLst>
        </pc:picChg>
        <pc:picChg chg="add mod">
          <ac:chgData name="Di Mattia Alessandro Edoardo Giorgio David" userId="f8954a66-e5ad-4a1c-9536-1d2117047f5f" providerId="ADAL" clId="{CFBF690A-D719-48D2-92B8-B5819DB24AC8}" dt="2021-08-09T14:50:54.091" v="1624" actId="1076"/>
          <ac:picMkLst>
            <pc:docMk/>
            <pc:sldMk cId="2200792181" sldId="335"/>
            <ac:picMk id="7" creationId="{3189569D-242A-473A-9A94-6E5144F443C6}"/>
          </ac:picMkLst>
        </pc:picChg>
      </pc:sldChg>
      <pc:sldChg chg="addSp delSp modSp new mod modClrScheme modAnim chgLayout">
        <pc:chgData name="Di Mattia Alessandro Edoardo Giorgio David" userId="f8954a66-e5ad-4a1c-9536-1d2117047f5f" providerId="ADAL" clId="{CFBF690A-D719-48D2-92B8-B5819DB24AC8}" dt="2021-08-09T15:14:08.515" v="1840" actId="20577"/>
        <pc:sldMkLst>
          <pc:docMk/>
          <pc:sldMk cId="2223886345" sldId="336"/>
        </pc:sldMkLst>
        <pc:spChg chg="del">
          <ac:chgData name="Di Mattia Alessandro Edoardo Giorgio David" userId="f8954a66-e5ad-4a1c-9536-1d2117047f5f" providerId="ADAL" clId="{CFBF690A-D719-48D2-92B8-B5819DB24AC8}" dt="2021-08-09T14:48:03.037" v="1600" actId="700"/>
          <ac:spMkLst>
            <pc:docMk/>
            <pc:sldMk cId="2223886345" sldId="336"/>
            <ac:spMk id="2" creationId="{8CDA5BD7-348D-4E9A-A336-7B5060530500}"/>
          </ac:spMkLst>
        </pc:spChg>
        <pc:spChg chg="del">
          <ac:chgData name="Di Mattia Alessandro Edoardo Giorgio David" userId="f8954a66-e5ad-4a1c-9536-1d2117047f5f" providerId="ADAL" clId="{CFBF690A-D719-48D2-92B8-B5819DB24AC8}" dt="2021-08-09T14:48:03.037" v="1600" actId="700"/>
          <ac:spMkLst>
            <pc:docMk/>
            <pc:sldMk cId="2223886345" sldId="336"/>
            <ac:spMk id="3" creationId="{94508F87-AA89-40C9-8509-F268A3C82A2C}"/>
          </ac:spMkLst>
        </pc:spChg>
        <pc:spChg chg="add del mod">
          <ac:chgData name="Di Mattia Alessandro Edoardo Giorgio David" userId="f8954a66-e5ad-4a1c-9536-1d2117047f5f" providerId="ADAL" clId="{CFBF690A-D719-48D2-92B8-B5819DB24AC8}" dt="2021-08-09T14:48:00.719" v="1599"/>
          <ac:spMkLst>
            <pc:docMk/>
            <pc:sldMk cId="2223886345" sldId="336"/>
            <ac:spMk id="8" creationId="{5FF703F0-EB1C-4FFD-8951-0113FC7F1B06}"/>
          </ac:spMkLst>
        </pc:spChg>
        <pc:spChg chg="add del mod">
          <ac:chgData name="Di Mattia Alessandro Edoardo Giorgio David" userId="f8954a66-e5ad-4a1c-9536-1d2117047f5f" providerId="ADAL" clId="{CFBF690A-D719-48D2-92B8-B5819DB24AC8}" dt="2021-08-09T14:48:00.719" v="1599"/>
          <ac:spMkLst>
            <pc:docMk/>
            <pc:sldMk cId="2223886345" sldId="336"/>
            <ac:spMk id="9" creationId="{225F9005-786E-4857-9FE1-1FEC06D2D6A2}"/>
          </ac:spMkLst>
        </pc:spChg>
        <pc:spChg chg="add del mod">
          <ac:chgData name="Di Mattia Alessandro Edoardo Giorgio David" userId="f8954a66-e5ad-4a1c-9536-1d2117047f5f" providerId="ADAL" clId="{CFBF690A-D719-48D2-92B8-B5819DB24AC8}" dt="2021-08-09T14:48:00.719" v="1599"/>
          <ac:spMkLst>
            <pc:docMk/>
            <pc:sldMk cId="2223886345" sldId="336"/>
            <ac:spMk id="10" creationId="{4B61D133-C592-4931-AC7C-9F2AA3382881}"/>
          </ac:spMkLst>
        </pc:spChg>
        <pc:spChg chg="add del mod">
          <ac:chgData name="Di Mattia Alessandro Edoardo Giorgio David" userId="f8954a66-e5ad-4a1c-9536-1d2117047f5f" providerId="ADAL" clId="{CFBF690A-D719-48D2-92B8-B5819DB24AC8}" dt="2021-08-09T14:48:00.719" v="1599"/>
          <ac:spMkLst>
            <pc:docMk/>
            <pc:sldMk cId="2223886345" sldId="336"/>
            <ac:spMk id="11" creationId="{03F80E16-953A-4201-ACAD-C8C26051041F}"/>
          </ac:spMkLst>
        </pc:spChg>
        <pc:spChg chg="add del mod">
          <ac:chgData name="Di Mattia Alessandro Edoardo Giorgio David" userId="f8954a66-e5ad-4a1c-9536-1d2117047f5f" providerId="ADAL" clId="{CFBF690A-D719-48D2-92B8-B5819DB24AC8}" dt="2021-08-09T14:48:00.719" v="1599"/>
          <ac:spMkLst>
            <pc:docMk/>
            <pc:sldMk cId="2223886345" sldId="336"/>
            <ac:spMk id="12" creationId="{FE947521-229B-40D8-9B89-45E443265317}"/>
          </ac:spMkLst>
        </pc:spChg>
        <pc:spChg chg="add del mod">
          <ac:chgData name="Di Mattia Alessandro Edoardo Giorgio David" userId="f8954a66-e5ad-4a1c-9536-1d2117047f5f" providerId="ADAL" clId="{CFBF690A-D719-48D2-92B8-B5819DB24AC8}" dt="2021-08-09T14:48:00.719" v="1599"/>
          <ac:spMkLst>
            <pc:docMk/>
            <pc:sldMk cId="2223886345" sldId="336"/>
            <ac:spMk id="13" creationId="{076256BD-0358-43A2-901D-B155235DCAEB}"/>
          </ac:spMkLst>
        </pc:spChg>
        <pc:spChg chg="add del mod">
          <ac:chgData name="Di Mattia Alessandro Edoardo Giorgio David" userId="f8954a66-e5ad-4a1c-9536-1d2117047f5f" providerId="ADAL" clId="{CFBF690A-D719-48D2-92B8-B5819DB24AC8}" dt="2021-08-09T14:48:00.719" v="1599"/>
          <ac:spMkLst>
            <pc:docMk/>
            <pc:sldMk cId="2223886345" sldId="336"/>
            <ac:spMk id="14" creationId="{ACB2BECF-A34B-4987-B049-C2C37FE64F5E}"/>
          </ac:spMkLst>
        </pc:spChg>
        <pc:spChg chg="add del mod">
          <ac:chgData name="Di Mattia Alessandro Edoardo Giorgio David" userId="f8954a66-e5ad-4a1c-9536-1d2117047f5f" providerId="ADAL" clId="{CFBF690A-D719-48D2-92B8-B5819DB24AC8}" dt="2021-08-09T14:48:00.719" v="1599"/>
          <ac:spMkLst>
            <pc:docMk/>
            <pc:sldMk cId="2223886345" sldId="336"/>
            <ac:spMk id="15" creationId="{2A1DC70E-79A8-45E9-B2BA-149F605A6007}"/>
          </ac:spMkLst>
        </pc:spChg>
        <pc:spChg chg="add del mod">
          <ac:chgData name="Di Mattia Alessandro Edoardo Giorgio David" userId="f8954a66-e5ad-4a1c-9536-1d2117047f5f" providerId="ADAL" clId="{CFBF690A-D719-48D2-92B8-B5819DB24AC8}" dt="2021-08-09T14:48:00.719" v="1599"/>
          <ac:spMkLst>
            <pc:docMk/>
            <pc:sldMk cId="2223886345" sldId="336"/>
            <ac:spMk id="18" creationId="{15FC0AD6-12AC-4970-9712-4EB6ACFDBFBA}"/>
          </ac:spMkLst>
        </pc:spChg>
        <pc:spChg chg="add del mod">
          <ac:chgData name="Di Mattia Alessandro Edoardo Giorgio David" userId="f8954a66-e5ad-4a1c-9536-1d2117047f5f" providerId="ADAL" clId="{CFBF690A-D719-48D2-92B8-B5819DB24AC8}" dt="2021-08-09T14:48:00.719" v="1599"/>
          <ac:spMkLst>
            <pc:docMk/>
            <pc:sldMk cId="2223886345" sldId="336"/>
            <ac:spMk id="19" creationId="{CDC0AC11-B839-410A-8D79-9F035CA1D234}"/>
          </ac:spMkLst>
        </pc:spChg>
        <pc:spChg chg="add del mod">
          <ac:chgData name="Di Mattia Alessandro Edoardo Giorgio David" userId="f8954a66-e5ad-4a1c-9536-1d2117047f5f" providerId="ADAL" clId="{CFBF690A-D719-48D2-92B8-B5819DB24AC8}" dt="2021-08-09T14:48:00.719" v="1599"/>
          <ac:spMkLst>
            <pc:docMk/>
            <pc:sldMk cId="2223886345" sldId="336"/>
            <ac:spMk id="20" creationId="{196B9437-658A-4659-BBB6-B4A497AA06D5}"/>
          </ac:spMkLst>
        </pc:spChg>
        <pc:spChg chg="add del mod">
          <ac:chgData name="Di Mattia Alessandro Edoardo Giorgio David" userId="f8954a66-e5ad-4a1c-9536-1d2117047f5f" providerId="ADAL" clId="{CFBF690A-D719-48D2-92B8-B5819DB24AC8}" dt="2021-08-09T14:48:00.719" v="1599"/>
          <ac:spMkLst>
            <pc:docMk/>
            <pc:sldMk cId="2223886345" sldId="336"/>
            <ac:spMk id="23" creationId="{A2644825-FA9E-453B-BF19-4B8D07E45341}"/>
          </ac:spMkLst>
        </pc:spChg>
        <pc:spChg chg="add del mod">
          <ac:chgData name="Di Mattia Alessandro Edoardo Giorgio David" userId="f8954a66-e5ad-4a1c-9536-1d2117047f5f" providerId="ADAL" clId="{CFBF690A-D719-48D2-92B8-B5819DB24AC8}" dt="2021-08-09T14:48:00.719" v="1599"/>
          <ac:spMkLst>
            <pc:docMk/>
            <pc:sldMk cId="2223886345" sldId="336"/>
            <ac:spMk id="24" creationId="{6E1FFEE6-0187-41FF-AE34-CEAE210D7F8E}"/>
          </ac:spMkLst>
        </pc:spChg>
        <pc:spChg chg="add del mod">
          <ac:chgData name="Di Mattia Alessandro Edoardo Giorgio David" userId="f8954a66-e5ad-4a1c-9536-1d2117047f5f" providerId="ADAL" clId="{CFBF690A-D719-48D2-92B8-B5819DB24AC8}" dt="2021-08-09T14:48:00.719" v="1599"/>
          <ac:spMkLst>
            <pc:docMk/>
            <pc:sldMk cId="2223886345" sldId="336"/>
            <ac:spMk id="25" creationId="{920D2067-A783-4E4E-9FF7-FB271043AC85}"/>
          </ac:spMkLst>
        </pc:spChg>
        <pc:spChg chg="add del mod">
          <ac:chgData name="Di Mattia Alessandro Edoardo Giorgio David" userId="f8954a66-e5ad-4a1c-9536-1d2117047f5f" providerId="ADAL" clId="{CFBF690A-D719-48D2-92B8-B5819DB24AC8}" dt="2021-08-09T14:48:00.719" v="1599"/>
          <ac:spMkLst>
            <pc:docMk/>
            <pc:sldMk cId="2223886345" sldId="336"/>
            <ac:spMk id="27" creationId="{777EF625-B53E-429A-BDA0-7F41661D232F}"/>
          </ac:spMkLst>
        </pc:spChg>
        <pc:spChg chg="add del mod">
          <ac:chgData name="Di Mattia Alessandro Edoardo Giorgio David" userId="f8954a66-e5ad-4a1c-9536-1d2117047f5f" providerId="ADAL" clId="{CFBF690A-D719-48D2-92B8-B5819DB24AC8}" dt="2021-08-09T14:48:00.719" v="1599"/>
          <ac:spMkLst>
            <pc:docMk/>
            <pc:sldMk cId="2223886345" sldId="336"/>
            <ac:spMk id="29" creationId="{6D906C3B-A46F-4500-910A-CD28C96FDC72}"/>
          </ac:spMkLst>
        </pc:spChg>
        <pc:spChg chg="add del mod">
          <ac:chgData name="Di Mattia Alessandro Edoardo Giorgio David" userId="f8954a66-e5ad-4a1c-9536-1d2117047f5f" providerId="ADAL" clId="{CFBF690A-D719-48D2-92B8-B5819DB24AC8}" dt="2021-08-09T14:48:00.719" v="1599"/>
          <ac:spMkLst>
            <pc:docMk/>
            <pc:sldMk cId="2223886345" sldId="336"/>
            <ac:spMk id="31" creationId="{B7CA1F7E-FC41-44A5-90E9-F09EAA9E5A1B}"/>
          </ac:spMkLst>
        </pc:spChg>
        <pc:spChg chg="add del mod">
          <ac:chgData name="Di Mattia Alessandro Edoardo Giorgio David" userId="f8954a66-e5ad-4a1c-9536-1d2117047f5f" providerId="ADAL" clId="{CFBF690A-D719-48D2-92B8-B5819DB24AC8}" dt="2021-08-09T14:48:06.334" v="1602"/>
          <ac:spMkLst>
            <pc:docMk/>
            <pc:sldMk cId="2223886345" sldId="336"/>
            <ac:spMk id="36" creationId="{604EFD12-9F33-4BC0-9572-4D50FE266E88}"/>
          </ac:spMkLst>
        </pc:spChg>
        <pc:spChg chg="add del mod">
          <ac:chgData name="Di Mattia Alessandro Edoardo Giorgio David" userId="f8954a66-e5ad-4a1c-9536-1d2117047f5f" providerId="ADAL" clId="{CFBF690A-D719-48D2-92B8-B5819DB24AC8}" dt="2021-08-09T14:48:06.334" v="1602"/>
          <ac:spMkLst>
            <pc:docMk/>
            <pc:sldMk cId="2223886345" sldId="336"/>
            <ac:spMk id="37" creationId="{43CEEA71-91D6-4A9F-96B8-C53D69404D02}"/>
          </ac:spMkLst>
        </pc:spChg>
        <pc:spChg chg="add del mod">
          <ac:chgData name="Di Mattia Alessandro Edoardo Giorgio David" userId="f8954a66-e5ad-4a1c-9536-1d2117047f5f" providerId="ADAL" clId="{CFBF690A-D719-48D2-92B8-B5819DB24AC8}" dt="2021-08-09T14:48:06.334" v="1602"/>
          <ac:spMkLst>
            <pc:docMk/>
            <pc:sldMk cId="2223886345" sldId="336"/>
            <ac:spMk id="38" creationId="{E5B9B17A-167C-4C0B-B85D-4C2BC6408AC8}"/>
          </ac:spMkLst>
        </pc:spChg>
        <pc:spChg chg="add del mod">
          <ac:chgData name="Di Mattia Alessandro Edoardo Giorgio David" userId="f8954a66-e5ad-4a1c-9536-1d2117047f5f" providerId="ADAL" clId="{CFBF690A-D719-48D2-92B8-B5819DB24AC8}" dt="2021-08-09T14:48:06.334" v="1602"/>
          <ac:spMkLst>
            <pc:docMk/>
            <pc:sldMk cId="2223886345" sldId="336"/>
            <ac:spMk id="39" creationId="{49C71CEF-75F6-402F-9D15-671908371808}"/>
          </ac:spMkLst>
        </pc:spChg>
        <pc:spChg chg="add del mod">
          <ac:chgData name="Di Mattia Alessandro Edoardo Giorgio David" userId="f8954a66-e5ad-4a1c-9536-1d2117047f5f" providerId="ADAL" clId="{CFBF690A-D719-48D2-92B8-B5819DB24AC8}" dt="2021-08-09T14:48:06.334" v="1602"/>
          <ac:spMkLst>
            <pc:docMk/>
            <pc:sldMk cId="2223886345" sldId="336"/>
            <ac:spMk id="40" creationId="{9CDC1496-E3A8-43C4-8272-CD52FB4A5FEB}"/>
          </ac:spMkLst>
        </pc:spChg>
        <pc:spChg chg="add del mod">
          <ac:chgData name="Di Mattia Alessandro Edoardo Giorgio David" userId="f8954a66-e5ad-4a1c-9536-1d2117047f5f" providerId="ADAL" clId="{CFBF690A-D719-48D2-92B8-B5819DB24AC8}" dt="2021-08-09T14:48:06.334" v="1602"/>
          <ac:spMkLst>
            <pc:docMk/>
            <pc:sldMk cId="2223886345" sldId="336"/>
            <ac:spMk id="41" creationId="{C98B0ABB-4032-4AB0-984A-B125EDE819D2}"/>
          </ac:spMkLst>
        </pc:spChg>
        <pc:spChg chg="add del mod">
          <ac:chgData name="Di Mattia Alessandro Edoardo Giorgio David" userId="f8954a66-e5ad-4a1c-9536-1d2117047f5f" providerId="ADAL" clId="{CFBF690A-D719-48D2-92B8-B5819DB24AC8}" dt="2021-08-09T14:48:06.334" v="1602"/>
          <ac:spMkLst>
            <pc:docMk/>
            <pc:sldMk cId="2223886345" sldId="336"/>
            <ac:spMk id="42" creationId="{32C41F58-2E2B-469F-8638-CAAC876B58ED}"/>
          </ac:spMkLst>
        </pc:spChg>
        <pc:spChg chg="add del mod">
          <ac:chgData name="Di Mattia Alessandro Edoardo Giorgio David" userId="f8954a66-e5ad-4a1c-9536-1d2117047f5f" providerId="ADAL" clId="{CFBF690A-D719-48D2-92B8-B5819DB24AC8}" dt="2021-08-09T14:48:06.334" v="1602"/>
          <ac:spMkLst>
            <pc:docMk/>
            <pc:sldMk cId="2223886345" sldId="336"/>
            <ac:spMk id="43" creationId="{291D4AC3-9E9D-4F16-867F-64184D4DE8DA}"/>
          </ac:spMkLst>
        </pc:spChg>
        <pc:spChg chg="add del mod">
          <ac:chgData name="Di Mattia Alessandro Edoardo Giorgio David" userId="f8954a66-e5ad-4a1c-9536-1d2117047f5f" providerId="ADAL" clId="{CFBF690A-D719-48D2-92B8-B5819DB24AC8}" dt="2021-08-09T14:48:06.334" v="1602"/>
          <ac:spMkLst>
            <pc:docMk/>
            <pc:sldMk cId="2223886345" sldId="336"/>
            <ac:spMk id="46" creationId="{453C5643-A61B-4E89-8EF0-BDAF28856B2E}"/>
          </ac:spMkLst>
        </pc:spChg>
        <pc:spChg chg="add del mod">
          <ac:chgData name="Di Mattia Alessandro Edoardo Giorgio David" userId="f8954a66-e5ad-4a1c-9536-1d2117047f5f" providerId="ADAL" clId="{CFBF690A-D719-48D2-92B8-B5819DB24AC8}" dt="2021-08-09T14:48:06.334" v="1602"/>
          <ac:spMkLst>
            <pc:docMk/>
            <pc:sldMk cId="2223886345" sldId="336"/>
            <ac:spMk id="47" creationId="{0C7F490F-88DC-44D1-8035-EBD5C2A1E36E}"/>
          </ac:spMkLst>
        </pc:spChg>
        <pc:spChg chg="add del mod">
          <ac:chgData name="Di Mattia Alessandro Edoardo Giorgio David" userId="f8954a66-e5ad-4a1c-9536-1d2117047f5f" providerId="ADAL" clId="{CFBF690A-D719-48D2-92B8-B5819DB24AC8}" dt="2021-08-09T14:48:06.334" v="1602"/>
          <ac:spMkLst>
            <pc:docMk/>
            <pc:sldMk cId="2223886345" sldId="336"/>
            <ac:spMk id="48" creationId="{2172E6FD-ADCE-4FF9-AADA-1D1297BCAC7C}"/>
          </ac:spMkLst>
        </pc:spChg>
        <pc:spChg chg="add del mod">
          <ac:chgData name="Di Mattia Alessandro Edoardo Giorgio David" userId="f8954a66-e5ad-4a1c-9536-1d2117047f5f" providerId="ADAL" clId="{CFBF690A-D719-48D2-92B8-B5819DB24AC8}" dt="2021-08-09T14:48:06.334" v="1602"/>
          <ac:spMkLst>
            <pc:docMk/>
            <pc:sldMk cId="2223886345" sldId="336"/>
            <ac:spMk id="51" creationId="{3F18B746-E115-40AA-BA2E-0DDAA61C239C}"/>
          </ac:spMkLst>
        </pc:spChg>
        <pc:spChg chg="add del mod">
          <ac:chgData name="Di Mattia Alessandro Edoardo Giorgio David" userId="f8954a66-e5ad-4a1c-9536-1d2117047f5f" providerId="ADAL" clId="{CFBF690A-D719-48D2-92B8-B5819DB24AC8}" dt="2021-08-09T14:48:06.334" v="1602"/>
          <ac:spMkLst>
            <pc:docMk/>
            <pc:sldMk cId="2223886345" sldId="336"/>
            <ac:spMk id="52" creationId="{FDA1651F-C7C9-40FB-BBE9-98C7D4B605E4}"/>
          </ac:spMkLst>
        </pc:spChg>
        <pc:spChg chg="add del mod">
          <ac:chgData name="Di Mattia Alessandro Edoardo Giorgio David" userId="f8954a66-e5ad-4a1c-9536-1d2117047f5f" providerId="ADAL" clId="{CFBF690A-D719-48D2-92B8-B5819DB24AC8}" dt="2021-08-09T14:48:06.334" v="1602"/>
          <ac:spMkLst>
            <pc:docMk/>
            <pc:sldMk cId="2223886345" sldId="336"/>
            <ac:spMk id="53" creationId="{73CB2228-6D00-4D03-9B29-6DC6B7F96F4E}"/>
          </ac:spMkLst>
        </pc:spChg>
        <pc:spChg chg="add del mod">
          <ac:chgData name="Di Mattia Alessandro Edoardo Giorgio David" userId="f8954a66-e5ad-4a1c-9536-1d2117047f5f" providerId="ADAL" clId="{CFBF690A-D719-48D2-92B8-B5819DB24AC8}" dt="2021-08-09T14:48:06.334" v="1602"/>
          <ac:spMkLst>
            <pc:docMk/>
            <pc:sldMk cId="2223886345" sldId="336"/>
            <ac:spMk id="55" creationId="{BE1EB5B1-738F-4239-8A84-B9B04394BD8C}"/>
          </ac:spMkLst>
        </pc:spChg>
        <pc:spChg chg="add del mod">
          <ac:chgData name="Di Mattia Alessandro Edoardo Giorgio David" userId="f8954a66-e5ad-4a1c-9536-1d2117047f5f" providerId="ADAL" clId="{CFBF690A-D719-48D2-92B8-B5819DB24AC8}" dt="2021-08-09T14:48:06.334" v="1602"/>
          <ac:spMkLst>
            <pc:docMk/>
            <pc:sldMk cId="2223886345" sldId="336"/>
            <ac:spMk id="57" creationId="{7AED626B-97F1-43E5-A445-59B175E15225}"/>
          </ac:spMkLst>
        </pc:spChg>
        <pc:spChg chg="add del mod">
          <ac:chgData name="Di Mattia Alessandro Edoardo Giorgio David" userId="f8954a66-e5ad-4a1c-9536-1d2117047f5f" providerId="ADAL" clId="{CFBF690A-D719-48D2-92B8-B5819DB24AC8}" dt="2021-08-09T14:48:06.334" v="1602"/>
          <ac:spMkLst>
            <pc:docMk/>
            <pc:sldMk cId="2223886345" sldId="336"/>
            <ac:spMk id="59" creationId="{437CF595-ACF0-4BD2-80B1-8B5855F4A5C7}"/>
          </ac:spMkLst>
        </pc:spChg>
        <pc:spChg chg="add mod">
          <ac:chgData name="Di Mattia Alessandro Edoardo Giorgio David" userId="f8954a66-e5ad-4a1c-9536-1d2117047f5f" providerId="ADAL" clId="{CFBF690A-D719-48D2-92B8-B5819DB24AC8}" dt="2021-08-09T15:14:08.515" v="1840" actId="20577"/>
          <ac:spMkLst>
            <pc:docMk/>
            <pc:sldMk cId="2223886345" sldId="336"/>
            <ac:spMk id="61" creationId="{58A6B7EB-1412-40A2-821F-8F47923E2B39}"/>
          </ac:spMkLst>
        </pc:spChg>
        <pc:picChg chg="add mod">
          <ac:chgData name="Di Mattia Alessandro Edoardo Giorgio David" userId="f8954a66-e5ad-4a1c-9536-1d2117047f5f" providerId="ADAL" clId="{CFBF690A-D719-48D2-92B8-B5819DB24AC8}" dt="2021-08-09T14:48:10.430" v="1604" actId="1076"/>
          <ac:picMkLst>
            <pc:docMk/>
            <pc:sldMk cId="2223886345" sldId="336"/>
            <ac:picMk id="60" creationId="{2590DDC6-8B95-4B75-8711-8A2E65160AA8}"/>
          </ac:picMkLst>
        </pc:picChg>
        <pc:cxnChg chg="add del mod">
          <ac:chgData name="Di Mattia Alessandro Edoardo Giorgio David" userId="f8954a66-e5ad-4a1c-9536-1d2117047f5f" providerId="ADAL" clId="{CFBF690A-D719-48D2-92B8-B5819DB24AC8}" dt="2021-08-09T14:48:00.719" v="1599"/>
          <ac:cxnSpMkLst>
            <pc:docMk/>
            <pc:sldMk cId="2223886345" sldId="336"/>
            <ac:cxnSpMk id="4" creationId="{BC484C7D-75A2-4ABE-A739-0C23D4AE0491}"/>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5" creationId="{6B2E5369-D18A-4DF8-BC51-68923888350B}"/>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6" creationId="{05FEBAFD-17DF-4BF3-BD5F-0D83A2A336E6}"/>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7" creationId="{376F227D-A81C-4408-BF91-603AD8D90AED}"/>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16" creationId="{706D481C-C88C-451F-9603-C6844D644468}"/>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17" creationId="{7F085B11-4192-4971-9B4A-1DE921B3EE23}"/>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1" creationId="{3C19582E-008F-4868-935A-BA97171821CD}"/>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2" creationId="{2433AA6C-8B96-4A69-A243-5D4A48BD138A}"/>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6" creationId="{CAEC6E02-BB37-47FE-9A68-08BD2FD0C4D6}"/>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8" creationId="{8463F2B2-6C9B-4F68-B982-05D65A088563}"/>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30" creationId="{C8154AE7-1365-4E27-94C0-2EC5322E841A}"/>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2" creationId="{CA0DAAD7-573C-4B03-BB18-6053A94887EE}"/>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3" creationId="{DA32C806-A58C-49A2-971F-32C07B3CA4CF}"/>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4" creationId="{C0063E2F-35BA-4031-893B-972A4D555725}"/>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5" creationId="{871AD2F4-EA57-4B83-B727-A2D41B5D1728}"/>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4" creationId="{31C1F4D0-7EDD-4865-86C7-CA727B567D5F}"/>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5" creationId="{C7EBAB87-F838-4CEE-80D1-C10A63F33CB5}"/>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9" creationId="{635E5550-4519-4203-AA35-0A850BD524C9}"/>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0" creationId="{A095B073-9050-4EB3-A76C-A5F0D6A6CB9B}"/>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4" creationId="{BC9A19AE-D379-4AB1-88EF-7CB8197322DC}"/>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6" creationId="{817E96AF-6E57-450F-91FD-05ACEEAE37A1}"/>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8" creationId="{9796C8FA-4681-4C87-A057-F2A1B61B3DAB}"/>
          </ac:cxnSpMkLst>
        </pc:cxnChg>
      </pc:sldChg>
      <pc:sldChg chg="addSp delSp modSp new mod modClrScheme chgLayout">
        <pc:chgData name="Di Mattia Alessandro Edoardo Giorgio David" userId="f8954a66-e5ad-4a1c-9536-1d2117047f5f" providerId="ADAL" clId="{CFBF690A-D719-48D2-92B8-B5819DB24AC8}" dt="2021-08-09T15:32:30.204" v="1895" actId="20577"/>
        <pc:sldMkLst>
          <pc:docMk/>
          <pc:sldMk cId="2386622032" sldId="337"/>
        </pc:sldMkLst>
        <pc:spChg chg="add mod">
          <ac:chgData name="Di Mattia Alessandro Edoardo Giorgio David" userId="f8954a66-e5ad-4a1c-9536-1d2117047f5f" providerId="ADAL" clId="{CFBF690A-D719-48D2-92B8-B5819DB24AC8}" dt="2021-08-09T15:32:30.204" v="1895" actId="20577"/>
          <ac:spMkLst>
            <pc:docMk/>
            <pc:sldMk cId="2386622032" sldId="337"/>
            <ac:spMk id="2" creationId="{4955EB03-85E3-48BD-8D11-98871C2CDE2B}"/>
          </ac:spMkLst>
        </pc:spChg>
        <pc:spChg chg="add del mod">
          <ac:chgData name="Di Mattia Alessandro Edoardo Giorgio David" userId="f8954a66-e5ad-4a1c-9536-1d2117047f5f" providerId="ADAL" clId="{CFBF690A-D719-48D2-92B8-B5819DB24AC8}" dt="2021-08-09T15:27:22.293" v="1853"/>
          <ac:spMkLst>
            <pc:docMk/>
            <pc:sldMk cId="2386622032" sldId="337"/>
            <ac:spMk id="3" creationId="{FE07B3C5-277D-4534-989E-90ED4C47E697}"/>
          </ac:spMkLst>
        </pc:spChg>
        <pc:spChg chg="add mod">
          <ac:chgData name="Di Mattia Alessandro Edoardo Giorgio David" userId="f8954a66-e5ad-4a1c-9536-1d2117047f5f" providerId="ADAL" clId="{CFBF690A-D719-48D2-92B8-B5819DB24AC8}" dt="2021-08-09T15:32:20.672" v="1882" actId="20577"/>
          <ac:spMkLst>
            <pc:docMk/>
            <pc:sldMk cId="2386622032" sldId="337"/>
            <ac:spMk id="4" creationId="{5C20FEFB-367B-47CF-9F2F-2780ADC071FE}"/>
          </ac:spMkLst>
        </pc:spChg>
        <pc:spChg chg="add del mod">
          <ac:chgData name="Di Mattia Alessandro Edoardo Giorgio David" userId="f8954a66-e5ad-4a1c-9536-1d2117047f5f" providerId="ADAL" clId="{CFBF690A-D719-48D2-92B8-B5819DB24AC8}" dt="2021-08-09T15:27:37.834" v="1857"/>
          <ac:spMkLst>
            <pc:docMk/>
            <pc:sldMk cId="2386622032" sldId="337"/>
            <ac:spMk id="5" creationId="{B684725E-159F-4B29-A899-2F15DEBA6CC5}"/>
          </ac:spMkLst>
        </pc:spChg>
        <pc:picChg chg="add del mod">
          <ac:chgData name="Di Mattia Alessandro Edoardo Giorgio David" userId="f8954a66-e5ad-4a1c-9536-1d2117047f5f" providerId="ADAL" clId="{CFBF690A-D719-48D2-92B8-B5819DB24AC8}" dt="2021-08-09T15:32:02.161" v="1860" actId="478"/>
          <ac:picMkLst>
            <pc:docMk/>
            <pc:sldMk cId="2386622032" sldId="337"/>
            <ac:picMk id="7" creationId="{DD149F64-9B26-400A-8535-BFB846A828F6}"/>
          </ac:picMkLst>
        </pc:picChg>
      </pc:sldChg>
      <pc:sldChg chg="modSp new mod modNotesTx">
        <pc:chgData name="Di Mattia Alessandro Edoardo Giorgio David" userId="f8954a66-e5ad-4a1c-9536-1d2117047f5f" providerId="ADAL" clId="{CFBF690A-D719-48D2-92B8-B5819DB24AC8}" dt="2021-08-09T15:35:06.200" v="1903"/>
        <pc:sldMkLst>
          <pc:docMk/>
          <pc:sldMk cId="863600783" sldId="338"/>
        </pc:sldMkLst>
        <pc:spChg chg="mod">
          <ac:chgData name="Di Mattia Alessandro Edoardo Giorgio David" userId="f8954a66-e5ad-4a1c-9536-1d2117047f5f" providerId="ADAL" clId="{CFBF690A-D719-48D2-92B8-B5819DB24AC8}" dt="2021-08-09T15:34:20.370" v="1901" actId="20577"/>
          <ac:spMkLst>
            <pc:docMk/>
            <pc:sldMk cId="863600783" sldId="338"/>
            <ac:spMk id="2" creationId="{9A7E9ECD-A824-405F-93D7-214E7E8CED7B}"/>
          </ac:spMkLst>
        </pc:spChg>
        <pc:spChg chg="mod">
          <ac:chgData name="Di Mattia Alessandro Edoardo Giorgio David" userId="f8954a66-e5ad-4a1c-9536-1d2117047f5f" providerId="ADAL" clId="{CFBF690A-D719-48D2-92B8-B5819DB24AC8}" dt="2021-08-09T15:34:39.134" v="1902"/>
          <ac:spMkLst>
            <pc:docMk/>
            <pc:sldMk cId="863600783" sldId="338"/>
            <ac:spMk id="3" creationId="{7EEDFC4A-3855-4AB5-8115-C4399C82CF5B}"/>
          </ac:spMkLst>
        </pc:spChg>
      </pc:sldChg>
      <pc:sldChg chg="modSp new mod">
        <pc:chgData name="Di Mattia Alessandro Edoardo Giorgio David" userId="f8954a66-e5ad-4a1c-9536-1d2117047f5f" providerId="ADAL" clId="{CFBF690A-D719-48D2-92B8-B5819DB24AC8}" dt="2021-08-09T15:53:44.291" v="1952" actId="20577"/>
        <pc:sldMkLst>
          <pc:docMk/>
          <pc:sldMk cId="3760396929" sldId="339"/>
        </pc:sldMkLst>
        <pc:spChg chg="mod">
          <ac:chgData name="Di Mattia Alessandro Edoardo Giorgio David" userId="f8954a66-e5ad-4a1c-9536-1d2117047f5f" providerId="ADAL" clId="{CFBF690A-D719-48D2-92B8-B5819DB24AC8}" dt="2021-08-09T15:53:44.291" v="1952" actId="20577"/>
          <ac:spMkLst>
            <pc:docMk/>
            <pc:sldMk cId="3760396929" sldId="339"/>
            <ac:spMk id="2" creationId="{49AEAE09-0BED-4CAC-8212-5B93D7A70FDE}"/>
          </ac:spMkLst>
        </pc:spChg>
        <pc:spChg chg="mod">
          <ac:chgData name="Di Mattia Alessandro Edoardo Giorgio David" userId="f8954a66-e5ad-4a1c-9536-1d2117047f5f" providerId="ADAL" clId="{CFBF690A-D719-48D2-92B8-B5819DB24AC8}" dt="2021-08-09T15:50:25.508" v="1918"/>
          <ac:spMkLst>
            <pc:docMk/>
            <pc:sldMk cId="3760396929" sldId="339"/>
            <ac:spMk id="3" creationId="{1D30359C-CBBF-48E2-90A8-845B2C301D3C}"/>
          </ac:spMkLst>
        </pc:spChg>
      </pc:sldChg>
      <pc:sldChg chg="modSp new mod">
        <pc:chgData name="Di Mattia Alessandro Edoardo Giorgio David" userId="f8954a66-e5ad-4a1c-9536-1d2117047f5f" providerId="ADAL" clId="{CFBF690A-D719-48D2-92B8-B5819DB24AC8}" dt="2021-08-09T15:53:36.979" v="1949" actId="20577"/>
        <pc:sldMkLst>
          <pc:docMk/>
          <pc:sldMk cId="4043709138" sldId="340"/>
        </pc:sldMkLst>
        <pc:spChg chg="mod">
          <ac:chgData name="Di Mattia Alessandro Edoardo Giorgio David" userId="f8954a66-e5ad-4a1c-9536-1d2117047f5f" providerId="ADAL" clId="{CFBF690A-D719-48D2-92B8-B5819DB24AC8}" dt="2021-08-09T15:53:36.979" v="1949" actId="20577"/>
          <ac:spMkLst>
            <pc:docMk/>
            <pc:sldMk cId="4043709138" sldId="340"/>
            <ac:spMk id="2" creationId="{88FDEB9A-7D04-42C6-8A80-9906B92F3B49}"/>
          </ac:spMkLst>
        </pc:spChg>
        <pc:spChg chg="mod">
          <ac:chgData name="Di Mattia Alessandro Edoardo Giorgio David" userId="f8954a66-e5ad-4a1c-9536-1d2117047f5f" providerId="ADAL" clId="{CFBF690A-D719-48D2-92B8-B5819DB24AC8}" dt="2021-08-09T15:53:27.145" v="1938" actId="5793"/>
          <ac:spMkLst>
            <pc:docMk/>
            <pc:sldMk cId="4043709138" sldId="340"/>
            <ac:spMk id="3" creationId="{8DC0EF51-28F2-45F6-BD96-33F38C1708A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AF77F2E4-9D97-4FC3-AFDE-ED3FA11200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Plassholder for dato 2">
            <a:extLst>
              <a:ext uri="{FF2B5EF4-FFF2-40B4-BE49-F238E27FC236}">
                <a16:creationId xmlns:a16="http://schemas.microsoft.com/office/drawing/2014/main" id="{0AA25600-84AB-4F94-B5CB-A476CB8FC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8A781A-1859-4C85-BF75-12C8100C455E}" type="datetimeFigureOut">
              <a:rPr lang="nb-NO" smtClean="0"/>
              <a:t>13.09.2021</a:t>
            </a:fld>
            <a:endParaRPr lang="nb-NO" dirty="0"/>
          </a:p>
        </p:txBody>
      </p:sp>
      <p:sp>
        <p:nvSpPr>
          <p:cNvPr id="4" name="Plassholder for bunntekst 3">
            <a:extLst>
              <a:ext uri="{FF2B5EF4-FFF2-40B4-BE49-F238E27FC236}">
                <a16:creationId xmlns:a16="http://schemas.microsoft.com/office/drawing/2014/main" id="{2FA93902-B21B-4A6E-859D-90790E6FAC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5" name="Plassholder for lysbildenummer 4">
            <a:extLst>
              <a:ext uri="{FF2B5EF4-FFF2-40B4-BE49-F238E27FC236}">
                <a16:creationId xmlns:a16="http://schemas.microsoft.com/office/drawing/2014/main" id="{B7800144-E8A4-43A6-AAD7-1921F2CC0D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E98403-76B7-4BFA-AF44-FE0FA5E8362E}" type="slidenum">
              <a:rPr lang="nb-NO" smtClean="0"/>
              <a:t>‹#›</a:t>
            </a:fld>
            <a:endParaRPr lang="nb-NO" dirty="0"/>
          </a:p>
        </p:txBody>
      </p:sp>
    </p:spTree>
    <p:extLst>
      <p:ext uri="{BB962C8B-B14F-4D97-AF65-F5344CB8AC3E}">
        <p14:creationId xmlns:p14="http://schemas.microsoft.com/office/powerpoint/2010/main" val="7533853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442447-825E-F44A-AE66-BBD0FC2F1FF6}" type="datetimeFigureOut">
              <a:rPr lang="nb-NO" smtClean="0"/>
              <a:t>13.09.2021</a:t>
            </a:fld>
            <a:endParaRPr lang="nb-NO" dirty="0"/>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nb-NO"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7E51CF-144B-7241-A1FB-D978B63A9AA3}" type="slidenum">
              <a:rPr lang="nb-NO" smtClean="0"/>
              <a:t>‹#›</a:t>
            </a:fld>
            <a:endParaRPr lang="nb-NO" dirty="0"/>
          </a:p>
        </p:txBody>
      </p:sp>
    </p:spTree>
    <p:extLst>
      <p:ext uri="{BB962C8B-B14F-4D97-AF65-F5344CB8AC3E}">
        <p14:creationId xmlns:p14="http://schemas.microsoft.com/office/powerpoint/2010/main" val="32097890"/>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2014852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32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194118"/>
            <a:ext cx="7886700" cy="2377281"/>
          </a:xfrm>
          <a:prstGeom prst="rect">
            <a:avLst/>
          </a:prstGeo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593889"/>
            <a:ext cx="7886700" cy="1250156"/>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877519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7712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2234030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3711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381001"/>
            <a:ext cx="4629150" cy="447108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37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250906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381000"/>
            <a:ext cx="4629150" cy="447164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714501"/>
            <a:ext cx="2949178" cy="315406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355398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692337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99328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4082879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3100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707685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05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8756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65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84685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7932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5947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861861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605264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98012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36560387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66669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5086759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702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3995284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5509171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515690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55524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7306080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53349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2049543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15269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435072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148128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36255104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08D9C70E-8304-E34A-89DB-70A9D8CEAB9F}"/>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1651659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5420877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4" name="Picture 3">
            <a:extLst>
              <a:ext uri="{FF2B5EF4-FFF2-40B4-BE49-F238E27FC236}">
                <a16:creationId xmlns:a16="http://schemas.microsoft.com/office/drawing/2014/main" id="{BC3188BB-F162-1949-90AF-2F0207E360BF}"/>
              </a:ext>
            </a:extLst>
          </p:cNvPr>
          <p:cNvPicPr>
            <a:picLocks noChangeAspect="1"/>
          </p:cNvPicPr>
          <p:nvPr userDrawn="1"/>
        </p:nvPicPr>
        <p:blipFill>
          <a:blip r:embed="rId2"/>
          <a:srcRect/>
          <a:stretch/>
        </p:blipFill>
        <p:spPr>
          <a:xfrm>
            <a:off x="628650" y="4977336"/>
            <a:ext cx="2115408" cy="479695"/>
          </a:xfrm>
          <a:prstGeom prst="rect">
            <a:avLst/>
          </a:prstGeom>
        </p:spPr>
      </p:pic>
    </p:spTree>
    <p:extLst>
      <p:ext uri="{BB962C8B-B14F-4D97-AF65-F5344CB8AC3E}">
        <p14:creationId xmlns:p14="http://schemas.microsoft.com/office/powerpoint/2010/main" val="2735671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42904410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C7C5FA70-7C6F-2F49-8925-6BF1B8A79F39}"/>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365890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2735800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tif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4.tiff"/><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image" Target="../media/image3.png"/><Relationship Id="rId5" Type="http://schemas.openxmlformats.org/officeDocument/2006/relationships/slideLayout" Target="../slideLayouts/slideLayout21.xml"/><Relationship Id="rId10" Type="http://schemas.openxmlformats.org/officeDocument/2006/relationships/image" Target="../media/image5.png"/><Relationship Id="rId4" Type="http://schemas.openxmlformats.org/officeDocument/2006/relationships/slideLayout" Target="../slideLayouts/slideLayout20.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10" Type="http://schemas.openxmlformats.org/officeDocument/2006/relationships/image" Target="../media/image2.png"/><Relationship Id="rId4" Type="http://schemas.openxmlformats.org/officeDocument/2006/relationships/slideLayout" Target="../slideLayouts/slideLayout2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0F270661-5897-294E-8E62-63F1988A1322}"/>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043424" y="4545000"/>
            <a:ext cx="2100576" cy="1170000"/>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US"/>
              <a:t>Click to edit Master title style</a:t>
            </a:r>
            <a:endParaRPr lang="nb-NO" dirty="0"/>
          </a:p>
        </p:txBody>
      </p:sp>
      <p:pic>
        <p:nvPicPr>
          <p:cNvPr id="14" name="Picture 13">
            <a:extLst>
              <a:ext uri="{FF2B5EF4-FFF2-40B4-BE49-F238E27FC236}">
                <a16:creationId xmlns:a16="http://schemas.microsoft.com/office/drawing/2014/main" id="{CE9FD4B4-DFF1-934C-A28A-5210B685895E}"/>
              </a:ext>
            </a:extLst>
          </p:cNvPr>
          <p:cNvPicPr>
            <a:picLocks noChangeAspect="1"/>
          </p:cNvPicPr>
          <p:nvPr userDrawn="1"/>
        </p:nvPicPr>
        <p:blipFill>
          <a:blip r:embed="rId11"/>
          <a:srcRect/>
          <a:stretch/>
        </p:blipFill>
        <p:spPr>
          <a:xfrm>
            <a:off x="628650" y="4977336"/>
            <a:ext cx="2115408" cy="479695"/>
          </a:xfrm>
          <a:prstGeom prst="rect">
            <a:avLst/>
          </a:prstGeom>
        </p:spPr>
      </p:pic>
      <p:sp>
        <p:nvSpPr>
          <p:cNvPr id="2" name="TextBox 1">
            <a:extLst>
              <a:ext uri="{FF2B5EF4-FFF2-40B4-BE49-F238E27FC236}">
                <a16:creationId xmlns:a16="http://schemas.microsoft.com/office/drawing/2014/main" id="{FA771076-2E94-465D-8889-293DE5BF2F9B}"/>
              </a:ext>
            </a:extLst>
          </p:cNvPr>
          <p:cNvSpPr txBox="1"/>
          <p:nvPr userDrawn="1"/>
        </p:nvSpPr>
        <p:spPr>
          <a:xfrm>
            <a:off x="4893088" y="5225534"/>
            <a:ext cx="565392" cy="369332"/>
          </a:xfrm>
          <a:prstGeom prst="rect">
            <a:avLst/>
          </a:prstGeom>
          <a:noFill/>
        </p:spPr>
        <p:txBody>
          <a:bodyPr wrap="square" rtlCol="0">
            <a:spAutoFit/>
          </a:bodyPr>
          <a:lstStyle/>
          <a:p>
            <a:fld id="{913C61C1-DEE7-407B-A156-1E101C651788}" type="slidenum">
              <a:rPr lang="en-US" smtClean="0"/>
              <a:t>‹#›</a:t>
            </a:fld>
            <a:endParaRPr lang="en-US" dirty="0"/>
          </a:p>
        </p:txBody>
      </p:sp>
    </p:spTree>
    <p:extLst>
      <p:ext uri="{BB962C8B-B14F-4D97-AF65-F5344CB8AC3E}">
        <p14:creationId xmlns:p14="http://schemas.microsoft.com/office/powerpoint/2010/main" val="6262357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90" r:id="rId5"/>
    <p:sldLayoutId id="2147483691" r:id="rId6"/>
    <p:sldLayoutId id="2147483692" r:id="rId7"/>
    <p:sldLayoutId id="2147483693" r:id="rId8"/>
  </p:sldLayoutIdLst>
  <p:txStyles>
    <p:titleStyle>
      <a:lvl1pPr algn="l" defTabSz="685800" rtl="0" eaLnBrk="1" latinLnBrk="0" hangingPunct="1">
        <a:lnSpc>
          <a:spcPct val="90000"/>
        </a:lnSpc>
        <a:spcBef>
          <a:spcPct val="0"/>
        </a:spcBef>
        <a:buNone/>
        <a:defRPr sz="3300" b="0" i="0"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8" name="Picture 7">
            <a:extLst>
              <a:ext uri="{FF2B5EF4-FFF2-40B4-BE49-F238E27FC236}">
                <a16:creationId xmlns:a16="http://schemas.microsoft.com/office/drawing/2014/main" id="{CA839661-8C50-454D-B833-FE346B672CFE}"/>
              </a:ext>
            </a:extLst>
          </p:cNvPr>
          <p:cNvPicPr>
            <a:picLocks noChangeAspect="1"/>
          </p:cNvPicPr>
          <p:nvPr userDrawn="1"/>
        </p:nvPicPr>
        <p:blipFill>
          <a:blip r:embed="rId10"/>
          <a:srcRect/>
          <a:stretch/>
        </p:blipFill>
        <p:spPr>
          <a:xfrm>
            <a:off x="628650" y="4977335"/>
            <a:ext cx="2115408" cy="479695"/>
          </a:xfrm>
          <a:prstGeom prst="rect">
            <a:avLst/>
          </a:prstGeom>
        </p:spPr>
      </p:pic>
      <p:pic>
        <p:nvPicPr>
          <p:cNvPr id="10" name="Picture 9">
            <a:extLst>
              <a:ext uri="{FF2B5EF4-FFF2-40B4-BE49-F238E27FC236}">
                <a16:creationId xmlns:a16="http://schemas.microsoft.com/office/drawing/2014/main" id="{4AF53048-47FA-4243-88AA-13DAFFB34998}"/>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a:stretch/>
        </p:blipFill>
        <p:spPr>
          <a:xfrm>
            <a:off x="6960972" y="4741664"/>
            <a:ext cx="2183027" cy="973336"/>
          </a:xfrm>
          <a:prstGeom prst="rect">
            <a:avLst/>
          </a:prstGeom>
        </p:spPr>
      </p:pic>
    </p:spTree>
    <p:extLst>
      <p:ext uri="{BB962C8B-B14F-4D97-AF65-F5344CB8AC3E}">
        <p14:creationId xmlns:p14="http://schemas.microsoft.com/office/powerpoint/2010/main" val="277822439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Lst>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pic>
        <p:nvPicPr>
          <p:cNvPr id="9" name="Picture 8">
            <a:extLst>
              <a:ext uri="{FF2B5EF4-FFF2-40B4-BE49-F238E27FC236}">
                <a16:creationId xmlns:a16="http://schemas.microsoft.com/office/drawing/2014/main" id="{F34963A4-30EA-BA44-A3C1-3E0310FE1290}"/>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166919" y="4509170"/>
            <a:ext cx="1977081" cy="1205829"/>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6" name="Picture 5">
            <a:extLst>
              <a:ext uri="{FF2B5EF4-FFF2-40B4-BE49-F238E27FC236}">
                <a16:creationId xmlns:a16="http://schemas.microsoft.com/office/drawing/2014/main" id="{FB0D1645-1E9C-5B4B-9DFE-AB79493B1225}"/>
              </a:ext>
            </a:extLst>
          </p:cNvPr>
          <p:cNvPicPr>
            <a:picLocks noChangeAspect="1"/>
          </p:cNvPicPr>
          <p:nvPr userDrawn="1"/>
        </p:nvPicPr>
        <p:blipFill>
          <a:blip r:embed="rId11"/>
          <a:srcRect/>
          <a:stretch/>
        </p:blipFill>
        <p:spPr>
          <a:xfrm>
            <a:off x="628650" y="4977335"/>
            <a:ext cx="2115408" cy="479695"/>
          </a:xfrm>
          <a:prstGeom prst="rect">
            <a:avLst/>
          </a:prstGeom>
        </p:spPr>
      </p:pic>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6024432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Lst>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C622C5-82B1-4746-AD46-30041CB9FD80}"/>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a:extLst>
              <a:ext uri="{FF2B5EF4-FFF2-40B4-BE49-F238E27FC236}">
                <a16:creationId xmlns:a16="http://schemas.microsoft.com/office/drawing/2014/main" id="{1EF0A790-7D3B-5240-8FBF-57EBDBFE5BA2}"/>
              </a:ext>
            </a:extLst>
          </p:cNvPr>
          <p:cNvPicPr>
            <a:picLocks noChangeAspect="1"/>
          </p:cNvPicPr>
          <p:nvPr userDrawn="1"/>
        </p:nvPicPr>
        <p:blipFill>
          <a:blip r:embed="rId10"/>
          <a:srcRect/>
          <a:stretch/>
        </p:blipFill>
        <p:spPr>
          <a:xfrm>
            <a:off x="628650" y="4977336"/>
            <a:ext cx="2115408" cy="479695"/>
          </a:xfrm>
          <a:prstGeom prst="rect">
            <a:avLst/>
          </a:prstGeom>
        </p:spPr>
      </p:pic>
    </p:spTree>
    <p:extLst>
      <p:ext uri="{BB962C8B-B14F-4D97-AF65-F5344CB8AC3E}">
        <p14:creationId xmlns:p14="http://schemas.microsoft.com/office/powerpoint/2010/main" val="146091779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Lst>
  <p:txStyles>
    <p:titleStyle>
      <a:lvl1pPr algn="l" defTabSz="685800" rtl="0" eaLnBrk="1" latinLnBrk="0" hangingPunct="1">
        <a:lnSpc>
          <a:spcPct val="90000"/>
        </a:lnSpc>
        <a:spcBef>
          <a:spcPct val="0"/>
        </a:spcBef>
        <a:buNone/>
        <a:defRPr sz="3300" b="0" i="0" kern="1200">
          <a:solidFill>
            <a:schemeClr val="bg1"/>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spTree>
    <p:extLst>
      <p:ext uri="{BB962C8B-B14F-4D97-AF65-F5344CB8AC3E}">
        <p14:creationId xmlns:p14="http://schemas.microsoft.com/office/powerpoint/2010/main" val="1744809105"/>
      </p:ext>
    </p:extLst>
  </p:cSld>
  <p:clrMap bg1="lt1" tx1="dk1" bg2="lt2" tx2="dk2" accent1="accent1" accent2="accent2" accent3="accent3" accent4="accent4" accent5="accent5" accent6="accent6" hlink="hlink" folHlink="folHlink"/>
  <p:sldLayoutIdLst>
    <p:sldLayoutId id="2147483713" r:id="rId1"/>
    <p:sldLayoutId id="2147483729" r:id="rId2"/>
    <p:sldLayoutId id="2147483715" r:id="rId3"/>
    <p:sldLayoutId id="2147483727" r:id="rId4"/>
    <p:sldLayoutId id="2147483714" r:id="rId5"/>
    <p:sldLayoutId id="2147483728" r:id="rId6"/>
    <p:sldLayoutId id="2147483716" r:id="rId7"/>
  </p:sldLayoutIdLst>
  <p:txStyles>
    <p:titleStyle>
      <a:lvl1pPr algn="l" defTabSz="685800" rtl="0" eaLnBrk="1" latinLnBrk="0" hangingPunct="1">
        <a:lnSpc>
          <a:spcPct val="90000"/>
        </a:lnSpc>
        <a:spcBef>
          <a:spcPct val="0"/>
        </a:spcBef>
        <a:buNone/>
        <a:defRPr sz="3300" b="0" i="0" kern="1200">
          <a:solidFill>
            <a:srgbClr val="2E538D"/>
          </a:solidFill>
          <a:latin typeface="TT Commons" panose="02000506040000020004" pitchFamily="2" charset="77"/>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TT Commons" panose="02000506040000020004"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TT Commons" panose="02000506040000020004"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TT Commons" panose="02000506040000020004"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TT Commons" panose="02000506040000020004"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TT Commons" panose="02000506040000020004"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economicsdiscussion.net/relationship/relationship-between-price-elasticity-of-demand-and-total-expenditure-microeconomics/3105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83FD103-5EF1-48AB-8EC6-4C1921FB118B}"/>
              </a:ext>
            </a:extLst>
          </p:cNvPr>
          <p:cNvSpPr>
            <a:spLocks noGrp="1"/>
          </p:cNvSpPr>
          <p:nvPr>
            <p:ph type="ctrTitle"/>
          </p:nvPr>
        </p:nvSpPr>
        <p:spPr>
          <a:xfrm>
            <a:off x="1392793" y="470143"/>
            <a:ext cx="6858000" cy="1483627"/>
          </a:xfrm>
        </p:spPr>
        <p:txBody>
          <a:bodyPr>
            <a:normAutofit/>
          </a:bodyPr>
          <a:lstStyle/>
          <a:p>
            <a:pPr algn="ctr"/>
            <a:r>
              <a:rPr kumimoji="0" lang="en-US" altLang="en-US" sz="4500" b="0" i="0" u="none" strike="noStrike" kern="1200" cap="none" spc="0" normalizeH="0" baseline="0" dirty="0">
                <a:ln>
                  <a:noFill/>
                </a:ln>
                <a:solidFill>
                  <a:prstClr val="white"/>
                </a:solidFill>
                <a:effectLst/>
                <a:uLnTx/>
                <a:uFillTx/>
                <a:latin typeface="Calibri" panose="020F0502020204030204"/>
                <a:ea typeface="ＭＳ Ｐゴシック" panose="020B0600070205080204" pitchFamily="34" charset="-128"/>
                <a:cs typeface="+mj-cs"/>
              </a:rPr>
              <a:t>Lecture</a:t>
            </a:r>
            <a: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 #3</a:t>
            </a:r>
            <a:b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br>
            <a: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Demand Curve</a:t>
            </a:r>
            <a:endParaRPr lang="en-GB" dirty="0"/>
          </a:p>
        </p:txBody>
      </p:sp>
      <p:sp>
        <p:nvSpPr>
          <p:cNvPr id="3" name="Undertittel 2">
            <a:extLst>
              <a:ext uri="{FF2B5EF4-FFF2-40B4-BE49-F238E27FC236}">
                <a16:creationId xmlns:a16="http://schemas.microsoft.com/office/drawing/2014/main" id="{B36D34FB-1F7C-40AB-BF82-E481F6CDD12B}"/>
              </a:ext>
            </a:extLst>
          </p:cNvPr>
          <p:cNvSpPr>
            <a:spLocks noGrp="1"/>
          </p:cNvSpPr>
          <p:nvPr>
            <p:ph type="subTitle" idx="1"/>
          </p:nvPr>
        </p:nvSpPr>
        <p:spPr>
          <a:xfrm>
            <a:off x="3552445" y="2050574"/>
            <a:ext cx="2212383" cy="345936"/>
          </a:xfrm>
        </p:spPr>
        <p:txBody>
          <a:bodyPr/>
          <a:lstStyle/>
          <a:p>
            <a:r>
              <a:rPr lang="nb-NO" dirty="0"/>
              <a:t>Alessandro Di Mattia</a:t>
            </a:r>
          </a:p>
          <a:p>
            <a:endParaRPr lang="nb-NO" dirty="0"/>
          </a:p>
        </p:txBody>
      </p:sp>
      <p:pic>
        <p:nvPicPr>
          <p:cNvPr id="4" name="Picture 3">
            <a:extLst>
              <a:ext uri="{FF2B5EF4-FFF2-40B4-BE49-F238E27FC236}">
                <a16:creationId xmlns:a16="http://schemas.microsoft.com/office/drawing/2014/main" id="{27EF24E2-7FCE-4595-9068-53A69F6EEC7B}"/>
              </a:ext>
            </a:extLst>
          </p:cNvPr>
          <p:cNvPicPr>
            <a:picLocks noChangeAspect="1"/>
          </p:cNvPicPr>
          <p:nvPr/>
        </p:nvPicPr>
        <p:blipFill>
          <a:blip r:embed="rId2"/>
          <a:stretch>
            <a:fillRect/>
          </a:stretch>
        </p:blipFill>
        <p:spPr>
          <a:xfrm>
            <a:off x="4137384" y="2761276"/>
            <a:ext cx="1042506" cy="1243692"/>
          </a:xfrm>
          <a:prstGeom prst="rect">
            <a:avLst/>
          </a:prstGeom>
        </p:spPr>
      </p:pic>
    </p:spTree>
    <p:extLst>
      <p:ext uri="{BB962C8B-B14F-4D97-AF65-F5344CB8AC3E}">
        <p14:creationId xmlns:p14="http://schemas.microsoft.com/office/powerpoint/2010/main" val="3153607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45DFD-974C-438A-8A62-383465C76576}"/>
              </a:ext>
            </a:extLst>
          </p:cNvPr>
          <p:cNvSpPr>
            <a:spLocks noGrp="1"/>
          </p:cNvSpPr>
          <p:nvPr>
            <p:ph type="title"/>
          </p:nvPr>
        </p:nvSpPr>
        <p:spPr/>
        <p:txBody>
          <a:bodyPr/>
          <a:lstStyle/>
          <a:p>
            <a:pPr algn="ctr"/>
            <a:r>
              <a:rPr lang="it-IT" dirty="0"/>
              <a:t>Demand</a:t>
            </a:r>
            <a:endParaRPr lang="en-GB" dirty="0"/>
          </a:p>
        </p:txBody>
      </p:sp>
      <p:sp>
        <p:nvSpPr>
          <p:cNvPr id="3" name="Content Placeholder 2">
            <a:extLst>
              <a:ext uri="{FF2B5EF4-FFF2-40B4-BE49-F238E27FC236}">
                <a16:creationId xmlns:a16="http://schemas.microsoft.com/office/drawing/2014/main" id="{3E1E0E27-35DF-4C52-9582-63B1D4BF7111}"/>
              </a:ext>
            </a:extLst>
          </p:cNvPr>
          <p:cNvSpPr>
            <a:spLocks noGrp="1"/>
          </p:cNvSpPr>
          <p:nvPr>
            <p:ph idx="1"/>
          </p:nvPr>
        </p:nvSpPr>
        <p:spPr/>
        <p:txBody>
          <a:bodyPr/>
          <a:lstStyle/>
          <a:p>
            <a:pPr>
              <a:lnSpc>
                <a:spcPct val="90000"/>
              </a:lnSpc>
            </a:pPr>
            <a:r>
              <a:rPr lang="en-US" altLang="en-US" sz="2400" b="1" i="1" dirty="0">
                <a:solidFill>
                  <a:srgbClr val="FFFF00"/>
                </a:solidFill>
              </a:rPr>
              <a:t>Buyers</a:t>
            </a:r>
            <a:r>
              <a:rPr lang="en-US" altLang="en-US" sz="2400" dirty="0">
                <a:solidFill>
                  <a:srgbClr val="FFFF00"/>
                </a:solidFill>
              </a:rPr>
              <a:t> or </a:t>
            </a:r>
            <a:r>
              <a:rPr lang="en-US" altLang="en-US" sz="2400" b="1" i="1" dirty="0">
                <a:solidFill>
                  <a:srgbClr val="FFFF00"/>
                </a:solidFill>
              </a:rPr>
              <a:t>Consumers</a:t>
            </a:r>
            <a:r>
              <a:rPr lang="en-US" altLang="en-US" sz="2400" dirty="0">
                <a:solidFill>
                  <a:srgbClr val="FFFF00"/>
                </a:solidFill>
              </a:rPr>
              <a:t> </a:t>
            </a:r>
            <a:r>
              <a:rPr lang="en-US" altLang="en-US" sz="2400" dirty="0"/>
              <a:t>are sometimes called demanders.</a:t>
            </a:r>
          </a:p>
          <a:p>
            <a:pPr>
              <a:lnSpc>
                <a:spcPct val="90000"/>
              </a:lnSpc>
            </a:pPr>
            <a:r>
              <a:rPr lang="en-US" altLang="en-US" sz="2400" b="1" i="1" dirty="0">
                <a:solidFill>
                  <a:srgbClr val="FFFF00"/>
                </a:solidFill>
              </a:rPr>
              <a:t>Consumers</a:t>
            </a:r>
            <a:r>
              <a:rPr lang="en-US" altLang="en-US" sz="2400" b="1" i="1" dirty="0"/>
              <a:t> </a:t>
            </a:r>
            <a:r>
              <a:rPr lang="en-US" altLang="en-US" sz="2400" dirty="0"/>
              <a:t>are said to “demand” products in the marketplace.</a:t>
            </a:r>
          </a:p>
          <a:p>
            <a:pPr>
              <a:lnSpc>
                <a:spcPct val="90000"/>
              </a:lnSpc>
            </a:pPr>
            <a:r>
              <a:rPr lang="en-US" altLang="en-US" sz="2400" b="1" i="1" dirty="0">
                <a:solidFill>
                  <a:srgbClr val="FFFF00"/>
                </a:solidFill>
              </a:rPr>
              <a:t>Demand</a:t>
            </a:r>
            <a:r>
              <a:rPr lang="en-US" altLang="en-US" sz="2400" dirty="0"/>
              <a:t> refers to the consumption behavior of buyers in the market.</a:t>
            </a:r>
          </a:p>
          <a:p>
            <a:pPr>
              <a:lnSpc>
                <a:spcPct val="90000"/>
              </a:lnSpc>
            </a:pPr>
            <a:r>
              <a:rPr lang="en-US" altLang="en-US" sz="2400" b="1" i="1" dirty="0">
                <a:solidFill>
                  <a:srgbClr val="FFFF00"/>
                </a:solidFill>
              </a:rPr>
              <a:t>Demand</a:t>
            </a:r>
            <a:r>
              <a:rPr lang="en-US" altLang="en-US" sz="2400" dirty="0"/>
              <a:t> also means the willingness to pay of consumers at various prices and quantities.</a:t>
            </a:r>
          </a:p>
          <a:p>
            <a:endParaRPr lang="en-GB" dirty="0"/>
          </a:p>
        </p:txBody>
      </p:sp>
    </p:spTree>
    <p:extLst>
      <p:ext uri="{BB962C8B-B14F-4D97-AF65-F5344CB8AC3E}">
        <p14:creationId xmlns:p14="http://schemas.microsoft.com/office/powerpoint/2010/main" val="82894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71CA4-FA28-4119-9FA4-29A4F73E7090}"/>
              </a:ext>
            </a:extLst>
          </p:cNvPr>
          <p:cNvSpPr>
            <a:spLocks noGrp="1"/>
          </p:cNvSpPr>
          <p:nvPr>
            <p:ph type="title"/>
          </p:nvPr>
        </p:nvSpPr>
        <p:spPr/>
        <p:txBody>
          <a:bodyPr/>
          <a:lstStyle/>
          <a:p>
            <a:pPr algn="ctr"/>
            <a:r>
              <a:rPr lang="en-US" altLang="en-US" dirty="0"/>
              <a:t>Which factors affect demand?</a:t>
            </a:r>
            <a:br>
              <a:rPr lang="en-US" altLang="en-US" sz="3600" dirty="0">
                <a:solidFill>
                  <a:schemeClr val="tx1"/>
                </a:solidFill>
              </a:rPr>
            </a:br>
            <a:endParaRPr lang="en-GB" dirty="0"/>
          </a:p>
        </p:txBody>
      </p:sp>
      <p:pic>
        <p:nvPicPr>
          <p:cNvPr id="24" name="Content Placeholder 23">
            <a:extLst>
              <a:ext uri="{FF2B5EF4-FFF2-40B4-BE49-F238E27FC236}">
                <a16:creationId xmlns:a16="http://schemas.microsoft.com/office/drawing/2014/main" id="{999DE7FE-82DE-48AD-BB23-F15CA56C5C1A}"/>
              </a:ext>
            </a:extLst>
          </p:cNvPr>
          <p:cNvPicPr>
            <a:picLocks noGrp="1" noChangeAspect="1"/>
          </p:cNvPicPr>
          <p:nvPr>
            <p:ph idx="1"/>
          </p:nvPr>
        </p:nvPicPr>
        <p:blipFill>
          <a:blip r:embed="rId2"/>
          <a:stretch>
            <a:fillRect/>
          </a:stretch>
        </p:blipFill>
        <p:spPr>
          <a:xfrm>
            <a:off x="2175627" y="1202641"/>
            <a:ext cx="5081384" cy="3644950"/>
          </a:xfrm>
          <a:prstGeom prst="rect">
            <a:avLst/>
          </a:prstGeom>
        </p:spPr>
      </p:pic>
    </p:spTree>
    <p:extLst>
      <p:ext uri="{BB962C8B-B14F-4D97-AF65-F5344CB8AC3E}">
        <p14:creationId xmlns:p14="http://schemas.microsoft.com/office/powerpoint/2010/main" val="1895599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ED49-8D96-4399-83D4-396828225BE7}"/>
              </a:ext>
            </a:extLst>
          </p:cNvPr>
          <p:cNvSpPr>
            <a:spLocks noGrp="1"/>
          </p:cNvSpPr>
          <p:nvPr>
            <p:ph type="title"/>
          </p:nvPr>
        </p:nvSpPr>
        <p:spPr/>
        <p:txBody>
          <a:bodyPr/>
          <a:lstStyle/>
          <a:p>
            <a:pPr algn="ctr"/>
            <a:r>
              <a:rPr lang="en-US" dirty="0"/>
              <a:t>Demand’s Factors</a:t>
            </a:r>
          </a:p>
        </p:txBody>
      </p:sp>
      <p:sp>
        <p:nvSpPr>
          <p:cNvPr id="3" name="Content Placeholder 2">
            <a:extLst>
              <a:ext uri="{FF2B5EF4-FFF2-40B4-BE49-F238E27FC236}">
                <a16:creationId xmlns:a16="http://schemas.microsoft.com/office/drawing/2014/main" id="{23098DAD-D0EB-4E6F-83C4-BF0416B344FF}"/>
              </a:ext>
            </a:extLst>
          </p:cNvPr>
          <p:cNvSpPr>
            <a:spLocks noGrp="1"/>
          </p:cNvSpPr>
          <p:nvPr>
            <p:ph idx="1"/>
          </p:nvPr>
        </p:nvSpPr>
        <p:spPr/>
        <p:txBody>
          <a:bodyPr>
            <a:normAutofit/>
          </a:bodyPr>
          <a:lstStyle/>
          <a:p>
            <a:r>
              <a:rPr lang="en-US" sz="2400" dirty="0"/>
              <a:t>Each factor has a unique impact on the Demand</a:t>
            </a:r>
          </a:p>
          <a:p>
            <a:r>
              <a:rPr lang="en-US" sz="2400" dirty="0"/>
              <a:t>All these factors usually change simultaneously and influence each other</a:t>
            </a:r>
          </a:p>
          <a:p>
            <a:r>
              <a:rPr lang="en-US" sz="2400" dirty="0"/>
              <a:t>To understand how one factor affects demand, we must assume that all the other factors do not change over time (</a:t>
            </a:r>
            <a:r>
              <a:rPr lang="en-US" sz="2400" i="1" dirty="0"/>
              <a:t>ceteris paribus </a:t>
            </a:r>
            <a:r>
              <a:rPr lang="en-US" sz="2400" dirty="0"/>
              <a:t>principle)</a:t>
            </a:r>
          </a:p>
        </p:txBody>
      </p:sp>
    </p:spTree>
    <p:extLst>
      <p:ext uri="{BB962C8B-B14F-4D97-AF65-F5344CB8AC3E}">
        <p14:creationId xmlns:p14="http://schemas.microsoft.com/office/powerpoint/2010/main" val="2952385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F8AE4-D095-492B-B6BD-51B7ED3135F8}"/>
              </a:ext>
            </a:extLst>
          </p:cNvPr>
          <p:cNvSpPr>
            <a:spLocks noGrp="1"/>
          </p:cNvSpPr>
          <p:nvPr>
            <p:ph type="title"/>
          </p:nvPr>
        </p:nvSpPr>
        <p:spPr/>
        <p:txBody>
          <a:bodyPr/>
          <a:lstStyle/>
          <a:p>
            <a:pPr algn="ctr"/>
            <a:r>
              <a:rPr lang="it-IT" dirty="0"/>
              <a:t>From Demand Table to Demand Curve</a:t>
            </a:r>
            <a:endParaRPr lang="en-GB" dirty="0"/>
          </a:p>
        </p:txBody>
      </p:sp>
      <p:pic>
        <p:nvPicPr>
          <p:cNvPr id="6" name="Content Placeholder 5">
            <a:extLst>
              <a:ext uri="{FF2B5EF4-FFF2-40B4-BE49-F238E27FC236}">
                <a16:creationId xmlns:a16="http://schemas.microsoft.com/office/drawing/2014/main" id="{FB3986C0-44F4-4DC9-9E52-F7C4AC423527}"/>
              </a:ext>
            </a:extLst>
          </p:cNvPr>
          <p:cNvPicPr>
            <a:picLocks noGrp="1" noChangeAspect="1"/>
          </p:cNvPicPr>
          <p:nvPr>
            <p:ph idx="1"/>
          </p:nvPr>
        </p:nvPicPr>
        <p:blipFill>
          <a:blip r:embed="rId2"/>
          <a:stretch>
            <a:fillRect/>
          </a:stretch>
        </p:blipFill>
        <p:spPr>
          <a:xfrm>
            <a:off x="1775367" y="1480586"/>
            <a:ext cx="6254728" cy="3724451"/>
          </a:xfrm>
          <a:prstGeom prst="rect">
            <a:avLst/>
          </a:prstGeom>
        </p:spPr>
      </p:pic>
    </p:spTree>
    <p:extLst>
      <p:ext uri="{BB962C8B-B14F-4D97-AF65-F5344CB8AC3E}">
        <p14:creationId xmlns:p14="http://schemas.microsoft.com/office/powerpoint/2010/main" val="2360709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81D5F-2FF9-472A-9E43-1E0BA5F276EA}"/>
              </a:ext>
            </a:extLst>
          </p:cNvPr>
          <p:cNvSpPr>
            <a:spLocks noGrp="1"/>
          </p:cNvSpPr>
          <p:nvPr>
            <p:ph type="title"/>
          </p:nvPr>
        </p:nvSpPr>
        <p:spPr/>
        <p:txBody>
          <a:bodyPr/>
          <a:lstStyle/>
          <a:p>
            <a:pPr algn="ctr"/>
            <a:r>
              <a:rPr lang="it-IT" dirty="0"/>
              <a:t>Price</a:t>
            </a:r>
            <a:endParaRPr lang="en-GB" dirty="0"/>
          </a:p>
        </p:txBody>
      </p:sp>
      <p:pic>
        <p:nvPicPr>
          <p:cNvPr id="4" name="Content Placeholder 3">
            <a:extLst>
              <a:ext uri="{FF2B5EF4-FFF2-40B4-BE49-F238E27FC236}">
                <a16:creationId xmlns:a16="http://schemas.microsoft.com/office/drawing/2014/main" id="{01EEE091-4AAC-4560-B6DB-CFE94541A2DF}"/>
              </a:ext>
            </a:extLst>
          </p:cNvPr>
          <p:cNvPicPr>
            <a:picLocks noGrp="1" noChangeAspect="1"/>
          </p:cNvPicPr>
          <p:nvPr>
            <p:ph idx="1"/>
          </p:nvPr>
        </p:nvPicPr>
        <p:blipFill>
          <a:blip r:embed="rId2"/>
          <a:stretch>
            <a:fillRect/>
          </a:stretch>
        </p:blipFill>
        <p:spPr>
          <a:xfrm>
            <a:off x="1874349" y="1695797"/>
            <a:ext cx="5617397" cy="3467678"/>
          </a:xfrm>
          <a:prstGeom prst="rect">
            <a:avLst/>
          </a:prstGeom>
        </p:spPr>
      </p:pic>
    </p:spTree>
    <p:extLst>
      <p:ext uri="{BB962C8B-B14F-4D97-AF65-F5344CB8AC3E}">
        <p14:creationId xmlns:p14="http://schemas.microsoft.com/office/powerpoint/2010/main" val="2169398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B4B91-F23E-4673-8DB8-6A5A02D61CB6}"/>
              </a:ext>
            </a:extLst>
          </p:cNvPr>
          <p:cNvSpPr>
            <a:spLocks noGrp="1"/>
          </p:cNvSpPr>
          <p:nvPr>
            <p:ph type="title"/>
          </p:nvPr>
        </p:nvSpPr>
        <p:spPr/>
        <p:txBody>
          <a:bodyPr/>
          <a:lstStyle/>
          <a:p>
            <a:pPr algn="ctr"/>
            <a:r>
              <a:rPr lang="it-IT" dirty="0"/>
              <a:t>Price</a:t>
            </a:r>
            <a:endParaRPr lang="en-GB" dirty="0"/>
          </a:p>
        </p:txBody>
      </p:sp>
      <p:sp>
        <p:nvSpPr>
          <p:cNvPr id="3" name="Content Placeholder 2">
            <a:extLst>
              <a:ext uri="{FF2B5EF4-FFF2-40B4-BE49-F238E27FC236}">
                <a16:creationId xmlns:a16="http://schemas.microsoft.com/office/drawing/2014/main" id="{83BD5FD3-58A3-4593-BA71-B00F2D7F8C6A}"/>
              </a:ext>
            </a:extLst>
          </p:cNvPr>
          <p:cNvSpPr>
            <a:spLocks noGrp="1"/>
          </p:cNvSpPr>
          <p:nvPr>
            <p:ph idx="1"/>
          </p:nvPr>
        </p:nvSpPr>
        <p:spPr/>
        <p:txBody>
          <a:bodyPr/>
          <a:lstStyle/>
          <a:p>
            <a:r>
              <a:rPr lang="en-US" altLang="en-US" dirty="0"/>
              <a:t>Price is the most important determinant of demand.</a:t>
            </a:r>
          </a:p>
          <a:p>
            <a:r>
              <a:rPr lang="en-US" altLang="en-US" dirty="0"/>
              <a:t>The demand curve is a graphical representation of the relationship between the price of a good or service and the quantity demanded for a given period</a:t>
            </a:r>
          </a:p>
          <a:p>
            <a:pPr marL="0" indent="0">
              <a:buNone/>
            </a:pPr>
            <a:endParaRPr lang="en-GB" dirty="0"/>
          </a:p>
        </p:txBody>
      </p:sp>
    </p:spTree>
    <p:extLst>
      <p:ext uri="{BB962C8B-B14F-4D97-AF65-F5344CB8AC3E}">
        <p14:creationId xmlns:p14="http://schemas.microsoft.com/office/powerpoint/2010/main" val="4096371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C9680-9736-4020-9554-9F73E9BB91AE}"/>
              </a:ext>
            </a:extLst>
          </p:cNvPr>
          <p:cNvSpPr>
            <a:spLocks noGrp="1"/>
          </p:cNvSpPr>
          <p:nvPr>
            <p:ph type="title"/>
          </p:nvPr>
        </p:nvSpPr>
        <p:spPr/>
        <p:txBody>
          <a:bodyPr/>
          <a:lstStyle/>
          <a:p>
            <a:pPr algn="ctr"/>
            <a:r>
              <a:rPr lang="it-IT" dirty="0"/>
              <a:t>Number of buyers</a:t>
            </a:r>
            <a:endParaRPr lang="en-GB" dirty="0"/>
          </a:p>
        </p:txBody>
      </p:sp>
      <p:sp>
        <p:nvSpPr>
          <p:cNvPr id="3" name="Content Placeholder 2">
            <a:extLst>
              <a:ext uri="{FF2B5EF4-FFF2-40B4-BE49-F238E27FC236}">
                <a16:creationId xmlns:a16="http://schemas.microsoft.com/office/drawing/2014/main" id="{653BD98D-66D2-4899-8C02-4C0A72F867AE}"/>
              </a:ext>
            </a:extLst>
          </p:cNvPr>
          <p:cNvSpPr>
            <a:spLocks noGrp="1"/>
          </p:cNvSpPr>
          <p:nvPr>
            <p:ph idx="1"/>
          </p:nvPr>
        </p:nvSpPr>
        <p:spPr/>
        <p:txBody>
          <a:bodyPr/>
          <a:lstStyle/>
          <a:p>
            <a:r>
              <a:rPr lang="en-US" altLang="en-US" dirty="0"/>
              <a:t>An increase in the number of potential buyers will increase the demand for the good.</a:t>
            </a:r>
          </a:p>
          <a:p>
            <a:r>
              <a:rPr lang="en-US" altLang="en-US" dirty="0"/>
              <a:t>For example, the demand for land increases as the population increases.</a:t>
            </a:r>
          </a:p>
          <a:p>
            <a:r>
              <a:rPr lang="en-US" altLang="en-US" dirty="0"/>
              <a:t>Similarly, baseball tickets are generally more expensive in larger cities.</a:t>
            </a:r>
            <a:r>
              <a:rPr lang="en-GB" altLang="en-US" dirty="0"/>
              <a:t> </a:t>
            </a:r>
            <a:r>
              <a:rPr lang="it-IT" altLang="en-US" dirty="0"/>
              <a:t>⚾</a:t>
            </a:r>
            <a:endParaRPr lang="en-US" altLang="en-US" dirty="0"/>
          </a:p>
        </p:txBody>
      </p:sp>
    </p:spTree>
    <p:extLst>
      <p:ext uri="{BB962C8B-B14F-4D97-AF65-F5344CB8AC3E}">
        <p14:creationId xmlns:p14="http://schemas.microsoft.com/office/powerpoint/2010/main" val="212001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905FB-F9AA-4B14-B457-90CBFBC2FCBC}"/>
              </a:ext>
            </a:extLst>
          </p:cNvPr>
          <p:cNvSpPr>
            <a:spLocks noGrp="1"/>
          </p:cNvSpPr>
          <p:nvPr>
            <p:ph type="title"/>
          </p:nvPr>
        </p:nvSpPr>
        <p:spPr/>
        <p:txBody>
          <a:bodyPr/>
          <a:lstStyle/>
          <a:p>
            <a:pPr algn="ctr"/>
            <a:r>
              <a:rPr lang="en-US" dirty="0"/>
              <a:t>Price of other goods</a:t>
            </a:r>
          </a:p>
        </p:txBody>
      </p:sp>
      <p:sp>
        <p:nvSpPr>
          <p:cNvPr id="3" name="Content Placeholder 2">
            <a:extLst>
              <a:ext uri="{FF2B5EF4-FFF2-40B4-BE49-F238E27FC236}">
                <a16:creationId xmlns:a16="http://schemas.microsoft.com/office/drawing/2014/main" id="{6862221F-4575-440D-8FCF-FB9165FCC1DF}"/>
              </a:ext>
            </a:extLst>
          </p:cNvPr>
          <p:cNvSpPr>
            <a:spLocks noGrp="1"/>
          </p:cNvSpPr>
          <p:nvPr>
            <p:ph idx="1"/>
          </p:nvPr>
        </p:nvSpPr>
        <p:spPr/>
        <p:txBody>
          <a:bodyPr/>
          <a:lstStyle/>
          <a:p>
            <a:pPr>
              <a:lnSpc>
                <a:spcPct val="90000"/>
              </a:lnSpc>
            </a:pPr>
            <a:r>
              <a:rPr lang="en-US" altLang="en-US" dirty="0"/>
              <a:t>Changes in the prices of other goods can increase or decrease demand.</a:t>
            </a:r>
          </a:p>
          <a:p>
            <a:pPr>
              <a:lnSpc>
                <a:spcPct val="90000"/>
              </a:lnSpc>
            </a:pPr>
            <a:r>
              <a:rPr lang="en-US" altLang="en-US" dirty="0"/>
              <a:t>A good that causes an increase in the demand for another good when its price increases is called a “</a:t>
            </a:r>
            <a:r>
              <a:rPr lang="en-US" altLang="en-US" dirty="0">
                <a:solidFill>
                  <a:srgbClr val="FFFF00"/>
                </a:solidFill>
              </a:rPr>
              <a:t>substitute good</a:t>
            </a:r>
            <a:r>
              <a:rPr lang="en-US" altLang="en-US" dirty="0"/>
              <a:t>.”</a:t>
            </a:r>
          </a:p>
          <a:p>
            <a:pPr lvl="1"/>
            <a:r>
              <a:rPr lang="en-US" altLang="en-US" dirty="0"/>
              <a:t>Butter and margarine</a:t>
            </a:r>
          </a:p>
          <a:p>
            <a:pPr lvl="1"/>
            <a:r>
              <a:rPr lang="en-US" altLang="en-US" dirty="0"/>
              <a:t>Tea and milk </a:t>
            </a:r>
          </a:p>
          <a:p>
            <a:pPr>
              <a:lnSpc>
                <a:spcPct val="90000"/>
              </a:lnSpc>
            </a:pPr>
            <a:r>
              <a:rPr lang="en-US" altLang="en-US" dirty="0"/>
              <a:t>A good that causes a decrease in the demand for another good when its price increases is called a “</a:t>
            </a:r>
            <a:r>
              <a:rPr lang="en-US" altLang="en-US" dirty="0">
                <a:solidFill>
                  <a:srgbClr val="FFFF00"/>
                </a:solidFill>
              </a:rPr>
              <a:t>complementary good</a:t>
            </a:r>
            <a:r>
              <a:rPr lang="en-US" altLang="en-US" dirty="0"/>
              <a:t>.”</a:t>
            </a:r>
          </a:p>
          <a:p>
            <a:pPr lvl="1"/>
            <a:r>
              <a:rPr lang="en-US" altLang="en-US" dirty="0"/>
              <a:t>Fuel and car</a:t>
            </a:r>
          </a:p>
          <a:p>
            <a:pPr lvl="1"/>
            <a:r>
              <a:rPr lang="en-US" altLang="en-US" dirty="0"/>
              <a:t>Burgers and chips </a:t>
            </a:r>
          </a:p>
          <a:p>
            <a:pPr>
              <a:lnSpc>
                <a:spcPct val="90000"/>
              </a:lnSpc>
            </a:pPr>
            <a:endParaRPr lang="en-US" altLang="en-US" dirty="0"/>
          </a:p>
          <a:p>
            <a:endParaRPr lang="en-GB" dirty="0"/>
          </a:p>
        </p:txBody>
      </p:sp>
    </p:spTree>
    <p:extLst>
      <p:ext uri="{BB962C8B-B14F-4D97-AF65-F5344CB8AC3E}">
        <p14:creationId xmlns:p14="http://schemas.microsoft.com/office/powerpoint/2010/main" val="2836382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5E4EA-6A5A-4F79-89EA-3B928072005B}"/>
              </a:ext>
            </a:extLst>
          </p:cNvPr>
          <p:cNvSpPr>
            <a:spLocks noGrp="1"/>
          </p:cNvSpPr>
          <p:nvPr>
            <p:ph type="title"/>
          </p:nvPr>
        </p:nvSpPr>
        <p:spPr/>
        <p:txBody>
          <a:bodyPr/>
          <a:lstStyle/>
          <a:p>
            <a:pPr algn="ctr"/>
            <a:r>
              <a:rPr lang="en-US" dirty="0"/>
              <a:t># Example - Substitutes</a:t>
            </a:r>
          </a:p>
        </p:txBody>
      </p:sp>
      <p:sp>
        <p:nvSpPr>
          <p:cNvPr id="3" name="Content Placeholder 2">
            <a:extLst>
              <a:ext uri="{FF2B5EF4-FFF2-40B4-BE49-F238E27FC236}">
                <a16:creationId xmlns:a16="http://schemas.microsoft.com/office/drawing/2014/main" id="{154088D4-7454-4A5B-8469-4EE2EF86D507}"/>
              </a:ext>
            </a:extLst>
          </p:cNvPr>
          <p:cNvSpPr>
            <a:spLocks noGrp="1"/>
          </p:cNvSpPr>
          <p:nvPr>
            <p:ph idx="1"/>
          </p:nvPr>
        </p:nvSpPr>
        <p:spPr>
          <a:xfrm>
            <a:off x="94488" y="1492808"/>
            <a:ext cx="3948684" cy="1364692"/>
          </a:xfrm>
        </p:spPr>
        <p:txBody>
          <a:bodyPr/>
          <a:lstStyle/>
          <a:p>
            <a:r>
              <a:rPr lang="en-US" altLang="en-US" dirty="0"/>
              <a:t>What will happen to the demand of Coke if the price of Pepsi increases? </a:t>
            </a:r>
          </a:p>
          <a:p>
            <a:r>
              <a:rPr lang="en-US" altLang="en-US" dirty="0"/>
              <a:t>Pepsi and Coke are substitutes.</a:t>
            </a:r>
          </a:p>
          <a:p>
            <a:endParaRPr lang="en-GB" dirty="0"/>
          </a:p>
        </p:txBody>
      </p:sp>
      <p:cxnSp>
        <p:nvCxnSpPr>
          <p:cNvPr id="4" name="Straight Arrow Connector 3">
            <a:extLst>
              <a:ext uri="{FF2B5EF4-FFF2-40B4-BE49-F238E27FC236}">
                <a16:creationId xmlns:a16="http://schemas.microsoft.com/office/drawing/2014/main" id="{BB19B100-B3C9-4BA1-96B8-5C70C6AC0BF2}"/>
              </a:ext>
            </a:extLst>
          </p:cNvPr>
          <p:cNvCxnSpPr/>
          <p:nvPr/>
        </p:nvCxnSpPr>
        <p:spPr bwMode="auto">
          <a:xfrm flipV="1">
            <a:off x="4881372" y="2217682"/>
            <a:ext cx="0" cy="2286000"/>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Straight Arrow Connector 4">
            <a:extLst>
              <a:ext uri="{FF2B5EF4-FFF2-40B4-BE49-F238E27FC236}">
                <a16:creationId xmlns:a16="http://schemas.microsoft.com/office/drawing/2014/main" id="{BC0562C1-AB8B-4B9D-BE83-1EE448691D6A}"/>
              </a:ext>
            </a:extLst>
          </p:cNvPr>
          <p:cNvCxnSpPr/>
          <p:nvPr/>
        </p:nvCxnSpPr>
        <p:spPr bwMode="auto">
          <a:xfrm>
            <a:off x="4881372" y="4503682"/>
            <a:ext cx="3124200" cy="0"/>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Connector 5">
            <a:extLst>
              <a:ext uri="{FF2B5EF4-FFF2-40B4-BE49-F238E27FC236}">
                <a16:creationId xmlns:a16="http://schemas.microsoft.com/office/drawing/2014/main" id="{F42C01B1-34F4-455D-B967-4B04A00BA916}"/>
              </a:ext>
            </a:extLst>
          </p:cNvPr>
          <p:cNvCxnSpPr/>
          <p:nvPr/>
        </p:nvCxnSpPr>
        <p:spPr bwMode="auto">
          <a:xfrm>
            <a:off x="4995672" y="2534674"/>
            <a:ext cx="2286000" cy="1676400"/>
          </a:xfrm>
          <a:prstGeom prst="line">
            <a:avLst/>
          </a:prstGeom>
          <a:solidFill>
            <a:schemeClr val="accent1"/>
          </a:solidFill>
          <a:ln w="2857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0360FDB-87BC-48A6-9F89-880992A99D9E}"/>
                  </a:ext>
                </a:extLst>
              </p:cNvPr>
              <p:cNvSpPr txBox="1"/>
              <p:nvPr/>
            </p:nvSpPr>
            <p:spPr>
              <a:xfrm>
                <a:off x="7270558" y="4058150"/>
                <a:ext cx="47288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𝐷</m:t>
                          </m:r>
                        </m:sup>
                      </m:sSup>
                    </m:oMath>
                  </m:oMathPara>
                </a14:m>
                <a:endParaRPr lang="en-US" dirty="0"/>
              </a:p>
            </p:txBody>
          </p:sp>
        </mc:Choice>
        <mc:Fallback xmlns="">
          <p:sp>
            <p:nvSpPr>
              <p:cNvPr id="7" name="TextBox 6">
                <a:extLst>
                  <a:ext uri="{FF2B5EF4-FFF2-40B4-BE49-F238E27FC236}">
                    <a16:creationId xmlns:a16="http://schemas.microsoft.com/office/drawing/2014/main" id="{20360FDB-87BC-48A6-9F89-880992A99D9E}"/>
                  </a:ext>
                </a:extLst>
              </p:cNvPr>
              <p:cNvSpPr txBox="1">
                <a:spLocks noRot="1" noChangeAspect="1" noMove="1" noResize="1" noEditPoints="1" noAdjustHandles="1" noChangeArrowheads="1" noChangeShapeType="1" noTextEdit="1"/>
              </p:cNvSpPr>
              <p:nvPr/>
            </p:nvSpPr>
            <p:spPr>
              <a:xfrm>
                <a:off x="7270558" y="4058150"/>
                <a:ext cx="472886" cy="369332"/>
              </a:xfrm>
              <a:prstGeom prst="rect">
                <a:avLst/>
              </a:prstGeom>
              <a:blipFill>
                <a:blip r:embed="rId2"/>
                <a:stretch>
                  <a:fillRect l="-2597" t="-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C2E0598-0B34-4744-B30F-9EFAD24AC3AC}"/>
                  </a:ext>
                </a:extLst>
              </p:cNvPr>
              <p:cNvSpPr txBox="1"/>
              <p:nvPr/>
            </p:nvSpPr>
            <p:spPr>
              <a:xfrm>
                <a:off x="8005572" y="4242816"/>
                <a:ext cx="29437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oMath>
                  </m:oMathPara>
                </a14:m>
                <a:endParaRPr lang="en-US" dirty="0"/>
              </a:p>
            </p:txBody>
          </p:sp>
        </mc:Choice>
        <mc:Fallback xmlns="">
          <p:sp>
            <p:nvSpPr>
              <p:cNvPr id="8" name="TextBox 7">
                <a:extLst>
                  <a:ext uri="{FF2B5EF4-FFF2-40B4-BE49-F238E27FC236}">
                    <a16:creationId xmlns:a16="http://schemas.microsoft.com/office/drawing/2014/main" id="{4C2E0598-0B34-4744-B30F-9EFAD24AC3AC}"/>
                  </a:ext>
                </a:extLst>
              </p:cNvPr>
              <p:cNvSpPr txBox="1">
                <a:spLocks noRot="1" noChangeAspect="1" noMove="1" noResize="1" noEditPoints="1" noAdjustHandles="1" noChangeArrowheads="1" noChangeShapeType="1" noTextEdit="1"/>
              </p:cNvSpPr>
              <p:nvPr/>
            </p:nvSpPr>
            <p:spPr>
              <a:xfrm>
                <a:off x="8005572" y="4242816"/>
                <a:ext cx="294375" cy="369332"/>
              </a:xfrm>
              <a:prstGeom prst="rect">
                <a:avLst/>
              </a:prstGeom>
              <a:blipFill>
                <a:blip r:embed="rId3"/>
                <a:stretch>
                  <a:fillRect l="-12245" r="-102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9C004B5-9B6D-4F57-BF30-C429DEB7E778}"/>
                  </a:ext>
                </a:extLst>
              </p:cNvPr>
              <p:cNvSpPr txBox="1"/>
              <p:nvPr/>
            </p:nvSpPr>
            <p:spPr>
              <a:xfrm>
                <a:off x="4437767" y="2033016"/>
                <a:ext cx="2752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oMath>
                  </m:oMathPara>
                </a14:m>
                <a:endParaRPr lang="en-US" dirty="0"/>
              </a:p>
            </p:txBody>
          </p:sp>
        </mc:Choice>
        <mc:Fallback xmlns="">
          <p:sp>
            <p:nvSpPr>
              <p:cNvPr id="9" name="TextBox 8">
                <a:extLst>
                  <a:ext uri="{FF2B5EF4-FFF2-40B4-BE49-F238E27FC236}">
                    <a16:creationId xmlns:a16="http://schemas.microsoft.com/office/drawing/2014/main" id="{B9C004B5-9B6D-4F57-BF30-C429DEB7E778}"/>
                  </a:ext>
                </a:extLst>
              </p:cNvPr>
              <p:cNvSpPr txBox="1">
                <a:spLocks noRot="1" noChangeAspect="1" noMove="1" noResize="1" noEditPoints="1" noAdjustHandles="1" noChangeArrowheads="1" noChangeShapeType="1" noTextEdit="1"/>
              </p:cNvSpPr>
              <p:nvPr/>
            </p:nvSpPr>
            <p:spPr>
              <a:xfrm>
                <a:off x="4437767" y="2033016"/>
                <a:ext cx="275204" cy="369332"/>
              </a:xfrm>
              <a:prstGeom prst="rect">
                <a:avLst/>
              </a:prstGeom>
              <a:blipFill>
                <a:blip r:embed="rId4"/>
                <a:stretch>
                  <a:fillRect l="-8889" r="-4444"/>
                </a:stretch>
              </a:blipFill>
            </p:spPr>
            <p:txBody>
              <a:bodyPr/>
              <a:lstStyle/>
              <a:p>
                <a:r>
                  <a:rPr lang="en-GB">
                    <a:noFill/>
                  </a:rPr>
                  <a:t> </a:t>
                </a:r>
              </a:p>
            </p:txBody>
          </p:sp>
        </mc:Fallback>
      </mc:AlternateContent>
      <p:cxnSp>
        <p:nvCxnSpPr>
          <p:cNvPr id="10" name="Straight Arrow Connector 9">
            <a:extLst>
              <a:ext uri="{FF2B5EF4-FFF2-40B4-BE49-F238E27FC236}">
                <a16:creationId xmlns:a16="http://schemas.microsoft.com/office/drawing/2014/main" id="{48A06CC5-7FA3-4D73-8EE5-3D0BADFB4536}"/>
              </a:ext>
            </a:extLst>
          </p:cNvPr>
          <p:cNvCxnSpPr/>
          <p:nvPr/>
        </p:nvCxnSpPr>
        <p:spPr bwMode="auto">
          <a:xfrm flipV="1">
            <a:off x="5948172" y="2915674"/>
            <a:ext cx="495300" cy="292608"/>
          </a:xfrm>
          <a:prstGeom prst="straightConnector1">
            <a:avLst/>
          </a:prstGeom>
          <a:solidFill>
            <a:schemeClr val="accent1"/>
          </a:solidFill>
          <a:ln w="381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a:extLst>
              <a:ext uri="{FF2B5EF4-FFF2-40B4-BE49-F238E27FC236}">
                <a16:creationId xmlns:a16="http://schemas.microsoft.com/office/drawing/2014/main" id="{846E996F-FEC4-44F0-B141-57017DD44F1A}"/>
              </a:ext>
            </a:extLst>
          </p:cNvPr>
          <p:cNvCxnSpPr/>
          <p:nvPr/>
        </p:nvCxnSpPr>
        <p:spPr bwMode="auto">
          <a:xfrm>
            <a:off x="5486400" y="2077474"/>
            <a:ext cx="2286000" cy="1676400"/>
          </a:xfrm>
          <a:prstGeom prst="line">
            <a:avLst/>
          </a:prstGeom>
          <a:solidFill>
            <a:schemeClr val="accent1"/>
          </a:solidFill>
          <a:ln w="41275" cap="flat" cmpd="sng" algn="ctr">
            <a:solidFill>
              <a:schemeClr val="accent2"/>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7E67D70-EE7C-4823-8927-62A4861E2EE8}"/>
                  </a:ext>
                </a:extLst>
              </p:cNvPr>
              <p:cNvSpPr txBox="1"/>
              <p:nvPr/>
            </p:nvSpPr>
            <p:spPr>
              <a:xfrm>
                <a:off x="7761286" y="3600950"/>
                <a:ext cx="47288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chemeClr val="accent6"/>
                              </a:solidFill>
                              <a:latin typeface="Cambria Math" panose="02040503050406030204" pitchFamily="18" charset="0"/>
                            </a:rPr>
                          </m:ctrlPr>
                        </m:sSupPr>
                        <m:e>
                          <m:r>
                            <a:rPr lang="en-US" b="0" i="1" smtClean="0">
                              <a:solidFill>
                                <a:schemeClr val="accent6"/>
                              </a:solidFill>
                              <a:latin typeface="Cambria Math" panose="02040503050406030204" pitchFamily="18" charset="0"/>
                            </a:rPr>
                            <m:t>𝑄</m:t>
                          </m:r>
                        </m:e>
                        <m:sup>
                          <m:r>
                            <a:rPr lang="en-US" b="0" i="1" smtClean="0">
                              <a:solidFill>
                                <a:schemeClr val="accent6"/>
                              </a:solidFill>
                              <a:latin typeface="Cambria Math" panose="02040503050406030204" pitchFamily="18" charset="0"/>
                            </a:rPr>
                            <m:t>𝐷</m:t>
                          </m:r>
                        </m:sup>
                      </m:sSup>
                    </m:oMath>
                  </m:oMathPara>
                </a14:m>
                <a:endParaRPr lang="en-US" dirty="0">
                  <a:solidFill>
                    <a:schemeClr val="accent6"/>
                  </a:solidFill>
                </a:endParaRPr>
              </a:p>
            </p:txBody>
          </p:sp>
        </mc:Choice>
        <mc:Fallback xmlns="">
          <p:sp>
            <p:nvSpPr>
              <p:cNvPr id="12" name="TextBox 11">
                <a:extLst>
                  <a:ext uri="{FF2B5EF4-FFF2-40B4-BE49-F238E27FC236}">
                    <a16:creationId xmlns:a16="http://schemas.microsoft.com/office/drawing/2014/main" id="{F7E67D70-EE7C-4823-8927-62A4861E2EE8}"/>
                  </a:ext>
                </a:extLst>
              </p:cNvPr>
              <p:cNvSpPr txBox="1">
                <a:spLocks noRot="1" noChangeAspect="1" noMove="1" noResize="1" noEditPoints="1" noAdjustHandles="1" noChangeArrowheads="1" noChangeShapeType="1" noTextEdit="1"/>
              </p:cNvSpPr>
              <p:nvPr/>
            </p:nvSpPr>
            <p:spPr>
              <a:xfrm>
                <a:off x="7761286" y="3600950"/>
                <a:ext cx="472886" cy="369332"/>
              </a:xfrm>
              <a:prstGeom prst="rect">
                <a:avLst/>
              </a:prstGeom>
              <a:blipFill>
                <a:blip r:embed="rId5"/>
                <a:stretch>
                  <a:fillRect l="-2564" t="-3333"/>
                </a:stretch>
              </a:blipFill>
            </p:spPr>
            <p:txBody>
              <a:bodyPr/>
              <a:lstStyle/>
              <a:p>
                <a:r>
                  <a:rPr lang="en-GB">
                    <a:noFill/>
                  </a:rPr>
                  <a:t> </a:t>
                </a:r>
              </a:p>
            </p:txBody>
          </p:sp>
        </mc:Fallback>
      </mc:AlternateContent>
    </p:spTree>
    <p:extLst>
      <p:ext uri="{BB962C8B-B14F-4D97-AF65-F5344CB8AC3E}">
        <p14:creationId xmlns:p14="http://schemas.microsoft.com/office/powerpoint/2010/main" val="391154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00"/>
                                        <p:tgtEl>
                                          <p:spTgt spid="6"/>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down)">
                                      <p:cBhvr>
                                        <p:cTn id="36" dur="500"/>
                                        <p:tgtEl>
                                          <p:spTgt spid="11"/>
                                        </p:tgtEl>
                                      </p:cBhvr>
                                    </p:animEffec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down)">
                                      <p:cBhvr>
                                        <p:cTn id="4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5E4EA-6A5A-4F79-89EA-3B928072005B}"/>
              </a:ext>
            </a:extLst>
          </p:cNvPr>
          <p:cNvSpPr>
            <a:spLocks noGrp="1"/>
          </p:cNvSpPr>
          <p:nvPr>
            <p:ph type="title"/>
          </p:nvPr>
        </p:nvSpPr>
        <p:spPr/>
        <p:txBody>
          <a:bodyPr/>
          <a:lstStyle/>
          <a:p>
            <a:pPr algn="ctr"/>
            <a:r>
              <a:rPr lang="en-US" dirty="0"/>
              <a:t># Example - Complementary</a:t>
            </a:r>
          </a:p>
        </p:txBody>
      </p:sp>
      <p:sp>
        <p:nvSpPr>
          <p:cNvPr id="3" name="Content Placeholder 2">
            <a:extLst>
              <a:ext uri="{FF2B5EF4-FFF2-40B4-BE49-F238E27FC236}">
                <a16:creationId xmlns:a16="http://schemas.microsoft.com/office/drawing/2014/main" id="{154088D4-7454-4A5B-8469-4EE2EF86D507}"/>
              </a:ext>
            </a:extLst>
          </p:cNvPr>
          <p:cNvSpPr>
            <a:spLocks noGrp="1"/>
          </p:cNvSpPr>
          <p:nvPr>
            <p:ph idx="1"/>
          </p:nvPr>
        </p:nvSpPr>
        <p:spPr>
          <a:xfrm>
            <a:off x="94488" y="1492808"/>
            <a:ext cx="3948684" cy="1364692"/>
          </a:xfrm>
        </p:spPr>
        <p:txBody>
          <a:bodyPr/>
          <a:lstStyle/>
          <a:p>
            <a:r>
              <a:rPr lang="en-US" altLang="en-US" dirty="0"/>
              <a:t>What will happen to the demand of tea if the price of sugar increases? </a:t>
            </a:r>
          </a:p>
          <a:p>
            <a:r>
              <a:rPr lang="en-US" altLang="en-US" dirty="0"/>
              <a:t>Tea and sugar are complementary</a:t>
            </a:r>
            <a:endParaRPr lang="en-GB" dirty="0"/>
          </a:p>
        </p:txBody>
      </p:sp>
      <p:cxnSp>
        <p:nvCxnSpPr>
          <p:cNvPr id="13" name="Straight Arrow Connector 12">
            <a:extLst>
              <a:ext uri="{FF2B5EF4-FFF2-40B4-BE49-F238E27FC236}">
                <a16:creationId xmlns:a16="http://schemas.microsoft.com/office/drawing/2014/main" id="{28B6BD32-8AB1-4357-8BC9-267D9836D70A}"/>
              </a:ext>
            </a:extLst>
          </p:cNvPr>
          <p:cNvCxnSpPr/>
          <p:nvPr/>
        </p:nvCxnSpPr>
        <p:spPr bwMode="auto">
          <a:xfrm flipV="1">
            <a:off x="4838141" y="1910834"/>
            <a:ext cx="0" cy="2286000"/>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02379656-DB95-4312-9035-53961A74CB37}"/>
              </a:ext>
            </a:extLst>
          </p:cNvPr>
          <p:cNvCxnSpPr/>
          <p:nvPr/>
        </p:nvCxnSpPr>
        <p:spPr bwMode="auto">
          <a:xfrm>
            <a:off x="4838141" y="4196834"/>
            <a:ext cx="3124200" cy="0"/>
          </a:xfrm>
          <a:prstGeom prst="straightConnector1">
            <a:avLst/>
          </a:prstGeom>
          <a:solidFill>
            <a:schemeClr val="accent1"/>
          </a:solidFill>
          <a:ln w="381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4C4216FD-630C-42BD-B5C6-9452AF9C8F09}"/>
              </a:ext>
            </a:extLst>
          </p:cNvPr>
          <p:cNvCxnSpPr/>
          <p:nvPr/>
        </p:nvCxnSpPr>
        <p:spPr bwMode="auto">
          <a:xfrm>
            <a:off x="4952441" y="2227826"/>
            <a:ext cx="2286000" cy="1676400"/>
          </a:xfrm>
          <a:prstGeom prst="line">
            <a:avLst/>
          </a:prstGeom>
          <a:solidFill>
            <a:schemeClr val="accent1"/>
          </a:solidFill>
          <a:ln w="2857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BFBF5E5-53A0-4CC8-B74E-1F8250FE2D26}"/>
                  </a:ext>
                </a:extLst>
              </p:cNvPr>
              <p:cNvSpPr txBox="1"/>
              <p:nvPr/>
            </p:nvSpPr>
            <p:spPr>
              <a:xfrm>
                <a:off x="7227327" y="3751302"/>
                <a:ext cx="47288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𝐷</m:t>
                          </m:r>
                        </m:sup>
                      </m:sSup>
                    </m:oMath>
                  </m:oMathPara>
                </a14:m>
                <a:endParaRPr lang="en-US" dirty="0"/>
              </a:p>
            </p:txBody>
          </p:sp>
        </mc:Choice>
        <mc:Fallback xmlns="">
          <p:sp>
            <p:nvSpPr>
              <p:cNvPr id="16" name="TextBox 15">
                <a:extLst>
                  <a:ext uri="{FF2B5EF4-FFF2-40B4-BE49-F238E27FC236}">
                    <a16:creationId xmlns:a16="http://schemas.microsoft.com/office/drawing/2014/main" id="{5BFBF5E5-53A0-4CC8-B74E-1F8250FE2D26}"/>
                  </a:ext>
                </a:extLst>
              </p:cNvPr>
              <p:cNvSpPr txBox="1">
                <a:spLocks noRot="1" noChangeAspect="1" noMove="1" noResize="1" noEditPoints="1" noAdjustHandles="1" noChangeArrowheads="1" noChangeShapeType="1" noTextEdit="1"/>
              </p:cNvSpPr>
              <p:nvPr/>
            </p:nvSpPr>
            <p:spPr>
              <a:xfrm>
                <a:off x="7227327" y="3751302"/>
                <a:ext cx="472886" cy="369332"/>
              </a:xfrm>
              <a:prstGeom prst="rect">
                <a:avLst/>
              </a:prstGeom>
              <a:blipFill>
                <a:blip r:embed="rId2"/>
                <a:stretch>
                  <a:fillRect l="-2597" t="-327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3BC97C7-8805-40A0-9B6B-26571B216C26}"/>
                  </a:ext>
                </a:extLst>
              </p:cNvPr>
              <p:cNvSpPr txBox="1"/>
              <p:nvPr/>
            </p:nvSpPr>
            <p:spPr>
              <a:xfrm>
                <a:off x="7962341" y="3935968"/>
                <a:ext cx="29437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oMath>
                  </m:oMathPara>
                </a14:m>
                <a:endParaRPr lang="en-US" dirty="0"/>
              </a:p>
            </p:txBody>
          </p:sp>
        </mc:Choice>
        <mc:Fallback xmlns="">
          <p:sp>
            <p:nvSpPr>
              <p:cNvPr id="17" name="TextBox 16">
                <a:extLst>
                  <a:ext uri="{FF2B5EF4-FFF2-40B4-BE49-F238E27FC236}">
                    <a16:creationId xmlns:a16="http://schemas.microsoft.com/office/drawing/2014/main" id="{C3BC97C7-8805-40A0-9B6B-26571B216C26}"/>
                  </a:ext>
                </a:extLst>
              </p:cNvPr>
              <p:cNvSpPr txBox="1">
                <a:spLocks noRot="1" noChangeAspect="1" noMove="1" noResize="1" noEditPoints="1" noAdjustHandles="1" noChangeArrowheads="1" noChangeShapeType="1" noTextEdit="1"/>
              </p:cNvSpPr>
              <p:nvPr/>
            </p:nvSpPr>
            <p:spPr>
              <a:xfrm>
                <a:off x="7962341" y="3935968"/>
                <a:ext cx="294375" cy="369332"/>
              </a:xfrm>
              <a:prstGeom prst="rect">
                <a:avLst/>
              </a:prstGeom>
              <a:blipFill>
                <a:blip r:embed="rId3"/>
                <a:stretch>
                  <a:fillRect l="-12500" r="-1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E06487-1AC0-425A-9B7B-C48BB3CC3B7E}"/>
                  </a:ext>
                </a:extLst>
              </p:cNvPr>
              <p:cNvSpPr txBox="1"/>
              <p:nvPr/>
            </p:nvSpPr>
            <p:spPr>
              <a:xfrm>
                <a:off x="4394536" y="1726168"/>
                <a:ext cx="2752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oMath>
                  </m:oMathPara>
                </a14:m>
                <a:endParaRPr lang="en-US" dirty="0"/>
              </a:p>
            </p:txBody>
          </p:sp>
        </mc:Choice>
        <mc:Fallback xmlns="">
          <p:sp>
            <p:nvSpPr>
              <p:cNvPr id="18" name="TextBox 17">
                <a:extLst>
                  <a:ext uri="{FF2B5EF4-FFF2-40B4-BE49-F238E27FC236}">
                    <a16:creationId xmlns:a16="http://schemas.microsoft.com/office/drawing/2014/main" id="{0FE06487-1AC0-425A-9B7B-C48BB3CC3B7E}"/>
                  </a:ext>
                </a:extLst>
              </p:cNvPr>
              <p:cNvSpPr txBox="1">
                <a:spLocks noRot="1" noChangeAspect="1" noMove="1" noResize="1" noEditPoints="1" noAdjustHandles="1" noChangeArrowheads="1" noChangeShapeType="1" noTextEdit="1"/>
              </p:cNvSpPr>
              <p:nvPr/>
            </p:nvSpPr>
            <p:spPr>
              <a:xfrm>
                <a:off x="4394536" y="1726168"/>
                <a:ext cx="275204" cy="369332"/>
              </a:xfrm>
              <a:prstGeom prst="rect">
                <a:avLst/>
              </a:prstGeom>
              <a:blipFill>
                <a:blip r:embed="rId4"/>
                <a:stretch>
                  <a:fillRect l="-8889" r="-4444"/>
                </a:stretch>
              </a:blipFill>
            </p:spPr>
            <p:txBody>
              <a:bodyPr/>
              <a:lstStyle/>
              <a:p>
                <a:r>
                  <a:rPr lang="en-GB">
                    <a:noFill/>
                  </a:rPr>
                  <a:t> </a:t>
                </a:r>
              </a:p>
            </p:txBody>
          </p:sp>
        </mc:Fallback>
      </mc:AlternateContent>
      <p:cxnSp>
        <p:nvCxnSpPr>
          <p:cNvPr id="19" name="Straight Arrow Connector 18">
            <a:extLst>
              <a:ext uri="{FF2B5EF4-FFF2-40B4-BE49-F238E27FC236}">
                <a16:creationId xmlns:a16="http://schemas.microsoft.com/office/drawing/2014/main" id="{8C3E1167-079E-4BA7-A722-1913FB8205F1}"/>
              </a:ext>
            </a:extLst>
          </p:cNvPr>
          <p:cNvCxnSpPr/>
          <p:nvPr/>
        </p:nvCxnSpPr>
        <p:spPr bwMode="auto">
          <a:xfrm flipH="1">
            <a:off x="5619190" y="2901434"/>
            <a:ext cx="285751" cy="571500"/>
          </a:xfrm>
          <a:prstGeom prst="straightConnector1">
            <a:avLst/>
          </a:prstGeom>
          <a:solidFill>
            <a:schemeClr val="accent1"/>
          </a:solidFill>
          <a:ln w="38100" cap="flat" cmpd="sng" algn="ctr">
            <a:solidFill>
              <a:schemeClr val="accent2"/>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BA1045F2-29AB-48F3-8981-D01787CE81BE}"/>
              </a:ext>
            </a:extLst>
          </p:cNvPr>
          <p:cNvCxnSpPr/>
          <p:nvPr/>
        </p:nvCxnSpPr>
        <p:spPr bwMode="auto">
          <a:xfrm>
            <a:off x="4838140" y="2825234"/>
            <a:ext cx="1562101" cy="1295400"/>
          </a:xfrm>
          <a:prstGeom prst="line">
            <a:avLst/>
          </a:prstGeom>
          <a:solidFill>
            <a:schemeClr val="accent1"/>
          </a:solidFill>
          <a:ln w="41275" cap="flat" cmpd="sng" algn="ctr">
            <a:solidFill>
              <a:schemeClr val="accent2"/>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5647636-5DF3-4F37-9F5A-B353F6DC69C2}"/>
                  </a:ext>
                </a:extLst>
              </p:cNvPr>
              <p:cNvSpPr txBox="1"/>
              <p:nvPr/>
            </p:nvSpPr>
            <p:spPr>
              <a:xfrm>
                <a:off x="6471961" y="3814302"/>
                <a:ext cx="47288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chemeClr val="accent6"/>
                              </a:solidFill>
                              <a:latin typeface="Cambria Math" panose="02040503050406030204" pitchFamily="18" charset="0"/>
                            </a:rPr>
                          </m:ctrlPr>
                        </m:sSupPr>
                        <m:e>
                          <m:r>
                            <a:rPr lang="en-US" b="0" i="1" smtClean="0">
                              <a:solidFill>
                                <a:schemeClr val="accent6"/>
                              </a:solidFill>
                              <a:latin typeface="Cambria Math" panose="02040503050406030204" pitchFamily="18" charset="0"/>
                            </a:rPr>
                            <m:t>𝑄</m:t>
                          </m:r>
                        </m:e>
                        <m:sup>
                          <m:r>
                            <a:rPr lang="en-US" b="0" i="1" smtClean="0">
                              <a:solidFill>
                                <a:schemeClr val="accent6"/>
                              </a:solidFill>
                              <a:latin typeface="Cambria Math" panose="02040503050406030204" pitchFamily="18" charset="0"/>
                            </a:rPr>
                            <m:t>𝐷</m:t>
                          </m:r>
                        </m:sup>
                      </m:sSup>
                    </m:oMath>
                  </m:oMathPara>
                </a14:m>
                <a:endParaRPr lang="en-US" dirty="0">
                  <a:solidFill>
                    <a:schemeClr val="accent6"/>
                  </a:solidFill>
                </a:endParaRPr>
              </a:p>
            </p:txBody>
          </p:sp>
        </mc:Choice>
        <mc:Fallback xmlns="">
          <p:sp>
            <p:nvSpPr>
              <p:cNvPr id="21" name="TextBox 20">
                <a:extLst>
                  <a:ext uri="{FF2B5EF4-FFF2-40B4-BE49-F238E27FC236}">
                    <a16:creationId xmlns:a16="http://schemas.microsoft.com/office/drawing/2014/main" id="{65647636-5DF3-4F37-9F5A-B353F6DC69C2}"/>
                  </a:ext>
                </a:extLst>
              </p:cNvPr>
              <p:cNvSpPr txBox="1">
                <a:spLocks noRot="1" noChangeAspect="1" noMove="1" noResize="1" noEditPoints="1" noAdjustHandles="1" noChangeArrowheads="1" noChangeShapeType="1" noTextEdit="1"/>
              </p:cNvSpPr>
              <p:nvPr/>
            </p:nvSpPr>
            <p:spPr>
              <a:xfrm>
                <a:off x="6471961" y="3814302"/>
                <a:ext cx="472886" cy="369332"/>
              </a:xfrm>
              <a:prstGeom prst="rect">
                <a:avLst/>
              </a:prstGeom>
              <a:blipFill>
                <a:blip r:embed="rId5"/>
                <a:stretch>
                  <a:fillRect l="-2597" t="-3333"/>
                </a:stretch>
              </a:blipFill>
            </p:spPr>
            <p:txBody>
              <a:bodyPr/>
              <a:lstStyle/>
              <a:p>
                <a:r>
                  <a:rPr lang="en-GB">
                    <a:noFill/>
                  </a:rPr>
                  <a:t> </a:t>
                </a:r>
              </a:p>
            </p:txBody>
          </p:sp>
        </mc:Fallback>
      </mc:AlternateContent>
    </p:spTree>
    <p:extLst>
      <p:ext uri="{BB962C8B-B14F-4D97-AF65-F5344CB8AC3E}">
        <p14:creationId xmlns:p14="http://schemas.microsoft.com/office/powerpoint/2010/main" val="353449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down)">
                                      <p:cBhvr>
                                        <p:cTn id="15" dur="500"/>
                                        <p:tgtEl>
                                          <p:spTgt spid="17"/>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down)">
                                      <p:cBhvr>
                                        <p:cTn id="23" dur="500"/>
                                        <p:tgtEl>
                                          <p:spTgt spid="15"/>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down)">
                                      <p:cBhvr>
                                        <p:cTn id="36" dur="500"/>
                                        <p:tgtEl>
                                          <p:spTgt spid="20"/>
                                        </p:tgtEl>
                                      </p:cBhvr>
                                    </p:animEffec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down)">
                                      <p:cBhvr>
                                        <p:cTn id="4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C1B49-7FC2-4791-A6C7-28C854BD2C40}"/>
              </a:ext>
            </a:extLst>
          </p:cNvPr>
          <p:cNvSpPr>
            <a:spLocks noGrp="1"/>
          </p:cNvSpPr>
          <p:nvPr>
            <p:ph type="title"/>
          </p:nvPr>
        </p:nvSpPr>
        <p:spPr/>
        <p:txBody>
          <a:bodyPr/>
          <a:lstStyle/>
          <a:p>
            <a:pPr algn="ctr"/>
            <a:r>
              <a:rPr lang="it-IT" dirty="0"/>
              <a:t>Quality</a:t>
            </a:r>
            <a:endParaRPr lang="en-GB" dirty="0"/>
          </a:p>
        </p:txBody>
      </p:sp>
      <p:sp>
        <p:nvSpPr>
          <p:cNvPr id="3" name="Content Placeholder 2">
            <a:extLst>
              <a:ext uri="{FF2B5EF4-FFF2-40B4-BE49-F238E27FC236}">
                <a16:creationId xmlns:a16="http://schemas.microsoft.com/office/drawing/2014/main" id="{EAA81A32-D616-4470-8A52-CF28172FA8DF}"/>
              </a:ext>
            </a:extLst>
          </p:cNvPr>
          <p:cNvSpPr>
            <a:spLocks noGrp="1"/>
          </p:cNvSpPr>
          <p:nvPr>
            <p:ph idx="1"/>
          </p:nvPr>
        </p:nvSpPr>
        <p:spPr/>
        <p:txBody>
          <a:bodyPr/>
          <a:lstStyle/>
          <a:p>
            <a:r>
              <a:rPr lang="en-US" altLang="en-US" sz="2400" dirty="0"/>
              <a:t>Demand curves can shift due to changes in quality.</a:t>
            </a:r>
          </a:p>
          <a:p>
            <a:r>
              <a:rPr lang="en-US" sz="2400" dirty="0"/>
              <a:t>However, usually we assume that all the products have the same quality (to simplify our assumptions on the real world) </a:t>
            </a:r>
          </a:p>
          <a:p>
            <a:endParaRPr lang="en-GB" dirty="0"/>
          </a:p>
        </p:txBody>
      </p:sp>
    </p:spTree>
    <p:extLst>
      <p:ext uri="{BB962C8B-B14F-4D97-AF65-F5344CB8AC3E}">
        <p14:creationId xmlns:p14="http://schemas.microsoft.com/office/powerpoint/2010/main" val="1157730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A1CF3-BCA6-46FD-8D45-DDBE6F2DFC25}"/>
              </a:ext>
            </a:extLst>
          </p:cNvPr>
          <p:cNvSpPr>
            <a:spLocks noGrp="1"/>
          </p:cNvSpPr>
          <p:nvPr>
            <p:ph type="title"/>
          </p:nvPr>
        </p:nvSpPr>
        <p:spPr/>
        <p:txBody>
          <a:bodyPr/>
          <a:lstStyle/>
          <a:p>
            <a:pPr algn="ctr"/>
            <a:r>
              <a:rPr lang="en-US" dirty="0"/>
              <a:t>Tastes</a:t>
            </a:r>
          </a:p>
        </p:txBody>
      </p:sp>
      <p:sp>
        <p:nvSpPr>
          <p:cNvPr id="3" name="Content Placeholder 2">
            <a:extLst>
              <a:ext uri="{FF2B5EF4-FFF2-40B4-BE49-F238E27FC236}">
                <a16:creationId xmlns:a16="http://schemas.microsoft.com/office/drawing/2014/main" id="{2B3BCDDD-416F-48D6-A9EF-5A2116E99CA7}"/>
              </a:ext>
            </a:extLst>
          </p:cNvPr>
          <p:cNvSpPr>
            <a:spLocks noGrp="1"/>
          </p:cNvSpPr>
          <p:nvPr>
            <p:ph idx="1"/>
          </p:nvPr>
        </p:nvSpPr>
        <p:spPr/>
        <p:txBody>
          <a:bodyPr/>
          <a:lstStyle/>
          <a:p>
            <a:r>
              <a:rPr lang="en-US" altLang="en-US" sz="2400" dirty="0"/>
              <a:t>Demand curves can shift due to changes in tastes over time.</a:t>
            </a:r>
          </a:p>
          <a:p>
            <a:r>
              <a:rPr lang="en-US" altLang="en-US" sz="2400" dirty="0"/>
              <a:t>For example, demand for cereal may be high in the morning but low at night.</a:t>
            </a:r>
          </a:p>
          <a:p>
            <a:r>
              <a:rPr lang="en-US" altLang="en-US" sz="2400" dirty="0"/>
              <a:t>Similarly, demand for Saturday Night Fever CDs may be high in the 1970s but low in the 2000s.</a:t>
            </a:r>
          </a:p>
          <a:p>
            <a:endParaRPr lang="en-GB" dirty="0"/>
          </a:p>
        </p:txBody>
      </p:sp>
    </p:spTree>
    <p:extLst>
      <p:ext uri="{BB962C8B-B14F-4D97-AF65-F5344CB8AC3E}">
        <p14:creationId xmlns:p14="http://schemas.microsoft.com/office/powerpoint/2010/main" val="2143190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BF81B-09CA-4AC2-B620-20078035BA06}"/>
              </a:ext>
            </a:extLst>
          </p:cNvPr>
          <p:cNvSpPr>
            <a:spLocks noGrp="1"/>
          </p:cNvSpPr>
          <p:nvPr>
            <p:ph type="title"/>
          </p:nvPr>
        </p:nvSpPr>
        <p:spPr/>
        <p:txBody>
          <a:bodyPr/>
          <a:lstStyle/>
          <a:p>
            <a:pPr algn="ctr"/>
            <a:r>
              <a:rPr lang="it-IT" dirty="0"/>
              <a:t>Future Prices</a:t>
            </a:r>
            <a:endParaRPr lang="en-GB" dirty="0"/>
          </a:p>
        </p:txBody>
      </p:sp>
      <p:sp>
        <p:nvSpPr>
          <p:cNvPr id="3" name="Content Placeholder 2">
            <a:extLst>
              <a:ext uri="{FF2B5EF4-FFF2-40B4-BE49-F238E27FC236}">
                <a16:creationId xmlns:a16="http://schemas.microsoft.com/office/drawing/2014/main" id="{EA63776D-8721-4146-AE05-2259BC6863FB}"/>
              </a:ext>
            </a:extLst>
          </p:cNvPr>
          <p:cNvSpPr>
            <a:spLocks noGrp="1"/>
          </p:cNvSpPr>
          <p:nvPr>
            <p:ph idx="1"/>
          </p:nvPr>
        </p:nvSpPr>
        <p:spPr/>
        <p:txBody>
          <a:bodyPr/>
          <a:lstStyle/>
          <a:p>
            <a:r>
              <a:rPr lang="en-US" altLang="en-US" sz="2400" dirty="0"/>
              <a:t>An increase in the expected future price of a good increases current demand.</a:t>
            </a:r>
          </a:p>
          <a:p>
            <a:r>
              <a:rPr lang="en-US" altLang="en-US" sz="2400" dirty="0"/>
              <a:t>A decrease in the expected future price of a good decreases current demand.</a:t>
            </a:r>
          </a:p>
          <a:p>
            <a:r>
              <a:rPr lang="en-US" altLang="en-US" sz="2400" dirty="0"/>
              <a:t>For example, when a good is temporarily put on sale, people stock up on the good.</a:t>
            </a:r>
          </a:p>
          <a:p>
            <a:endParaRPr lang="en-GB" dirty="0"/>
          </a:p>
        </p:txBody>
      </p:sp>
    </p:spTree>
    <p:extLst>
      <p:ext uri="{BB962C8B-B14F-4D97-AF65-F5344CB8AC3E}">
        <p14:creationId xmlns:p14="http://schemas.microsoft.com/office/powerpoint/2010/main" val="2563741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38F0A-9E23-4427-9DA1-551D7405488C}"/>
              </a:ext>
            </a:extLst>
          </p:cNvPr>
          <p:cNvSpPr>
            <a:spLocks noGrp="1"/>
          </p:cNvSpPr>
          <p:nvPr>
            <p:ph type="title"/>
          </p:nvPr>
        </p:nvSpPr>
        <p:spPr/>
        <p:txBody>
          <a:bodyPr/>
          <a:lstStyle/>
          <a:p>
            <a:pPr algn="ctr"/>
            <a:r>
              <a:rPr lang="en-US" dirty="0"/>
              <a:t>Income</a:t>
            </a:r>
          </a:p>
        </p:txBody>
      </p:sp>
      <p:sp>
        <p:nvSpPr>
          <p:cNvPr id="4" name="Content Placeholder 2">
            <a:extLst>
              <a:ext uri="{FF2B5EF4-FFF2-40B4-BE49-F238E27FC236}">
                <a16:creationId xmlns:a16="http://schemas.microsoft.com/office/drawing/2014/main" id="{8C842C36-E53D-4E2A-A2B6-BBB42116EFF1}"/>
              </a:ext>
            </a:extLst>
          </p:cNvPr>
          <p:cNvSpPr>
            <a:spLocks noGrp="1"/>
          </p:cNvSpPr>
          <p:nvPr>
            <p:ph idx="1"/>
          </p:nvPr>
        </p:nvSpPr>
        <p:spPr>
          <a:xfrm>
            <a:off x="628650" y="1425575"/>
            <a:ext cx="7886700" cy="3330575"/>
          </a:xfrm>
        </p:spPr>
        <p:txBody>
          <a:bodyPr/>
          <a:lstStyle/>
          <a:p>
            <a:pPr>
              <a:lnSpc>
                <a:spcPct val="90000"/>
              </a:lnSpc>
            </a:pPr>
            <a:r>
              <a:rPr lang="en-US" altLang="en-US" dirty="0"/>
              <a:t>Changes in income can increase or decrease demand.</a:t>
            </a:r>
          </a:p>
          <a:p>
            <a:pPr>
              <a:lnSpc>
                <a:spcPct val="90000"/>
              </a:lnSpc>
            </a:pPr>
            <a:r>
              <a:rPr lang="en-US" altLang="en-US" dirty="0"/>
              <a:t>A good whose demand decreases with an increase in income is called an “</a:t>
            </a:r>
            <a:r>
              <a:rPr lang="en-US" altLang="en-US" dirty="0">
                <a:solidFill>
                  <a:srgbClr val="FFFF00"/>
                </a:solidFill>
              </a:rPr>
              <a:t>inferior good</a:t>
            </a:r>
            <a:r>
              <a:rPr lang="en-US" altLang="en-US" dirty="0"/>
              <a:t>.”</a:t>
            </a:r>
          </a:p>
          <a:p>
            <a:pPr>
              <a:lnSpc>
                <a:spcPct val="90000"/>
              </a:lnSpc>
            </a:pPr>
            <a:r>
              <a:rPr lang="en-US" altLang="en-US" dirty="0"/>
              <a:t>A good whose demand increases with an increase in income is called a “</a:t>
            </a:r>
            <a:r>
              <a:rPr lang="en-US" altLang="en-US" dirty="0">
                <a:solidFill>
                  <a:srgbClr val="FFFF00"/>
                </a:solidFill>
              </a:rPr>
              <a:t>normal good</a:t>
            </a:r>
            <a:r>
              <a:rPr lang="en-US" altLang="en-US" dirty="0"/>
              <a:t>.”</a:t>
            </a:r>
          </a:p>
          <a:p>
            <a:endParaRPr lang="en-US" dirty="0"/>
          </a:p>
        </p:txBody>
      </p:sp>
    </p:spTree>
    <p:extLst>
      <p:ext uri="{BB962C8B-B14F-4D97-AF65-F5344CB8AC3E}">
        <p14:creationId xmlns:p14="http://schemas.microsoft.com/office/powerpoint/2010/main" val="228488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76EF1-394B-4552-853D-98DE3285F79F}"/>
              </a:ext>
            </a:extLst>
          </p:cNvPr>
          <p:cNvSpPr>
            <a:spLocks noGrp="1"/>
          </p:cNvSpPr>
          <p:nvPr>
            <p:ph type="title"/>
          </p:nvPr>
        </p:nvSpPr>
        <p:spPr/>
        <p:txBody>
          <a:bodyPr/>
          <a:lstStyle/>
          <a:p>
            <a:pPr algn="ctr"/>
            <a:r>
              <a:rPr lang="en-US" dirty="0"/>
              <a:t>Examples</a:t>
            </a:r>
          </a:p>
        </p:txBody>
      </p:sp>
      <p:sp>
        <p:nvSpPr>
          <p:cNvPr id="3" name="Content Placeholder 2">
            <a:extLst>
              <a:ext uri="{FF2B5EF4-FFF2-40B4-BE49-F238E27FC236}">
                <a16:creationId xmlns:a16="http://schemas.microsoft.com/office/drawing/2014/main" id="{2FB7C487-024A-4240-99D2-65C2BBBF7A37}"/>
              </a:ext>
            </a:extLst>
          </p:cNvPr>
          <p:cNvSpPr>
            <a:spLocks noGrp="1"/>
          </p:cNvSpPr>
          <p:nvPr>
            <p:ph idx="1"/>
          </p:nvPr>
        </p:nvSpPr>
        <p:spPr/>
        <p:txBody>
          <a:bodyPr/>
          <a:lstStyle/>
          <a:p>
            <a:pPr>
              <a:lnSpc>
                <a:spcPct val="90000"/>
              </a:lnSpc>
            </a:pPr>
            <a:r>
              <a:rPr lang="en-US" altLang="en-US" dirty="0"/>
              <a:t>An increase in income will increase the demand for cars or clothing.</a:t>
            </a:r>
          </a:p>
          <a:p>
            <a:pPr>
              <a:lnSpc>
                <a:spcPct val="90000"/>
              </a:lnSpc>
            </a:pPr>
            <a:r>
              <a:rPr lang="en-US" altLang="en-US" dirty="0"/>
              <a:t>An increase in income will significantly increase the demand for air travel or jewelry.</a:t>
            </a:r>
          </a:p>
          <a:p>
            <a:pPr>
              <a:lnSpc>
                <a:spcPct val="90000"/>
              </a:lnSpc>
            </a:pPr>
            <a:r>
              <a:rPr lang="en-US" altLang="en-US" dirty="0"/>
              <a:t>An increase in income will reduce the demand for public transportation (will increase the demand for private cars).</a:t>
            </a:r>
          </a:p>
          <a:p>
            <a:endParaRPr lang="en-GB" dirty="0"/>
          </a:p>
        </p:txBody>
      </p:sp>
    </p:spTree>
    <p:extLst>
      <p:ext uri="{BB962C8B-B14F-4D97-AF65-F5344CB8AC3E}">
        <p14:creationId xmlns:p14="http://schemas.microsoft.com/office/powerpoint/2010/main" val="1576574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C60B0-8DC2-4854-936E-A85BFA7E63A9}"/>
              </a:ext>
            </a:extLst>
          </p:cNvPr>
          <p:cNvSpPr>
            <a:spLocks noGrp="1"/>
          </p:cNvSpPr>
          <p:nvPr>
            <p:ph type="title"/>
          </p:nvPr>
        </p:nvSpPr>
        <p:spPr/>
        <p:txBody>
          <a:bodyPr/>
          <a:lstStyle/>
          <a:p>
            <a:pPr algn="ctr"/>
            <a:r>
              <a:rPr lang="en-US" dirty="0"/>
              <a:t>Example – Normal Good</a:t>
            </a:r>
          </a:p>
        </p:txBody>
      </p:sp>
      <p:pic>
        <p:nvPicPr>
          <p:cNvPr id="36" name="Content Placeholder 35">
            <a:extLst>
              <a:ext uri="{FF2B5EF4-FFF2-40B4-BE49-F238E27FC236}">
                <a16:creationId xmlns:a16="http://schemas.microsoft.com/office/drawing/2014/main" id="{285C022A-5CB8-4AB7-849E-030DCFBAAB82}"/>
              </a:ext>
            </a:extLst>
          </p:cNvPr>
          <p:cNvPicPr>
            <a:picLocks noGrp="1" noChangeAspect="1"/>
          </p:cNvPicPr>
          <p:nvPr>
            <p:ph idx="1"/>
          </p:nvPr>
        </p:nvPicPr>
        <p:blipFill>
          <a:blip r:embed="rId2"/>
          <a:stretch>
            <a:fillRect/>
          </a:stretch>
        </p:blipFill>
        <p:spPr>
          <a:xfrm>
            <a:off x="1958896" y="1284142"/>
            <a:ext cx="5722064" cy="3646576"/>
          </a:xfrm>
          <a:prstGeom prst="rect">
            <a:avLst/>
          </a:prstGeom>
        </p:spPr>
      </p:pic>
    </p:spTree>
    <p:extLst>
      <p:ext uri="{BB962C8B-B14F-4D97-AF65-F5344CB8AC3E}">
        <p14:creationId xmlns:p14="http://schemas.microsoft.com/office/powerpoint/2010/main" val="3797839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0BDA-89CF-4F19-BD64-A15FC7656595}"/>
              </a:ext>
            </a:extLst>
          </p:cNvPr>
          <p:cNvSpPr>
            <a:spLocks noGrp="1"/>
          </p:cNvSpPr>
          <p:nvPr>
            <p:ph type="title"/>
          </p:nvPr>
        </p:nvSpPr>
        <p:spPr/>
        <p:txBody>
          <a:bodyPr/>
          <a:lstStyle/>
          <a:p>
            <a:pPr algn="ctr"/>
            <a:r>
              <a:rPr lang="en-US" dirty="0"/>
              <a:t>Example – Inferior Good</a:t>
            </a:r>
            <a:endParaRPr lang="en-GB" dirty="0"/>
          </a:p>
        </p:txBody>
      </p:sp>
      <p:pic>
        <p:nvPicPr>
          <p:cNvPr id="6" name="Content Placeholder 5">
            <a:extLst>
              <a:ext uri="{FF2B5EF4-FFF2-40B4-BE49-F238E27FC236}">
                <a16:creationId xmlns:a16="http://schemas.microsoft.com/office/drawing/2014/main" id="{A833B35F-1292-4CB7-AE27-C68050C1D39F}"/>
              </a:ext>
            </a:extLst>
          </p:cNvPr>
          <p:cNvPicPr>
            <a:picLocks noGrp="1" noChangeAspect="1"/>
          </p:cNvPicPr>
          <p:nvPr>
            <p:ph idx="1"/>
          </p:nvPr>
        </p:nvPicPr>
        <p:blipFill>
          <a:blip r:embed="rId2"/>
          <a:stretch>
            <a:fillRect/>
          </a:stretch>
        </p:blipFill>
        <p:spPr>
          <a:xfrm>
            <a:off x="1848646" y="1192213"/>
            <a:ext cx="5446709" cy="3330575"/>
          </a:xfrm>
          <a:prstGeom prst="rect">
            <a:avLst/>
          </a:prstGeom>
        </p:spPr>
      </p:pic>
    </p:spTree>
    <p:extLst>
      <p:ext uri="{BB962C8B-B14F-4D97-AF65-F5344CB8AC3E}">
        <p14:creationId xmlns:p14="http://schemas.microsoft.com/office/powerpoint/2010/main" val="2117011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B360-B3ED-43E5-A748-F5B5C403C878}"/>
              </a:ext>
            </a:extLst>
          </p:cNvPr>
          <p:cNvSpPr>
            <a:spLocks noGrp="1"/>
          </p:cNvSpPr>
          <p:nvPr>
            <p:ph type="title"/>
          </p:nvPr>
        </p:nvSpPr>
        <p:spPr/>
        <p:txBody>
          <a:bodyPr/>
          <a:lstStyle/>
          <a:p>
            <a:pPr algn="ctr"/>
            <a:r>
              <a:rPr lang="it-IT" dirty="0"/>
              <a:t>Market Demand</a:t>
            </a:r>
            <a:endParaRPr lang="en-US" dirty="0"/>
          </a:p>
        </p:txBody>
      </p:sp>
      <p:sp>
        <p:nvSpPr>
          <p:cNvPr id="3" name="Content Placeholder 2">
            <a:extLst>
              <a:ext uri="{FF2B5EF4-FFF2-40B4-BE49-F238E27FC236}">
                <a16:creationId xmlns:a16="http://schemas.microsoft.com/office/drawing/2014/main" id="{7AB3AA8F-0BE3-46AB-A9D7-309F7F97E4C0}"/>
              </a:ext>
            </a:extLst>
          </p:cNvPr>
          <p:cNvSpPr>
            <a:spLocks noGrp="1"/>
          </p:cNvSpPr>
          <p:nvPr>
            <p:ph idx="1"/>
          </p:nvPr>
        </p:nvSpPr>
        <p:spPr/>
        <p:txBody>
          <a:bodyPr/>
          <a:lstStyle/>
          <a:p>
            <a:r>
              <a:rPr lang="it-IT" sz="2400" dirty="0"/>
              <a:t>The market demand curve</a:t>
            </a:r>
          </a:p>
          <a:p>
            <a:pPr lvl="1"/>
            <a:r>
              <a:rPr lang="it-IT" sz="2400" dirty="0"/>
              <a:t>Describes the relatinship between the price a good is offered at and the corresponding quantity demanded.</a:t>
            </a:r>
          </a:p>
          <a:p>
            <a:pPr lvl="1"/>
            <a:r>
              <a:rPr lang="en-US" altLang="en-US" sz="2400" dirty="0"/>
              <a:t>It is the horizontal summation of all individual demand curves(consumers) in a given market</a:t>
            </a:r>
          </a:p>
          <a:p>
            <a:pPr lvl="1"/>
            <a:r>
              <a:rPr lang="en-US" altLang="en-US" sz="2400" dirty="0">
                <a:cs typeface="Times New Roman" panose="02020603050405020304" pitchFamily="18" charset="0"/>
              </a:rPr>
              <a:t>It a</a:t>
            </a:r>
            <a:r>
              <a:rPr lang="en-US" altLang="en-US" sz="2400" b="0" dirty="0">
                <a:cs typeface="Times New Roman" panose="02020603050405020304" pitchFamily="18" charset="0"/>
              </a:rPr>
              <a:t>ggregates all the quantities demanded for a particular price and does that for all possible prices</a:t>
            </a:r>
            <a:endParaRPr lang="en-US" altLang="en-US" sz="2400" dirty="0"/>
          </a:p>
          <a:p>
            <a:pPr lvl="1"/>
            <a:endParaRPr lang="en-US" dirty="0"/>
          </a:p>
        </p:txBody>
      </p:sp>
    </p:spTree>
    <p:extLst>
      <p:ext uri="{BB962C8B-B14F-4D97-AF65-F5344CB8AC3E}">
        <p14:creationId xmlns:p14="http://schemas.microsoft.com/office/powerpoint/2010/main" val="3870998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E6A750-E0B8-41C0-A1C7-288A84AD5D95}"/>
              </a:ext>
            </a:extLst>
          </p:cNvPr>
          <p:cNvPicPr>
            <a:picLocks noChangeAspect="1"/>
          </p:cNvPicPr>
          <p:nvPr/>
        </p:nvPicPr>
        <p:blipFill>
          <a:blip r:embed="rId2"/>
          <a:stretch>
            <a:fillRect/>
          </a:stretch>
        </p:blipFill>
        <p:spPr>
          <a:xfrm>
            <a:off x="828731" y="735908"/>
            <a:ext cx="7486537" cy="4243184"/>
          </a:xfrm>
          <a:prstGeom prst="rect">
            <a:avLst/>
          </a:prstGeom>
        </p:spPr>
      </p:pic>
    </p:spTree>
    <p:extLst>
      <p:ext uri="{BB962C8B-B14F-4D97-AF65-F5344CB8AC3E}">
        <p14:creationId xmlns:p14="http://schemas.microsoft.com/office/powerpoint/2010/main" val="316752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13DE37-F2C5-40EB-9E94-3226883C95DB}"/>
              </a:ext>
            </a:extLst>
          </p:cNvPr>
          <p:cNvPicPr>
            <a:picLocks noChangeAspect="1"/>
          </p:cNvPicPr>
          <p:nvPr/>
        </p:nvPicPr>
        <p:blipFill>
          <a:blip r:embed="rId2"/>
          <a:stretch>
            <a:fillRect/>
          </a:stretch>
        </p:blipFill>
        <p:spPr>
          <a:xfrm>
            <a:off x="496813" y="366396"/>
            <a:ext cx="8065707" cy="4846740"/>
          </a:xfrm>
          <a:prstGeom prst="rect">
            <a:avLst/>
          </a:prstGeom>
        </p:spPr>
      </p:pic>
    </p:spTree>
    <p:extLst>
      <p:ext uri="{BB962C8B-B14F-4D97-AF65-F5344CB8AC3E}">
        <p14:creationId xmlns:p14="http://schemas.microsoft.com/office/powerpoint/2010/main" val="3144966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2228-75B4-4CBA-B91B-AFD69837867A}"/>
              </a:ext>
            </a:extLst>
          </p:cNvPr>
          <p:cNvSpPr>
            <a:spLocks noGrp="1"/>
          </p:cNvSpPr>
          <p:nvPr>
            <p:ph type="title"/>
          </p:nvPr>
        </p:nvSpPr>
        <p:spPr/>
        <p:txBody>
          <a:bodyPr/>
          <a:lstStyle/>
          <a:p>
            <a:pPr algn="ctr"/>
            <a:r>
              <a:rPr lang="en-US" dirty="0"/>
              <a:t>Determining the Market Demand Curve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54FACC-FED0-4D82-87FB-6B26DCE06EC6}"/>
                  </a:ext>
                </a:extLst>
              </p:cNvPr>
              <p:cNvSpPr>
                <a:spLocks noGrp="1"/>
              </p:cNvSpPr>
              <p:nvPr>
                <p:ph idx="1"/>
              </p:nvPr>
            </p:nvSpPr>
            <p:spPr/>
            <p:txBody>
              <a:bodyPr/>
              <a:lstStyle/>
              <a:p>
                <a:r>
                  <a:rPr lang="en-US" sz="2400" dirty="0"/>
                  <a:t>Suppose that demand by an average consumer in the </a:t>
                </a:r>
                <a:r>
                  <a:rPr lang="en-US" sz="2400" b="1" dirty="0"/>
                  <a:t>domestic</a:t>
                </a:r>
                <a:r>
                  <a:rPr lang="en-US" sz="2400" dirty="0"/>
                  <a:t> market for a football game is given by</a:t>
                </a:r>
              </a:p>
              <a:p>
                <a:pPr marL="0" indent="0">
                  <a:buNone/>
                </a:pPr>
                <a14:m>
                  <m:oMathPara xmlns:m="http://schemas.openxmlformats.org/officeDocument/2006/math">
                    <m:oMathParaPr>
                      <m:jc m:val="centerGroup"/>
                    </m:oMathParaPr>
                    <m:oMath xmlns:m="http://schemas.openxmlformats.org/officeDocument/2006/math">
                      <m:sSubSup>
                        <m:sSubSupPr>
                          <m:ctrlPr>
                            <a:rPr lang="it-IT" sz="2400" b="0" i="1" smtClean="0">
                              <a:latin typeface="Cambria Math" panose="02040503050406030204" pitchFamily="18" charset="0"/>
                            </a:rPr>
                          </m:ctrlPr>
                        </m:sSubSupPr>
                        <m:e>
                          <m:r>
                            <a:rPr lang="it-IT" sz="2400" b="0" i="1" smtClean="0">
                              <a:latin typeface="Cambria Math" panose="02040503050406030204" pitchFamily="18" charset="0"/>
                            </a:rPr>
                            <m:t>𝑄</m:t>
                          </m:r>
                        </m:e>
                        <m:sub>
                          <m:r>
                            <a:rPr lang="it-IT" sz="2400" b="0" i="1" smtClean="0">
                              <a:latin typeface="Cambria Math" panose="02040503050406030204" pitchFamily="18" charset="0"/>
                            </a:rPr>
                            <m:t>𝐷</m:t>
                          </m:r>
                        </m:sub>
                        <m:sup>
                          <m:r>
                            <a:rPr lang="it-IT" sz="2400" b="0" i="1" smtClean="0">
                              <a:latin typeface="Cambria Math" panose="02040503050406030204" pitchFamily="18" charset="0"/>
                            </a:rPr>
                            <m:t>𝐷</m:t>
                          </m:r>
                        </m:sup>
                      </m:sSubSup>
                      <m:r>
                        <a:rPr lang="it-IT" sz="2400" b="0" i="1" smtClean="0">
                          <a:latin typeface="Cambria Math" panose="02040503050406030204" pitchFamily="18" charset="0"/>
                        </a:rPr>
                        <m:t>=</m:t>
                      </m:r>
                      <m:r>
                        <a:rPr lang="it-IT" sz="2400" b="0" i="0" smtClean="0">
                          <a:latin typeface="Cambria Math" panose="02040503050406030204" pitchFamily="18" charset="0"/>
                        </a:rPr>
                        <m:t>28.6 −1.1</m:t>
                      </m:r>
                      <m:r>
                        <m:rPr>
                          <m:sty m:val="p"/>
                        </m:rPr>
                        <a:rPr lang="it-IT" sz="2400" b="0" i="0" smtClean="0">
                          <a:latin typeface="Cambria Math" panose="02040503050406030204" pitchFamily="18" charset="0"/>
                        </a:rPr>
                        <m:t>P</m:t>
                      </m:r>
                    </m:oMath>
                  </m:oMathPara>
                </a14:m>
                <a:endParaRPr lang="en-US" sz="2400" dirty="0"/>
              </a:p>
              <a:p>
                <a:r>
                  <a:rPr lang="en-US" sz="2400" dirty="0"/>
                  <a:t>Suppose there are two consumers, what is market demand?</a:t>
                </a:r>
              </a:p>
              <a:p>
                <a:r>
                  <a:rPr lang="en-US" sz="2400" dirty="0"/>
                  <a:t>Suppose there are 100 consumers, what is market demand?</a:t>
                </a:r>
              </a:p>
              <a:p>
                <a:endParaRPr lang="en-US" dirty="0"/>
              </a:p>
            </p:txBody>
          </p:sp>
        </mc:Choice>
        <mc:Fallback xmlns="">
          <p:sp>
            <p:nvSpPr>
              <p:cNvPr id="3" name="Content Placeholder 2">
                <a:extLst>
                  <a:ext uri="{FF2B5EF4-FFF2-40B4-BE49-F238E27FC236}">
                    <a16:creationId xmlns:a16="http://schemas.microsoft.com/office/drawing/2014/main" id="{A954FACC-FED0-4D82-87FB-6B26DCE06EC6}"/>
                  </a:ext>
                </a:extLst>
              </p:cNvPr>
              <p:cNvSpPr>
                <a:spLocks noGrp="1" noRot="1" noChangeAspect="1" noMove="1" noResize="1" noEditPoints="1" noAdjustHandles="1" noChangeArrowheads="1" noChangeShapeType="1" noTextEdit="1"/>
              </p:cNvSpPr>
              <p:nvPr>
                <p:ph idx="1"/>
              </p:nvPr>
            </p:nvSpPr>
            <p:spPr>
              <a:blipFill>
                <a:blip r:embed="rId2"/>
                <a:stretch>
                  <a:fillRect l="-1005" t="-2564"/>
                </a:stretch>
              </a:blipFill>
            </p:spPr>
            <p:txBody>
              <a:bodyPr/>
              <a:lstStyle/>
              <a:p>
                <a:r>
                  <a:rPr lang="en-US">
                    <a:noFill/>
                  </a:rPr>
                  <a:t> </a:t>
                </a:r>
              </a:p>
            </p:txBody>
          </p:sp>
        </mc:Fallback>
      </mc:AlternateContent>
    </p:spTree>
    <p:extLst>
      <p:ext uri="{BB962C8B-B14F-4D97-AF65-F5344CB8AC3E}">
        <p14:creationId xmlns:p14="http://schemas.microsoft.com/office/powerpoint/2010/main" val="941163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F509A-071D-411C-A0B0-D4208223146E}"/>
              </a:ext>
            </a:extLst>
          </p:cNvPr>
          <p:cNvSpPr>
            <a:spLocks noGrp="1"/>
          </p:cNvSpPr>
          <p:nvPr>
            <p:ph type="title"/>
          </p:nvPr>
        </p:nvSpPr>
        <p:spPr/>
        <p:txBody>
          <a:bodyPr/>
          <a:lstStyle/>
          <a:p>
            <a:pPr algn="ctr"/>
            <a:r>
              <a:rPr lang="en-US" dirty="0"/>
              <a:t>Determining the Market Demand Curve</a:t>
            </a:r>
          </a:p>
        </p:txBody>
      </p:sp>
      <p:pic>
        <p:nvPicPr>
          <p:cNvPr id="4" name="Content Placeholder 3">
            <a:extLst>
              <a:ext uri="{FF2B5EF4-FFF2-40B4-BE49-F238E27FC236}">
                <a16:creationId xmlns:a16="http://schemas.microsoft.com/office/drawing/2014/main" id="{5ED3C2D6-63C5-460B-A836-842FEB2B0177}"/>
              </a:ext>
            </a:extLst>
          </p:cNvPr>
          <p:cNvPicPr>
            <a:picLocks noGrp="1" noChangeAspect="1"/>
          </p:cNvPicPr>
          <p:nvPr>
            <p:ph idx="1"/>
          </p:nvPr>
        </p:nvPicPr>
        <p:blipFill>
          <a:blip r:embed="rId2"/>
          <a:stretch>
            <a:fillRect/>
          </a:stretch>
        </p:blipFill>
        <p:spPr>
          <a:xfrm>
            <a:off x="2022544" y="1532467"/>
            <a:ext cx="5246354" cy="3426883"/>
          </a:xfrm>
          <a:prstGeom prst="rect">
            <a:avLst/>
          </a:prstGeom>
        </p:spPr>
      </p:pic>
    </p:spTree>
    <p:extLst>
      <p:ext uri="{BB962C8B-B14F-4D97-AF65-F5344CB8AC3E}">
        <p14:creationId xmlns:p14="http://schemas.microsoft.com/office/powerpoint/2010/main" val="1062955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43411-1081-421F-B743-6D9D5E11545B}"/>
              </a:ext>
            </a:extLst>
          </p:cNvPr>
          <p:cNvSpPr>
            <a:spLocks noGrp="1"/>
          </p:cNvSpPr>
          <p:nvPr>
            <p:ph type="title"/>
          </p:nvPr>
        </p:nvSpPr>
        <p:spPr/>
        <p:txBody>
          <a:bodyPr/>
          <a:lstStyle/>
          <a:p>
            <a:pPr algn="ctr"/>
            <a:r>
              <a:rPr lang="en-US" dirty="0"/>
              <a:t>Determining the Market Demand Curve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3AA81C-414F-4D7B-9C0E-C805FF24F569}"/>
                  </a:ext>
                </a:extLst>
              </p:cNvPr>
              <p:cNvSpPr>
                <a:spLocks noGrp="1"/>
              </p:cNvSpPr>
              <p:nvPr>
                <p:ph idx="1"/>
              </p:nvPr>
            </p:nvSpPr>
            <p:spPr/>
            <p:txBody>
              <a:bodyPr/>
              <a:lstStyle/>
              <a:p>
                <a:r>
                  <a:rPr lang="en-US" sz="2400" dirty="0"/>
                  <a:t>Suppose demand for a football game in the </a:t>
                </a:r>
                <a:r>
                  <a:rPr lang="en-US" sz="2400" b="1" dirty="0"/>
                  <a:t>foreign</a:t>
                </a:r>
                <a:r>
                  <a:rPr lang="en-US" sz="2400" dirty="0"/>
                  <a:t> market is given by</a:t>
                </a:r>
              </a:p>
              <a:p>
                <a:pPr marL="342900" lvl="1" indent="0">
                  <a:buNone/>
                </a:pPr>
                <a:endParaRPr lang="it-IT" sz="2400" b="0" i="1" dirty="0">
                  <a:latin typeface="Cambria Math" panose="02040503050406030204" pitchFamily="18" charset="0"/>
                </a:endParaRPr>
              </a:p>
              <a:p>
                <a:pPr marL="342900" lvl="1" indent="0">
                  <a:buNone/>
                </a:pPr>
                <a14:m>
                  <m:oMathPara xmlns:m="http://schemas.openxmlformats.org/officeDocument/2006/math">
                    <m:oMathParaPr>
                      <m:jc m:val="centerGroup"/>
                    </m:oMathParaPr>
                    <m:oMath xmlns:m="http://schemas.openxmlformats.org/officeDocument/2006/math">
                      <m:sSubSup>
                        <m:sSubSupPr>
                          <m:ctrlPr>
                            <a:rPr lang="it-IT" sz="2400" b="0" i="1" smtClean="0">
                              <a:latin typeface="Cambria Math" panose="02040503050406030204" pitchFamily="18" charset="0"/>
                            </a:rPr>
                          </m:ctrlPr>
                        </m:sSubSupPr>
                        <m:e>
                          <m:r>
                            <a:rPr lang="it-IT" sz="2400" b="0" i="1" smtClean="0">
                              <a:latin typeface="Cambria Math" panose="02040503050406030204" pitchFamily="18" charset="0"/>
                            </a:rPr>
                            <m:t>𝑄</m:t>
                          </m:r>
                        </m:e>
                        <m:sub>
                          <m:r>
                            <a:rPr lang="it-IT" sz="2400" b="0" i="1" smtClean="0">
                              <a:latin typeface="Cambria Math" panose="02040503050406030204" pitchFamily="18" charset="0"/>
                            </a:rPr>
                            <m:t>𝐷</m:t>
                          </m:r>
                        </m:sub>
                        <m:sup>
                          <m:r>
                            <a:rPr lang="it-IT" sz="2400" b="0" i="1" smtClean="0">
                              <a:latin typeface="Cambria Math" panose="02040503050406030204" pitchFamily="18" charset="0"/>
                            </a:rPr>
                            <m:t>𝐹</m:t>
                          </m:r>
                        </m:sup>
                      </m:sSubSup>
                      <m:r>
                        <a:rPr lang="it-IT" sz="2400" b="0" i="1" smtClean="0">
                          <a:latin typeface="Cambria Math" panose="02040503050406030204" pitchFamily="18" charset="0"/>
                        </a:rPr>
                        <m:t>=2940−140</m:t>
                      </m:r>
                      <m:r>
                        <a:rPr lang="it-IT" sz="2400" b="0" i="1" smtClean="0">
                          <a:latin typeface="Cambria Math" panose="02040503050406030204" pitchFamily="18" charset="0"/>
                        </a:rPr>
                        <m:t>𝑃</m:t>
                      </m:r>
                    </m:oMath>
                  </m:oMathPara>
                </a14:m>
                <a:endParaRPr lang="en-US" sz="2400" dirty="0"/>
              </a:p>
              <a:p>
                <a:pPr marL="342900" lvl="1" indent="0">
                  <a:buNone/>
                </a:pPr>
                <a:endParaRPr lang="en-US" sz="2400" dirty="0"/>
              </a:p>
              <a:p>
                <a:r>
                  <a:rPr lang="en-US" altLang="en-US" sz="2400" b="0" kern="0" dirty="0"/>
                  <a:t>What is the world demand for a football game?</a:t>
                </a:r>
              </a:p>
              <a:p>
                <a:pPr marL="342900" lvl="1"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2A3AA81C-414F-4D7B-9C0E-C805FF24F569}"/>
                  </a:ext>
                </a:extLst>
              </p:cNvPr>
              <p:cNvSpPr>
                <a:spLocks noGrp="1" noRot="1" noChangeAspect="1" noMove="1" noResize="1" noEditPoints="1" noAdjustHandles="1" noChangeArrowheads="1" noChangeShapeType="1" noTextEdit="1"/>
              </p:cNvSpPr>
              <p:nvPr>
                <p:ph idx="1"/>
              </p:nvPr>
            </p:nvSpPr>
            <p:spPr>
              <a:blipFill>
                <a:blip r:embed="rId2"/>
                <a:stretch>
                  <a:fillRect l="-1005" t="-2564"/>
                </a:stretch>
              </a:blipFill>
            </p:spPr>
            <p:txBody>
              <a:bodyPr/>
              <a:lstStyle/>
              <a:p>
                <a:r>
                  <a:rPr lang="en-US">
                    <a:noFill/>
                  </a:rPr>
                  <a:t> </a:t>
                </a:r>
              </a:p>
            </p:txBody>
          </p:sp>
        </mc:Fallback>
      </mc:AlternateContent>
    </p:spTree>
    <p:extLst>
      <p:ext uri="{BB962C8B-B14F-4D97-AF65-F5344CB8AC3E}">
        <p14:creationId xmlns:p14="http://schemas.microsoft.com/office/powerpoint/2010/main" val="2044962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891B8-FCF3-4D10-8095-90B579A3DB40}"/>
              </a:ext>
            </a:extLst>
          </p:cNvPr>
          <p:cNvSpPr>
            <a:spLocks noGrp="1"/>
          </p:cNvSpPr>
          <p:nvPr>
            <p:ph type="title"/>
          </p:nvPr>
        </p:nvSpPr>
        <p:spPr/>
        <p:txBody>
          <a:bodyPr/>
          <a:lstStyle/>
          <a:p>
            <a:pPr algn="ctr"/>
            <a:r>
              <a:rPr lang="en-US" dirty="0"/>
              <a:t>Determining the Market Demand Curve</a:t>
            </a:r>
          </a:p>
        </p:txBody>
      </p:sp>
      <p:pic>
        <p:nvPicPr>
          <p:cNvPr id="5" name="Content Placeholder 4">
            <a:extLst>
              <a:ext uri="{FF2B5EF4-FFF2-40B4-BE49-F238E27FC236}">
                <a16:creationId xmlns:a16="http://schemas.microsoft.com/office/drawing/2014/main" id="{4596526A-0688-4381-B13F-22A6737478DA}"/>
              </a:ext>
            </a:extLst>
          </p:cNvPr>
          <p:cNvPicPr>
            <a:picLocks noGrp="1" noChangeAspect="1"/>
          </p:cNvPicPr>
          <p:nvPr>
            <p:ph idx="1"/>
          </p:nvPr>
        </p:nvPicPr>
        <p:blipFill>
          <a:blip r:embed="rId2"/>
          <a:stretch>
            <a:fillRect/>
          </a:stretch>
        </p:blipFill>
        <p:spPr>
          <a:xfrm>
            <a:off x="1854495" y="1425575"/>
            <a:ext cx="5435010" cy="3330575"/>
          </a:xfrm>
          <a:prstGeom prst="rect">
            <a:avLst/>
          </a:prstGeom>
        </p:spPr>
      </p:pic>
    </p:spTree>
    <p:extLst>
      <p:ext uri="{BB962C8B-B14F-4D97-AF65-F5344CB8AC3E}">
        <p14:creationId xmlns:p14="http://schemas.microsoft.com/office/powerpoint/2010/main" val="3567292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634F8-0591-458A-96D5-622BD02845C3}"/>
              </a:ext>
            </a:extLst>
          </p:cNvPr>
          <p:cNvSpPr>
            <a:spLocks noGrp="1"/>
          </p:cNvSpPr>
          <p:nvPr>
            <p:ph type="title"/>
          </p:nvPr>
        </p:nvSpPr>
        <p:spPr/>
        <p:txBody>
          <a:bodyPr/>
          <a:lstStyle/>
          <a:p>
            <a:pPr algn="ctr"/>
            <a:r>
              <a:rPr lang="it-IT" dirty="0"/>
              <a:t>Market Demand</a:t>
            </a:r>
            <a:endParaRPr lang="en-US" dirty="0"/>
          </a:p>
        </p:txBody>
      </p:sp>
      <p:sp>
        <p:nvSpPr>
          <p:cNvPr id="3" name="Content Placeholder 2">
            <a:extLst>
              <a:ext uri="{FF2B5EF4-FFF2-40B4-BE49-F238E27FC236}">
                <a16:creationId xmlns:a16="http://schemas.microsoft.com/office/drawing/2014/main" id="{D47B4779-A817-46F6-AAA3-146DBB18D8B5}"/>
              </a:ext>
            </a:extLst>
          </p:cNvPr>
          <p:cNvSpPr>
            <a:spLocks noGrp="1"/>
          </p:cNvSpPr>
          <p:nvPr>
            <p:ph idx="1"/>
          </p:nvPr>
        </p:nvSpPr>
        <p:spPr/>
        <p:txBody>
          <a:bodyPr/>
          <a:lstStyle/>
          <a:p>
            <a:r>
              <a:rPr lang="en-US" dirty="0"/>
              <a:t>From this analysis we can deduct two important points:</a:t>
            </a:r>
          </a:p>
          <a:p>
            <a:pPr lvl="1"/>
            <a:r>
              <a:rPr lang="en-US" dirty="0"/>
              <a:t>The market demand curve will shift out as more consumers enter the market</a:t>
            </a:r>
          </a:p>
          <a:p>
            <a:pPr lvl="1"/>
            <a:r>
              <a:rPr lang="en-US" dirty="0"/>
              <a:t>Factors that influence the demands of many consumers will also affect market demand</a:t>
            </a:r>
          </a:p>
          <a:p>
            <a:r>
              <a:rPr lang="en-US" dirty="0"/>
              <a:t>This aggregation means that changes in demands for groups with similar characteristics may have </a:t>
            </a:r>
            <a:r>
              <a:rPr lang="en-US"/>
              <a:t>important consequences </a:t>
            </a:r>
            <a:r>
              <a:rPr lang="en-US" dirty="0"/>
              <a:t>for market demand:</a:t>
            </a:r>
          </a:p>
          <a:p>
            <a:pPr lvl="1"/>
            <a:r>
              <a:rPr lang="en-US" dirty="0"/>
              <a:t>Households with children are more likely to purchase minivans</a:t>
            </a:r>
          </a:p>
          <a:p>
            <a:pPr lvl="1"/>
            <a:r>
              <a:rPr lang="en-US" dirty="0"/>
              <a:t>Rural consumers are more likely to buy pickup trucks</a:t>
            </a:r>
          </a:p>
          <a:p>
            <a:endParaRPr lang="en-US" dirty="0"/>
          </a:p>
        </p:txBody>
      </p:sp>
    </p:spTree>
    <p:extLst>
      <p:ext uri="{BB962C8B-B14F-4D97-AF65-F5344CB8AC3E}">
        <p14:creationId xmlns:p14="http://schemas.microsoft.com/office/powerpoint/2010/main" val="2754829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E6490-BFE6-44CF-9052-10916EE0CD50}"/>
              </a:ext>
            </a:extLst>
          </p:cNvPr>
          <p:cNvSpPr>
            <a:spLocks noGrp="1"/>
          </p:cNvSpPr>
          <p:nvPr>
            <p:ph type="title"/>
          </p:nvPr>
        </p:nvSpPr>
        <p:spPr/>
        <p:txBody>
          <a:bodyPr/>
          <a:lstStyle/>
          <a:p>
            <a:pPr algn="ctr"/>
            <a:r>
              <a:rPr lang="en-US" dirty="0"/>
              <a:t>Price Elasticity of Demand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2A5458-58C3-4D0E-8888-CFC11D93B5A0}"/>
                  </a:ext>
                </a:extLst>
              </p:cNvPr>
              <p:cNvSpPr>
                <a:spLocks noGrp="1"/>
              </p:cNvSpPr>
              <p:nvPr>
                <p:ph idx="1"/>
              </p:nvPr>
            </p:nvSpPr>
            <p:spPr/>
            <p:txBody>
              <a:bodyPr/>
              <a:lstStyle/>
              <a:p>
                <a:r>
                  <a:rPr lang="en-US" dirty="0"/>
                  <a:t>It</a:t>
                </a:r>
                <a:r>
                  <a:rPr lang="it-IT" dirty="0"/>
                  <a:t> </a:t>
                </a:r>
                <a:r>
                  <a:rPr lang="en-US" dirty="0"/>
                  <a:t>m</a:t>
                </a:r>
                <a:r>
                  <a:rPr lang="en-US" altLang="en-US" dirty="0"/>
                  <a:t>easures the percentage change in the quantity demanded resulting from a percent change in price</a:t>
                </a:r>
              </a:p>
              <a:p>
                <a:pPr marL="0" indent="0">
                  <a:buNone/>
                </a:pPr>
                <a14:m>
                  <m:oMathPara xmlns:m="http://schemas.openxmlformats.org/officeDocument/2006/math">
                    <m:oMathParaPr>
                      <m:jc m:val="centerGroup"/>
                    </m:oMathParaPr>
                    <m:oMath xmlns:m="http://schemas.openxmlformats.org/officeDocument/2006/math">
                      <m:sSub>
                        <m:sSubPr>
                          <m:ctrlP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m:rPr>
                              <m:sty m:val="p"/>
                            </m:r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E</m:t>
                          </m:r>
                        </m:e>
                        <m:sub>
                          <m:r>
                            <m:rPr>
                              <m:sty m:val="p"/>
                            </m:r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P</m:t>
                          </m:r>
                        </m:sub>
                      </m:sSub>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 </m:t>
                      </m:r>
                      <m:f>
                        <m:fPr>
                          <m:ctrl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ΔQ</m:t>
                          </m:r>
                        </m:num>
                        <m:den>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sty m:val="p"/>
                            </m:r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ΔP</m:t>
                          </m:r>
                        </m:den>
                      </m:f>
                    </m:oMath>
                  </m:oMathPara>
                </a14:m>
                <a:endParaRPr lang="en-GB" dirty="0"/>
              </a:p>
              <a:p>
                <a:pPr marL="0" indent="0">
                  <a:buNone/>
                </a:pPr>
                <a:r>
                  <a:rPr lang="en-US" altLang="en-US" b="0" dirty="0">
                    <a:cs typeface="Times New Roman" panose="02020603050405020304" pitchFamily="18" charset="0"/>
                  </a:rPr>
                  <a:t>Which is equivalent to:</a:t>
                </a:r>
              </a:p>
              <a:p>
                <a:pPr marL="0" indent="0">
                  <a:buNone/>
                </a:pPr>
                <a:endParaRPr lang="en-US" altLang="en-US" b="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kumimoji="0" lang="en-GB"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𝐸</m:t>
                          </m:r>
                        </m:e>
                        <m:sub>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𝑃</m:t>
                          </m:r>
                        </m:sub>
                      </m:sSub>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f>
                        <m:fPr>
                          <m:ctrl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𝑄</m:t>
                          </m:r>
                        </m:num>
                        <m:den>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𝑃</m:t>
                          </m:r>
                        </m:den>
                      </m:f>
                      <m:f>
                        <m:fPr>
                          <m:ctrlP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𝑃</m:t>
                          </m:r>
                        </m:num>
                        <m:den>
                          <m:r>
                            <a:rPr kumimoji="0" lang="en-GB"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𝑄</m:t>
                          </m:r>
                        </m:den>
                      </m:f>
                    </m:oMath>
                  </m:oMathPara>
                </a14:m>
                <a:endParaRPr lang="en-GB" dirty="0"/>
              </a:p>
            </p:txBody>
          </p:sp>
        </mc:Choice>
        <mc:Fallback xmlns="">
          <p:sp>
            <p:nvSpPr>
              <p:cNvPr id="3" name="Content Placeholder 2">
                <a:extLst>
                  <a:ext uri="{FF2B5EF4-FFF2-40B4-BE49-F238E27FC236}">
                    <a16:creationId xmlns:a16="http://schemas.microsoft.com/office/drawing/2014/main" id="{B22A5458-58C3-4D0E-8888-CFC11D93B5A0}"/>
                  </a:ext>
                </a:extLst>
              </p:cNvPr>
              <p:cNvSpPr>
                <a:spLocks noGrp="1" noRot="1" noChangeAspect="1" noMove="1" noResize="1" noEditPoints="1" noAdjustHandles="1" noChangeArrowheads="1" noChangeShapeType="1" noTextEdit="1"/>
              </p:cNvSpPr>
              <p:nvPr>
                <p:ph idx="1"/>
              </p:nvPr>
            </p:nvSpPr>
            <p:spPr>
              <a:blipFill>
                <a:blip r:embed="rId2"/>
                <a:stretch>
                  <a:fillRect l="-618" t="-1832"/>
                </a:stretch>
              </a:blipFill>
            </p:spPr>
            <p:txBody>
              <a:bodyPr/>
              <a:lstStyle/>
              <a:p>
                <a:r>
                  <a:rPr lang="en-GB">
                    <a:noFill/>
                  </a:rPr>
                  <a:t> </a:t>
                </a:r>
              </a:p>
            </p:txBody>
          </p:sp>
        </mc:Fallback>
      </mc:AlternateContent>
    </p:spTree>
    <p:extLst>
      <p:ext uri="{BB962C8B-B14F-4D97-AF65-F5344CB8AC3E}">
        <p14:creationId xmlns:p14="http://schemas.microsoft.com/office/powerpoint/2010/main" val="1131013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78A9-2D4D-4AF3-BAF2-8F471D291691}"/>
              </a:ext>
            </a:extLst>
          </p:cNvPr>
          <p:cNvSpPr>
            <a:spLocks noGrp="1"/>
          </p:cNvSpPr>
          <p:nvPr>
            <p:ph type="title"/>
          </p:nvPr>
        </p:nvSpPr>
        <p:spPr/>
        <p:txBody>
          <a:bodyPr/>
          <a:lstStyle/>
          <a:p>
            <a:pPr algn="ctr"/>
            <a:r>
              <a:rPr lang="en-US" dirty="0"/>
              <a:t>Inelastic Demand </a:t>
            </a:r>
          </a:p>
        </p:txBody>
      </p:sp>
      <p:sp>
        <p:nvSpPr>
          <p:cNvPr id="3" name="Content Placeholder 2">
            <a:extLst>
              <a:ext uri="{FF2B5EF4-FFF2-40B4-BE49-F238E27FC236}">
                <a16:creationId xmlns:a16="http://schemas.microsoft.com/office/drawing/2014/main" id="{C0F02B67-FD8B-49FF-A9F7-09D9BA84E66A}"/>
              </a:ext>
            </a:extLst>
          </p:cNvPr>
          <p:cNvSpPr>
            <a:spLocks noGrp="1"/>
          </p:cNvSpPr>
          <p:nvPr>
            <p:ph idx="1"/>
          </p:nvPr>
        </p:nvSpPr>
        <p:spPr/>
        <p:txBody>
          <a:bodyPr/>
          <a:lstStyle/>
          <a:p>
            <a:r>
              <a:rPr lang="en-US" altLang="en-US" sz="2400" i="1" dirty="0"/>
              <a:t>E</a:t>
            </a:r>
            <a:r>
              <a:rPr lang="en-US" altLang="en-US" sz="2400" i="1" baseline="-25000" dirty="0"/>
              <a:t>p</a:t>
            </a:r>
            <a:r>
              <a:rPr lang="en-US" altLang="en-US" sz="2400" dirty="0"/>
              <a:t> is less than 1 in absolute value</a:t>
            </a:r>
          </a:p>
          <a:p>
            <a:r>
              <a:rPr lang="en-US" altLang="en-US" sz="2400" dirty="0"/>
              <a:t>Quantity demanded is relatively unresponsive to a change in price</a:t>
            </a:r>
          </a:p>
          <a:p>
            <a:r>
              <a:rPr lang="en-US" altLang="en-US" sz="2400" dirty="0"/>
              <a:t>|%</a:t>
            </a:r>
            <a:r>
              <a:rPr lang="en-US" altLang="en-US" sz="2400" dirty="0">
                <a:sym typeface="Symbol" panose="05050102010706020507" pitchFamily="18" charset="2"/>
              </a:rPr>
              <a:t>Q| &lt; |%P|</a:t>
            </a:r>
          </a:p>
          <a:p>
            <a:r>
              <a:rPr lang="en-US" altLang="en-US" sz="2400" dirty="0">
                <a:sym typeface="Symbol" panose="05050102010706020507" pitchFamily="18" charset="2"/>
              </a:rPr>
              <a:t>Total expenditure (P*Q) increases when price increases</a:t>
            </a:r>
          </a:p>
          <a:p>
            <a:endParaRPr lang="en-GB" dirty="0"/>
          </a:p>
        </p:txBody>
      </p:sp>
    </p:spTree>
    <p:extLst>
      <p:ext uri="{BB962C8B-B14F-4D97-AF65-F5344CB8AC3E}">
        <p14:creationId xmlns:p14="http://schemas.microsoft.com/office/powerpoint/2010/main" val="89637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B0B4A-53E4-4777-9439-06044F94E068}"/>
              </a:ext>
            </a:extLst>
          </p:cNvPr>
          <p:cNvSpPr>
            <a:spLocks noGrp="1"/>
          </p:cNvSpPr>
          <p:nvPr>
            <p:ph type="title"/>
          </p:nvPr>
        </p:nvSpPr>
        <p:spPr/>
        <p:txBody>
          <a:bodyPr/>
          <a:lstStyle/>
          <a:p>
            <a:pPr algn="ctr"/>
            <a:r>
              <a:rPr lang="en-US" altLang="en-US" dirty="0"/>
              <a:t>Unit Elastic Demand</a:t>
            </a:r>
            <a:endParaRPr lang="en-GB" dirty="0"/>
          </a:p>
        </p:txBody>
      </p:sp>
      <p:sp>
        <p:nvSpPr>
          <p:cNvPr id="3" name="Content Placeholder 2">
            <a:extLst>
              <a:ext uri="{FF2B5EF4-FFF2-40B4-BE49-F238E27FC236}">
                <a16:creationId xmlns:a16="http://schemas.microsoft.com/office/drawing/2014/main" id="{98A7AFB0-180E-47E7-97A3-85D1C2566731}"/>
              </a:ext>
            </a:extLst>
          </p:cNvPr>
          <p:cNvSpPr>
            <a:spLocks noGrp="1"/>
          </p:cNvSpPr>
          <p:nvPr>
            <p:ph idx="1"/>
          </p:nvPr>
        </p:nvSpPr>
        <p:spPr/>
        <p:txBody>
          <a:bodyPr/>
          <a:lstStyle/>
          <a:p>
            <a:r>
              <a:rPr lang="en-US" altLang="en-US" sz="2400" dirty="0"/>
              <a:t>E</a:t>
            </a:r>
            <a:r>
              <a:rPr lang="en-US" altLang="en-US" sz="2400" baseline="-25000" dirty="0"/>
              <a:t>p</a:t>
            </a:r>
            <a:r>
              <a:rPr lang="en-US" altLang="en-US" sz="2400" dirty="0"/>
              <a:t> is 1 in absolute value</a:t>
            </a:r>
          </a:p>
          <a:p>
            <a:r>
              <a:rPr lang="en-US" altLang="en-US" sz="2400" dirty="0"/>
              <a:t>Quantity demanded is neither relatively responsive nor unresponsive to a change in price</a:t>
            </a:r>
          </a:p>
          <a:p>
            <a:r>
              <a:rPr lang="en-US" altLang="en-US" sz="2400" dirty="0"/>
              <a:t>|%</a:t>
            </a:r>
            <a:r>
              <a:rPr lang="en-US" altLang="en-US" sz="2400" dirty="0">
                <a:sym typeface="Symbol" panose="05050102010706020507" pitchFamily="18" charset="2"/>
              </a:rPr>
              <a:t>Q| = |%P|</a:t>
            </a:r>
          </a:p>
          <a:p>
            <a:r>
              <a:rPr lang="en-US" altLang="en-US" sz="2400" dirty="0">
                <a:sym typeface="Symbol" panose="05050102010706020507" pitchFamily="18" charset="2"/>
              </a:rPr>
              <a:t>Total expenditure (P*Q) is unaffected by a price change</a:t>
            </a:r>
            <a:endParaRPr lang="en-US" altLang="en-US" sz="2400" dirty="0"/>
          </a:p>
          <a:p>
            <a:endParaRPr lang="en-GB" dirty="0"/>
          </a:p>
        </p:txBody>
      </p:sp>
    </p:spTree>
    <p:extLst>
      <p:ext uri="{BB962C8B-B14F-4D97-AF65-F5344CB8AC3E}">
        <p14:creationId xmlns:p14="http://schemas.microsoft.com/office/powerpoint/2010/main" val="4277551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0A0AB-EECA-498D-9B2D-8C49813163BE}"/>
              </a:ext>
            </a:extLst>
          </p:cNvPr>
          <p:cNvSpPr>
            <a:spLocks noGrp="1"/>
          </p:cNvSpPr>
          <p:nvPr>
            <p:ph type="title"/>
          </p:nvPr>
        </p:nvSpPr>
        <p:spPr/>
        <p:txBody>
          <a:bodyPr/>
          <a:lstStyle/>
          <a:p>
            <a:pPr algn="ctr"/>
            <a:r>
              <a:rPr lang="en-US" dirty="0"/>
              <a:t>Elastic Demand</a:t>
            </a:r>
          </a:p>
        </p:txBody>
      </p:sp>
      <p:sp>
        <p:nvSpPr>
          <p:cNvPr id="3" name="Content Placeholder 2">
            <a:extLst>
              <a:ext uri="{FF2B5EF4-FFF2-40B4-BE49-F238E27FC236}">
                <a16:creationId xmlns:a16="http://schemas.microsoft.com/office/drawing/2014/main" id="{68035FEC-7AF1-42D2-8EFD-2EB1C0E4BA47}"/>
              </a:ext>
            </a:extLst>
          </p:cNvPr>
          <p:cNvSpPr>
            <a:spLocks noGrp="1"/>
          </p:cNvSpPr>
          <p:nvPr>
            <p:ph idx="1"/>
          </p:nvPr>
        </p:nvSpPr>
        <p:spPr/>
        <p:txBody>
          <a:bodyPr/>
          <a:lstStyle/>
          <a:p>
            <a:r>
              <a:rPr lang="en-US" altLang="en-US" sz="2400" dirty="0"/>
              <a:t>E</a:t>
            </a:r>
            <a:r>
              <a:rPr lang="en-US" altLang="en-US" sz="2400" baseline="-25000" dirty="0"/>
              <a:t>p</a:t>
            </a:r>
            <a:r>
              <a:rPr lang="en-US" altLang="en-US" sz="2400" dirty="0"/>
              <a:t> is greater than 1 in absolute value</a:t>
            </a:r>
          </a:p>
          <a:p>
            <a:r>
              <a:rPr lang="en-US" altLang="en-US" sz="2400" dirty="0"/>
              <a:t>Quantity demanded is relatively responsive to a change in price</a:t>
            </a:r>
          </a:p>
          <a:p>
            <a:r>
              <a:rPr lang="en-US" altLang="en-US" sz="2400" dirty="0"/>
              <a:t>|%</a:t>
            </a:r>
            <a:r>
              <a:rPr lang="en-US" altLang="en-US" sz="2400" dirty="0">
                <a:sym typeface="Symbol" panose="05050102010706020507" pitchFamily="18" charset="2"/>
              </a:rPr>
              <a:t>Q| &gt; |%P|</a:t>
            </a:r>
          </a:p>
          <a:p>
            <a:r>
              <a:rPr lang="en-US" altLang="en-US" sz="2400" dirty="0">
                <a:sym typeface="Symbol" panose="05050102010706020507" pitchFamily="18" charset="2"/>
              </a:rPr>
              <a:t>Total expenditure (P*Q) decreases when price increases</a:t>
            </a:r>
          </a:p>
          <a:p>
            <a:pPr marL="0" indent="0">
              <a:buNone/>
            </a:pPr>
            <a:endParaRPr lang="en-GB" dirty="0"/>
          </a:p>
        </p:txBody>
      </p:sp>
    </p:spTree>
    <p:extLst>
      <p:ext uri="{BB962C8B-B14F-4D97-AF65-F5344CB8AC3E}">
        <p14:creationId xmlns:p14="http://schemas.microsoft.com/office/powerpoint/2010/main" val="3607981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9D960-9C0D-43BA-A9B4-8B70C305E73D}"/>
              </a:ext>
            </a:extLst>
          </p:cNvPr>
          <p:cNvSpPr>
            <a:spLocks noGrp="1"/>
          </p:cNvSpPr>
          <p:nvPr>
            <p:ph type="title"/>
          </p:nvPr>
        </p:nvSpPr>
        <p:spPr/>
        <p:txBody>
          <a:bodyPr/>
          <a:lstStyle/>
          <a:p>
            <a:pPr algn="ctr"/>
            <a:r>
              <a:rPr lang="en-US" dirty="0"/>
              <a:t>Isoelastic Demand</a:t>
            </a:r>
          </a:p>
        </p:txBody>
      </p:sp>
      <p:sp>
        <p:nvSpPr>
          <p:cNvPr id="3" name="Content Placeholder 2">
            <a:extLst>
              <a:ext uri="{FF2B5EF4-FFF2-40B4-BE49-F238E27FC236}">
                <a16:creationId xmlns:a16="http://schemas.microsoft.com/office/drawing/2014/main" id="{93FA15A1-FD0B-4B49-B45E-61CDA28C3CB2}"/>
              </a:ext>
            </a:extLst>
          </p:cNvPr>
          <p:cNvSpPr>
            <a:spLocks noGrp="1"/>
          </p:cNvSpPr>
          <p:nvPr>
            <p:ph idx="1"/>
          </p:nvPr>
        </p:nvSpPr>
        <p:spPr/>
        <p:txBody>
          <a:bodyPr/>
          <a:lstStyle/>
          <a:p>
            <a:r>
              <a:rPr lang="en-GB" sz="2400" dirty="0"/>
              <a:t>When price elasticity of demand is constant along the entire demand curve</a:t>
            </a:r>
          </a:p>
          <a:p>
            <a:r>
              <a:rPr lang="en-GB" sz="2400" dirty="0"/>
              <a:t>Demand curve is curved inwards (not linear)</a:t>
            </a:r>
          </a:p>
          <a:p>
            <a:endParaRPr lang="en-GB" dirty="0"/>
          </a:p>
        </p:txBody>
      </p:sp>
    </p:spTree>
    <p:extLst>
      <p:ext uri="{BB962C8B-B14F-4D97-AF65-F5344CB8AC3E}">
        <p14:creationId xmlns:p14="http://schemas.microsoft.com/office/powerpoint/2010/main" val="9972611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C887-94F3-4998-A170-A3C8B965406A}"/>
              </a:ext>
            </a:extLst>
          </p:cNvPr>
          <p:cNvSpPr>
            <a:spLocks noGrp="1"/>
          </p:cNvSpPr>
          <p:nvPr>
            <p:ph type="title"/>
          </p:nvPr>
        </p:nvSpPr>
        <p:spPr/>
        <p:txBody>
          <a:bodyPr/>
          <a:lstStyle/>
          <a:p>
            <a:pPr algn="ctr"/>
            <a:r>
              <a:rPr lang="en-US" dirty="0"/>
              <a:t>Example</a:t>
            </a:r>
          </a:p>
        </p:txBody>
      </p:sp>
      <p:sp>
        <p:nvSpPr>
          <p:cNvPr id="3" name="Content Placeholder 2">
            <a:extLst>
              <a:ext uri="{FF2B5EF4-FFF2-40B4-BE49-F238E27FC236}">
                <a16:creationId xmlns:a16="http://schemas.microsoft.com/office/drawing/2014/main" id="{9F5FA6ED-6B9D-4736-88D2-495C2274B9D5}"/>
              </a:ext>
            </a:extLst>
          </p:cNvPr>
          <p:cNvSpPr>
            <a:spLocks noGrp="1"/>
          </p:cNvSpPr>
          <p:nvPr>
            <p:ph idx="1"/>
          </p:nvPr>
        </p:nvSpPr>
        <p:spPr/>
        <p:txBody>
          <a:bodyPr/>
          <a:lstStyle/>
          <a:p>
            <a:pPr eaLnBrk="1" hangingPunct="1"/>
            <a:r>
              <a:rPr lang="en-US" altLang="en-US" dirty="0"/>
              <a:t>Suppose that demand is given by</a:t>
            </a:r>
          </a:p>
          <a:p>
            <a:pPr marL="0" indent="0" eaLnBrk="1" hangingPunct="1">
              <a:buNone/>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Q</a:t>
            </a:r>
            <a:r>
              <a:rPr kumimoji="0" lang="en-US" altLang="en-US" sz="2400" b="0" i="0" u="none" strike="noStrike" kern="1200" cap="none" spc="0" normalizeH="0" baseline="-2500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a:t>
            </a:r>
            <a:r>
              <a:rPr kumimoji="0" lang="en-US" altLang="en-US" sz="2400" b="0" i="0" u="none" strike="noStrike" kern="1200" cap="none" spc="0" normalizeH="0" baseline="3000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F</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2940 – 140P</a:t>
            </a: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dirty="0"/>
          </a:p>
          <a:p>
            <a:pPr eaLnBrk="1" hangingPunct="1"/>
            <a:r>
              <a:rPr lang="en-US" altLang="en-US" dirty="0"/>
              <a:t>What is elasticity when price is 14?</a:t>
            </a:r>
          </a:p>
          <a:p>
            <a:pPr eaLnBrk="1" hangingPunct="1"/>
            <a:r>
              <a:rPr lang="en-US" altLang="en-US" dirty="0"/>
              <a:t>What is elasticity when price is 7? </a:t>
            </a:r>
          </a:p>
          <a:p>
            <a:endParaRPr lang="en-GB" dirty="0"/>
          </a:p>
        </p:txBody>
      </p:sp>
    </p:spTree>
    <p:extLst>
      <p:ext uri="{BB962C8B-B14F-4D97-AF65-F5344CB8AC3E}">
        <p14:creationId xmlns:p14="http://schemas.microsoft.com/office/powerpoint/2010/main" val="763913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9761F-A0FD-450A-A934-EB16C7450F79}"/>
              </a:ext>
            </a:extLst>
          </p:cNvPr>
          <p:cNvSpPr>
            <a:spLocks noGrp="1"/>
          </p:cNvSpPr>
          <p:nvPr>
            <p:ph type="title"/>
          </p:nvPr>
        </p:nvSpPr>
        <p:spPr/>
        <p:txBody>
          <a:bodyPr/>
          <a:lstStyle/>
          <a:p>
            <a:pPr algn="ctr"/>
            <a:r>
              <a:rPr lang="en-GB" dirty="0"/>
              <a:t>Elasticity in the News</a:t>
            </a:r>
          </a:p>
        </p:txBody>
      </p:sp>
      <p:sp>
        <p:nvSpPr>
          <p:cNvPr id="3" name="Content Placeholder 2">
            <a:extLst>
              <a:ext uri="{FF2B5EF4-FFF2-40B4-BE49-F238E27FC236}">
                <a16:creationId xmlns:a16="http://schemas.microsoft.com/office/drawing/2014/main" id="{3146C452-B461-40CB-9E9E-E5395F71474E}"/>
              </a:ext>
            </a:extLst>
          </p:cNvPr>
          <p:cNvSpPr>
            <a:spLocks noGrp="1"/>
          </p:cNvSpPr>
          <p:nvPr>
            <p:ph idx="1"/>
          </p:nvPr>
        </p:nvSpPr>
        <p:spPr/>
        <p:txBody>
          <a:bodyPr/>
          <a:lstStyle/>
          <a:p>
            <a:pPr>
              <a:spcBef>
                <a:spcPct val="0"/>
              </a:spcBef>
              <a:buSzTx/>
              <a:buFontTx/>
              <a:buNone/>
            </a:pPr>
            <a:r>
              <a:rPr lang="en-US" altLang="en-US" sz="1800" b="0" dirty="0">
                <a:cs typeface="Times New Roman" panose="02020603050405020304" pitchFamily="18" charset="0"/>
              </a:rPr>
              <a:t>“There’s very low price-elasticity-of-demand for coffee,” said Paul Christopher, the St. Louis-based chief international strategist at Wells Fargo Advisors, which manages $1.4 trillion. “Would people who like coffee regularly substitute tea, or soda, if prices rise? The answer is ‘No.’”</a:t>
            </a:r>
          </a:p>
          <a:p>
            <a:pPr>
              <a:spcBef>
                <a:spcPct val="0"/>
              </a:spcBef>
              <a:buSzTx/>
              <a:buFontTx/>
              <a:buNone/>
            </a:pPr>
            <a:r>
              <a:rPr lang="en-US" altLang="en-US" sz="1800" b="0" dirty="0">
                <a:cs typeface="Times New Roman" panose="02020603050405020304" pitchFamily="18" charset="0"/>
              </a:rPr>
              <a:t>- “</a:t>
            </a:r>
            <a:r>
              <a:rPr lang="en-US" altLang="en-US" sz="1400" b="0" dirty="0">
                <a:cs typeface="Times New Roman" panose="02020603050405020304" pitchFamily="18" charset="0"/>
              </a:rPr>
              <a:t>Coffee Cravers Ignoring Bean-Price Surge for Caffeine Fix,” Bloomberg Business, M. Perez &amp; L. Doan, March 13, 2014</a:t>
            </a:r>
          </a:p>
          <a:p>
            <a:endParaRPr lang="en-GB" dirty="0"/>
          </a:p>
        </p:txBody>
      </p:sp>
    </p:spTree>
    <p:extLst>
      <p:ext uri="{BB962C8B-B14F-4D97-AF65-F5344CB8AC3E}">
        <p14:creationId xmlns:p14="http://schemas.microsoft.com/office/powerpoint/2010/main" val="996915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96E46-5E2B-4402-AB98-EE2CF234AAC0}"/>
              </a:ext>
            </a:extLst>
          </p:cNvPr>
          <p:cNvSpPr>
            <a:spLocks noGrp="1"/>
          </p:cNvSpPr>
          <p:nvPr>
            <p:ph type="title"/>
          </p:nvPr>
        </p:nvSpPr>
        <p:spPr/>
        <p:txBody>
          <a:bodyPr/>
          <a:lstStyle/>
          <a:p>
            <a:pPr algn="ctr"/>
            <a:r>
              <a:rPr lang="en-GB" dirty="0"/>
              <a:t>Gasoline vs Grapefruits</a:t>
            </a:r>
          </a:p>
        </p:txBody>
      </p:sp>
      <p:sp>
        <p:nvSpPr>
          <p:cNvPr id="3" name="Content Placeholder 2">
            <a:extLst>
              <a:ext uri="{FF2B5EF4-FFF2-40B4-BE49-F238E27FC236}">
                <a16:creationId xmlns:a16="http://schemas.microsoft.com/office/drawing/2014/main" id="{ACB27703-65BF-47D2-9676-D16470FAC3D6}"/>
              </a:ext>
            </a:extLst>
          </p:cNvPr>
          <p:cNvSpPr>
            <a:spLocks noGrp="1"/>
          </p:cNvSpPr>
          <p:nvPr>
            <p:ph idx="1"/>
          </p:nvPr>
        </p:nvSpPr>
        <p:spPr/>
        <p:txBody>
          <a:bodyPr/>
          <a:lstStyle/>
          <a:p>
            <a:pPr eaLnBrk="1" hangingPunct="1">
              <a:defRPr/>
            </a:pPr>
            <a:r>
              <a:rPr lang="en-US" altLang="en-US" sz="1800" dirty="0"/>
              <a:t>For every 10 percent increase in price during the late 1970s, demand fell 2.1 to 3.4 percent, researchers found. But in the past five years, every 10 percent price increase drove down gasoline purchases by a mere 0.34 to 0.77 percent. </a:t>
            </a:r>
            <a:r>
              <a:rPr lang="en-US" altLang="en-US" sz="1800" i="1" dirty="0">
                <a:solidFill>
                  <a:srgbClr val="92D050"/>
                </a:solidFill>
              </a:rPr>
              <a:t>Gas prices hardly affect demand.</a:t>
            </a:r>
            <a:br>
              <a:rPr lang="en-US" altLang="en-US" sz="1600" b="1" i="1" dirty="0"/>
            </a:br>
            <a:r>
              <a:rPr lang="en-US" altLang="en-US" sz="1800" i="1" dirty="0"/>
              <a:t>- </a:t>
            </a:r>
            <a:r>
              <a:rPr lang="en-US" altLang="en-US" sz="1800" dirty="0"/>
              <a:t>David R. Baker, Staff Writer, December 1, 2006 </a:t>
            </a:r>
          </a:p>
          <a:p>
            <a:pPr eaLnBrk="1" hangingPunct="1">
              <a:defRPr/>
            </a:pPr>
            <a:r>
              <a:rPr lang="en-US" altLang="en-US" sz="1800" dirty="0"/>
              <a:t>… “But last fall, with the grapefruit crop down substantially, consumer demand for grapefruit juice plummeted by as much as 30 percent after prices increased 20 percent and more.</a:t>
            </a:r>
            <a:r>
              <a:rPr lang="en-US" altLang="en-US" dirty="0"/>
              <a:t>” </a:t>
            </a:r>
          </a:p>
          <a:p>
            <a:pPr marL="0" indent="0" eaLnBrk="1" hangingPunct="1">
              <a:buFont typeface="Wingdings" panose="05000000000000000000" pitchFamily="2" charset="2"/>
              <a:buNone/>
              <a:defRPr/>
            </a:pPr>
            <a:r>
              <a:rPr lang="en-US" altLang="en-US" sz="1600" dirty="0"/>
              <a:t>     </a:t>
            </a:r>
            <a:r>
              <a:rPr lang="en-US" altLang="en-US" sz="1800" dirty="0"/>
              <a:t>-Andrew Martin, December 2, 2006</a:t>
            </a:r>
          </a:p>
          <a:p>
            <a:endParaRPr lang="en-GB" dirty="0"/>
          </a:p>
        </p:txBody>
      </p:sp>
    </p:spTree>
    <p:extLst>
      <p:ext uri="{BB962C8B-B14F-4D97-AF65-F5344CB8AC3E}">
        <p14:creationId xmlns:p14="http://schemas.microsoft.com/office/powerpoint/2010/main" val="1656191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DF392-3AAD-479D-8D89-6D091E2686EC}"/>
              </a:ext>
            </a:extLst>
          </p:cNvPr>
          <p:cNvSpPr>
            <a:spLocks noGrp="1"/>
          </p:cNvSpPr>
          <p:nvPr>
            <p:ph type="title"/>
          </p:nvPr>
        </p:nvSpPr>
        <p:spPr/>
        <p:txBody>
          <a:bodyPr/>
          <a:lstStyle/>
          <a:p>
            <a:pPr algn="ctr"/>
            <a:r>
              <a:rPr lang="it-IT" dirty="0"/>
              <a:t>Consumer Surplus</a:t>
            </a:r>
            <a:endParaRPr lang="en-GB" dirty="0"/>
          </a:p>
        </p:txBody>
      </p:sp>
      <p:sp>
        <p:nvSpPr>
          <p:cNvPr id="3" name="Content Placeholder 2">
            <a:extLst>
              <a:ext uri="{FF2B5EF4-FFF2-40B4-BE49-F238E27FC236}">
                <a16:creationId xmlns:a16="http://schemas.microsoft.com/office/drawing/2014/main" id="{EC0490A8-943A-4672-ACC5-52F724778DE4}"/>
              </a:ext>
            </a:extLst>
          </p:cNvPr>
          <p:cNvSpPr>
            <a:spLocks noGrp="1"/>
          </p:cNvSpPr>
          <p:nvPr>
            <p:ph idx="1"/>
          </p:nvPr>
        </p:nvSpPr>
        <p:spPr/>
        <p:txBody>
          <a:bodyPr/>
          <a:lstStyle/>
          <a:p>
            <a:r>
              <a:rPr lang="en-GB" dirty="0"/>
              <a:t>Consumers buy goods because it makes them better off</a:t>
            </a:r>
          </a:p>
          <a:p>
            <a:r>
              <a:rPr lang="en-GB" dirty="0"/>
              <a:t>Consumer surplus measures how much better off they are</a:t>
            </a:r>
          </a:p>
          <a:p>
            <a:r>
              <a:rPr lang="en-GB" dirty="0"/>
              <a:t>The difference between the maximum amount a consumer is willing to pay for a good and the amount actually paid</a:t>
            </a:r>
          </a:p>
          <a:p>
            <a:r>
              <a:rPr lang="en-GB" dirty="0"/>
              <a:t>We can calculate consumer surplus from the demand curve</a:t>
            </a:r>
          </a:p>
          <a:p>
            <a:endParaRPr lang="en-GB" dirty="0"/>
          </a:p>
        </p:txBody>
      </p:sp>
    </p:spTree>
    <p:extLst>
      <p:ext uri="{BB962C8B-B14F-4D97-AF65-F5344CB8AC3E}">
        <p14:creationId xmlns:p14="http://schemas.microsoft.com/office/powerpoint/2010/main" val="546972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820B4-A2A8-4DE2-B98D-2D0ECA50B668}"/>
              </a:ext>
            </a:extLst>
          </p:cNvPr>
          <p:cNvSpPr>
            <a:spLocks noGrp="1"/>
          </p:cNvSpPr>
          <p:nvPr>
            <p:ph type="title"/>
          </p:nvPr>
        </p:nvSpPr>
        <p:spPr/>
        <p:txBody>
          <a:bodyPr/>
          <a:lstStyle/>
          <a:p>
            <a:pPr algn="ctr"/>
            <a:r>
              <a:rPr lang="en-US" dirty="0"/>
              <a:t>Examples</a:t>
            </a:r>
          </a:p>
        </p:txBody>
      </p:sp>
      <p:sp>
        <p:nvSpPr>
          <p:cNvPr id="3" name="Content Placeholder 2">
            <a:extLst>
              <a:ext uri="{FF2B5EF4-FFF2-40B4-BE49-F238E27FC236}">
                <a16:creationId xmlns:a16="http://schemas.microsoft.com/office/drawing/2014/main" id="{9846C2A6-E1D7-4754-9D8C-95013CA0681D}"/>
              </a:ext>
            </a:extLst>
          </p:cNvPr>
          <p:cNvSpPr>
            <a:spLocks noGrp="1"/>
          </p:cNvSpPr>
          <p:nvPr>
            <p:ph idx="1"/>
          </p:nvPr>
        </p:nvSpPr>
        <p:spPr/>
        <p:txBody>
          <a:bodyPr>
            <a:normAutofit/>
          </a:bodyPr>
          <a:lstStyle/>
          <a:p>
            <a:pPr>
              <a:lnSpc>
                <a:spcPct val="100000"/>
              </a:lnSpc>
            </a:pPr>
            <a:r>
              <a:rPr lang="en-US" altLang="en-US" dirty="0"/>
              <a:t>Students want to buy concert tickets</a:t>
            </a:r>
          </a:p>
          <a:p>
            <a:pPr>
              <a:lnSpc>
                <a:spcPct val="100000"/>
              </a:lnSpc>
            </a:pPr>
            <a:r>
              <a:rPr lang="en-US" altLang="en-US" dirty="0"/>
              <a:t>Demand curve tells us willingness to pay for each concert ticket</a:t>
            </a:r>
          </a:p>
          <a:p>
            <a:pPr marL="171450" lvl="1">
              <a:lnSpc>
                <a:spcPct val="100000"/>
              </a:lnSpc>
              <a:spcBef>
                <a:spcPts val="750"/>
              </a:spcBef>
            </a:pPr>
            <a:r>
              <a:rPr lang="en-US" altLang="en-US" sz="1800" dirty="0"/>
              <a:t>1</a:t>
            </a:r>
            <a:r>
              <a:rPr lang="en-US" altLang="en-US" sz="1800" baseline="30000" dirty="0"/>
              <a:t>st</a:t>
            </a:r>
            <a:r>
              <a:rPr lang="en-US" altLang="en-US" sz="1800" dirty="0"/>
              <a:t> ticket worth $20 but price is $14 so student generates $6 worth surplus</a:t>
            </a:r>
          </a:p>
          <a:p>
            <a:pPr marL="171450" lvl="1">
              <a:lnSpc>
                <a:spcPct val="100000"/>
              </a:lnSpc>
              <a:spcBef>
                <a:spcPts val="750"/>
              </a:spcBef>
            </a:pPr>
            <a:r>
              <a:rPr lang="en-US" altLang="en-US" sz="1800" dirty="0"/>
              <a:t>We can measure this for each ticket</a:t>
            </a:r>
          </a:p>
          <a:p>
            <a:pPr marL="171450" lvl="1">
              <a:lnSpc>
                <a:spcPct val="100000"/>
              </a:lnSpc>
              <a:spcBef>
                <a:spcPts val="750"/>
              </a:spcBef>
            </a:pPr>
            <a:r>
              <a:rPr lang="en-US" altLang="en-US" sz="1800" dirty="0"/>
              <a:t>Total surplus is the sum of  all surplus for each ticket purchased</a:t>
            </a:r>
          </a:p>
          <a:p>
            <a:endParaRPr lang="en-GB" dirty="0"/>
          </a:p>
        </p:txBody>
      </p:sp>
    </p:spTree>
    <p:extLst>
      <p:ext uri="{BB962C8B-B14F-4D97-AF65-F5344CB8AC3E}">
        <p14:creationId xmlns:p14="http://schemas.microsoft.com/office/powerpoint/2010/main" val="33710909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0DBE1C-8F4B-4CA9-86A1-839CADDAAE90}"/>
              </a:ext>
            </a:extLst>
          </p:cNvPr>
          <p:cNvPicPr>
            <a:picLocks noGrp="1" noChangeAspect="1"/>
          </p:cNvPicPr>
          <p:nvPr>
            <p:ph idx="4294967295"/>
          </p:nvPr>
        </p:nvPicPr>
        <p:blipFill>
          <a:blip r:embed="rId2"/>
          <a:stretch>
            <a:fillRect/>
          </a:stretch>
        </p:blipFill>
        <p:spPr>
          <a:xfrm>
            <a:off x="1031215" y="724080"/>
            <a:ext cx="7081571" cy="4266840"/>
          </a:xfrm>
          <a:prstGeom prst="rect">
            <a:avLst/>
          </a:prstGeom>
        </p:spPr>
      </p:pic>
    </p:spTree>
    <p:extLst>
      <p:ext uri="{BB962C8B-B14F-4D97-AF65-F5344CB8AC3E}">
        <p14:creationId xmlns:p14="http://schemas.microsoft.com/office/powerpoint/2010/main" val="1088004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E16BF2-FF10-4086-9A59-915E3BEEE43F}"/>
              </a:ext>
            </a:extLst>
          </p:cNvPr>
          <p:cNvPicPr>
            <a:picLocks noChangeAspect="1"/>
          </p:cNvPicPr>
          <p:nvPr/>
        </p:nvPicPr>
        <p:blipFill>
          <a:blip r:embed="rId2"/>
          <a:stretch>
            <a:fillRect/>
          </a:stretch>
        </p:blipFill>
        <p:spPr>
          <a:xfrm>
            <a:off x="727661" y="486966"/>
            <a:ext cx="7688679" cy="4741069"/>
          </a:xfrm>
          <a:prstGeom prst="rect">
            <a:avLst/>
          </a:prstGeom>
        </p:spPr>
      </p:pic>
    </p:spTree>
    <p:extLst>
      <p:ext uri="{BB962C8B-B14F-4D97-AF65-F5344CB8AC3E}">
        <p14:creationId xmlns:p14="http://schemas.microsoft.com/office/powerpoint/2010/main" val="1570096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74EFD-97C8-430C-AEDD-05FFEB5FCF89}"/>
              </a:ext>
            </a:extLst>
          </p:cNvPr>
          <p:cNvSpPr>
            <a:spLocks noGrp="1"/>
          </p:cNvSpPr>
          <p:nvPr>
            <p:ph type="title"/>
          </p:nvPr>
        </p:nvSpPr>
        <p:spPr/>
        <p:txBody>
          <a:bodyPr/>
          <a:lstStyle/>
          <a:p>
            <a:pPr algn="ctr"/>
            <a:r>
              <a:rPr lang="en-GB" dirty="0"/>
              <a:t>Supply?</a:t>
            </a:r>
          </a:p>
        </p:txBody>
      </p:sp>
      <p:sp>
        <p:nvSpPr>
          <p:cNvPr id="3" name="Content Placeholder 2">
            <a:extLst>
              <a:ext uri="{FF2B5EF4-FFF2-40B4-BE49-F238E27FC236}">
                <a16:creationId xmlns:a16="http://schemas.microsoft.com/office/drawing/2014/main" id="{9B8FE0AE-0BBE-4AC2-AF56-4CBBD3BF6F3D}"/>
              </a:ext>
            </a:extLst>
          </p:cNvPr>
          <p:cNvSpPr>
            <a:spLocks noGrp="1"/>
          </p:cNvSpPr>
          <p:nvPr>
            <p:ph idx="1"/>
          </p:nvPr>
        </p:nvSpPr>
        <p:spPr/>
        <p:txBody>
          <a:bodyPr/>
          <a:lstStyle/>
          <a:p>
            <a:pPr>
              <a:lnSpc>
                <a:spcPct val="90000"/>
              </a:lnSpc>
            </a:pPr>
            <a:r>
              <a:rPr lang="en-US" altLang="en-US" sz="2400" dirty="0"/>
              <a:t>Demand curves </a:t>
            </a:r>
            <a:r>
              <a:rPr lang="en-US" altLang="en-US" sz="2400" u="sng" dirty="0"/>
              <a:t>do not</a:t>
            </a:r>
            <a:r>
              <a:rPr lang="en-US" altLang="en-US" sz="2400" dirty="0"/>
              <a:t> shift due to changes supply.</a:t>
            </a:r>
          </a:p>
          <a:p>
            <a:pPr>
              <a:lnSpc>
                <a:spcPct val="90000"/>
              </a:lnSpc>
            </a:pPr>
            <a:r>
              <a:rPr lang="en-US" altLang="en-US" sz="2400" dirty="0"/>
              <a:t>Shifts in supply change the equilibrium price causing a shift </a:t>
            </a:r>
            <a:r>
              <a:rPr lang="en-US" altLang="en-US" sz="2400" u="sng" dirty="0"/>
              <a:t>along</a:t>
            </a:r>
            <a:r>
              <a:rPr lang="en-US" altLang="en-US" sz="2400" dirty="0"/>
              <a:t> the demand curve.</a:t>
            </a:r>
          </a:p>
          <a:p>
            <a:pPr>
              <a:lnSpc>
                <a:spcPct val="90000"/>
              </a:lnSpc>
            </a:pPr>
            <a:r>
              <a:rPr lang="en-US" altLang="en-US" sz="2400" dirty="0"/>
              <a:t>Shifts in supply cause a change in the </a:t>
            </a:r>
            <a:r>
              <a:rPr lang="en-US" altLang="en-US" sz="2400" u="sng" dirty="0"/>
              <a:t>quantity demand</a:t>
            </a:r>
            <a:r>
              <a:rPr lang="en-US" altLang="en-US" sz="2400" dirty="0"/>
              <a:t> not a shift in the demand curve.</a:t>
            </a:r>
          </a:p>
          <a:p>
            <a:endParaRPr lang="en-GB" dirty="0"/>
          </a:p>
        </p:txBody>
      </p:sp>
    </p:spTree>
    <p:extLst>
      <p:ext uri="{BB962C8B-B14F-4D97-AF65-F5344CB8AC3E}">
        <p14:creationId xmlns:p14="http://schemas.microsoft.com/office/powerpoint/2010/main" val="2092980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39946-65BA-403A-A296-4EC383050CD6}"/>
              </a:ext>
            </a:extLst>
          </p:cNvPr>
          <p:cNvSpPr>
            <a:spLocks noGrp="1"/>
          </p:cNvSpPr>
          <p:nvPr>
            <p:ph type="title"/>
          </p:nvPr>
        </p:nvSpPr>
        <p:spPr/>
        <p:txBody>
          <a:bodyPr/>
          <a:lstStyle/>
          <a:p>
            <a:pPr algn="ctr"/>
            <a:r>
              <a:rPr lang="en-GB" dirty="0"/>
              <a:t>Utility Function – The concept of utility</a:t>
            </a:r>
          </a:p>
        </p:txBody>
      </p:sp>
      <p:sp>
        <p:nvSpPr>
          <p:cNvPr id="3" name="Content Placeholder 2">
            <a:extLst>
              <a:ext uri="{FF2B5EF4-FFF2-40B4-BE49-F238E27FC236}">
                <a16:creationId xmlns:a16="http://schemas.microsoft.com/office/drawing/2014/main" id="{F37C74B5-8D52-43AE-BBB5-44451DC949F6}"/>
              </a:ext>
            </a:extLst>
          </p:cNvPr>
          <p:cNvSpPr>
            <a:spLocks noGrp="1"/>
          </p:cNvSpPr>
          <p:nvPr>
            <p:ph idx="1"/>
          </p:nvPr>
        </p:nvSpPr>
        <p:spPr/>
        <p:txBody>
          <a:bodyPr/>
          <a:lstStyle/>
          <a:p>
            <a:r>
              <a:rPr lang="en-GB" sz="2400" dirty="0"/>
              <a:t>Why do people consume?</a:t>
            </a:r>
          </a:p>
          <a:p>
            <a:pPr lvl="1"/>
            <a:r>
              <a:rPr lang="en-GB" sz="2400" dirty="0"/>
              <a:t>To satisfy their needs/wishes/desires. </a:t>
            </a:r>
          </a:p>
          <a:p>
            <a:r>
              <a:rPr lang="en-GB" sz="2400" dirty="0"/>
              <a:t>Utility function indicates the level of joy or preference given by consumers to specific market bundles. </a:t>
            </a:r>
          </a:p>
          <a:p>
            <a:endParaRPr lang="en-GB" dirty="0"/>
          </a:p>
        </p:txBody>
      </p:sp>
    </p:spTree>
    <p:extLst>
      <p:ext uri="{BB962C8B-B14F-4D97-AF65-F5344CB8AC3E}">
        <p14:creationId xmlns:p14="http://schemas.microsoft.com/office/powerpoint/2010/main" val="16965267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82F69-439B-4C89-9907-CC2380FD77FB}"/>
              </a:ext>
            </a:extLst>
          </p:cNvPr>
          <p:cNvSpPr>
            <a:spLocks noGrp="1"/>
          </p:cNvSpPr>
          <p:nvPr>
            <p:ph type="title"/>
          </p:nvPr>
        </p:nvSpPr>
        <p:spPr/>
        <p:txBody>
          <a:bodyPr/>
          <a:lstStyle/>
          <a:p>
            <a:pPr algn="ctr"/>
            <a:r>
              <a:rPr lang="en-GB" dirty="0"/>
              <a:t>Cardinal Utility &amp; Ordinal Utility</a:t>
            </a:r>
          </a:p>
        </p:txBody>
      </p:sp>
      <p:sp>
        <p:nvSpPr>
          <p:cNvPr id="3" name="Content Placeholder 2">
            <a:extLst>
              <a:ext uri="{FF2B5EF4-FFF2-40B4-BE49-F238E27FC236}">
                <a16:creationId xmlns:a16="http://schemas.microsoft.com/office/drawing/2014/main" id="{FBAB7E61-7598-441B-ABD7-D6727CB1A795}"/>
              </a:ext>
            </a:extLst>
          </p:cNvPr>
          <p:cNvSpPr>
            <a:spLocks noGrp="1"/>
          </p:cNvSpPr>
          <p:nvPr>
            <p:ph idx="1"/>
          </p:nvPr>
        </p:nvSpPr>
        <p:spPr/>
        <p:txBody>
          <a:bodyPr/>
          <a:lstStyle/>
          <a:p>
            <a:r>
              <a:rPr lang="en-US" sz="2400" dirty="0"/>
              <a:t>There are two kind of measurement : </a:t>
            </a:r>
            <a:br>
              <a:rPr lang="en-US" sz="2400" dirty="0"/>
            </a:br>
            <a:r>
              <a:rPr lang="en-US" sz="2400" dirty="0"/>
              <a:t>(</a:t>
            </a:r>
            <a:r>
              <a:rPr lang="en-US" sz="2400" dirty="0" err="1"/>
              <a:t>i</a:t>
            </a:r>
            <a:r>
              <a:rPr lang="en-US" sz="2400" dirty="0"/>
              <a:t>) Cardinal</a:t>
            </a:r>
            <a:br>
              <a:rPr lang="en-US" sz="2400" dirty="0"/>
            </a:br>
            <a:r>
              <a:rPr lang="en-US" sz="2400" dirty="0"/>
              <a:t>(ii) Ordinal.</a:t>
            </a:r>
          </a:p>
          <a:p>
            <a:r>
              <a:rPr lang="en-US" sz="2400" dirty="0"/>
              <a:t>Cardinal utility is measurable.</a:t>
            </a:r>
          </a:p>
          <a:p>
            <a:r>
              <a:rPr lang="en-US" sz="2400" dirty="0"/>
              <a:t>Ordinal utility is only an ordinal measure.</a:t>
            </a:r>
          </a:p>
          <a:p>
            <a:endParaRPr lang="en-GB" dirty="0"/>
          </a:p>
        </p:txBody>
      </p:sp>
    </p:spTree>
    <p:extLst>
      <p:ext uri="{BB962C8B-B14F-4D97-AF65-F5344CB8AC3E}">
        <p14:creationId xmlns:p14="http://schemas.microsoft.com/office/powerpoint/2010/main" val="33570331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FC4C4-73BE-4BDC-963C-50A058CDDDB6}"/>
              </a:ext>
            </a:extLst>
          </p:cNvPr>
          <p:cNvSpPr>
            <a:spLocks noGrp="1"/>
          </p:cNvSpPr>
          <p:nvPr>
            <p:ph type="title"/>
          </p:nvPr>
        </p:nvSpPr>
        <p:spPr/>
        <p:txBody>
          <a:bodyPr/>
          <a:lstStyle/>
          <a:p>
            <a:pPr algn="ctr"/>
            <a:r>
              <a:rPr lang="en-US" dirty="0"/>
              <a:t>Cardinal Measures - Examples</a:t>
            </a:r>
          </a:p>
        </p:txBody>
      </p:sp>
      <p:sp>
        <p:nvSpPr>
          <p:cNvPr id="3" name="Content Placeholder 2">
            <a:extLst>
              <a:ext uri="{FF2B5EF4-FFF2-40B4-BE49-F238E27FC236}">
                <a16:creationId xmlns:a16="http://schemas.microsoft.com/office/drawing/2014/main" id="{4A5105D8-4563-4BF3-94D4-0E3DD2D31AE4}"/>
              </a:ext>
            </a:extLst>
          </p:cNvPr>
          <p:cNvSpPr>
            <a:spLocks noGrp="1"/>
          </p:cNvSpPr>
          <p:nvPr>
            <p:ph idx="1"/>
          </p:nvPr>
        </p:nvSpPr>
        <p:spPr/>
        <p:txBody>
          <a:bodyPr/>
          <a:lstStyle/>
          <a:p>
            <a:r>
              <a:rPr lang="en-GB" sz="2400" dirty="0"/>
              <a:t>High</a:t>
            </a:r>
          </a:p>
          <a:p>
            <a:r>
              <a:rPr lang="en-GB" sz="2400" dirty="0"/>
              <a:t>Weight</a:t>
            </a:r>
          </a:p>
          <a:p>
            <a:r>
              <a:rPr lang="en-GB" sz="2400" dirty="0"/>
              <a:t>Age</a:t>
            </a:r>
          </a:p>
          <a:p>
            <a:r>
              <a:rPr lang="en-GB" sz="2400" dirty="0"/>
              <a:t>Distance</a:t>
            </a:r>
          </a:p>
          <a:p>
            <a:r>
              <a:rPr lang="en-GB" sz="2400" dirty="0"/>
              <a:t>Grades</a:t>
            </a:r>
          </a:p>
          <a:p>
            <a:endParaRPr lang="en-GB" dirty="0"/>
          </a:p>
        </p:txBody>
      </p:sp>
    </p:spTree>
    <p:extLst>
      <p:ext uri="{BB962C8B-B14F-4D97-AF65-F5344CB8AC3E}">
        <p14:creationId xmlns:p14="http://schemas.microsoft.com/office/powerpoint/2010/main" val="335315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50DA0-5309-4862-A5F5-9B88381E28E7}"/>
              </a:ext>
            </a:extLst>
          </p:cNvPr>
          <p:cNvSpPr>
            <a:spLocks noGrp="1"/>
          </p:cNvSpPr>
          <p:nvPr>
            <p:ph type="title"/>
          </p:nvPr>
        </p:nvSpPr>
        <p:spPr/>
        <p:txBody>
          <a:bodyPr/>
          <a:lstStyle/>
          <a:p>
            <a:pPr algn="ctr"/>
            <a:r>
              <a:rPr lang="en-US" dirty="0"/>
              <a:t>Ordinal Measures - Examples</a:t>
            </a:r>
          </a:p>
        </p:txBody>
      </p:sp>
      <p:sp>
        <p:nvSpPr>
          <p:cNvPr id="3" name="Content Placeholder 2">
            <a:extLst>
              <a:ext uri="{FF2B5EF4-FFF2-40B4-BE49-F238E27FC236}">
                <a16:creationId xmlns:a16="http://schemas.microsoft.com/office/drawing/2014/main" id="{4151C930-1051-42BD-9107-928DE1860AF4}"/>
              </a:ext>
            </a:extLst>
          </p:cNvPr>
          <p:cNvSpPr>
            <a:spLocks noGrp="1"/>
          </p:cNvSpPr>
          <p:nvPr>
            <p:ph idx="1"/>
          </p:nvPr>
        </p:nvSpPr>
        <p:spPr/>
        <p:txBody>
          <a:bodyPr/>
          <a:lstStyle/>
          <a:p>
            <a:r>
              <a:rPr lang="en-GB" dirty="0"/>
              <a:t>Beauty (you can declare who looks better and therefore you can rank them. However, you cannot measure the size/intensity of beauty). </a:t>
            </a:r>
          </a:p>
          <a:p>
            <a:r>
              <a:rPr lang="en-GB" dirty="0"/>
              <a:t>Knowledge (you can claim who knows more about life, but you cannot measure it).</a:t>
            </a:r>
          </a:p>
          <a:p>
            <a:r>
              <a:rPr lang="en-GB" dirty="0"/>
              <a:t>Tastes (you can prefer pizza to meat but you cannot measure by how much).</a:t>
            </a:r>
          </a:p>
          <a:p>
            <a:pPr marL="0" indent="0" algn="ctr">
              <a:buNone/>
            </a:pPr>
            <a:endParaRPr lang="en-GB" dirty="0"/>
          </a:p>
          <a:p>
            <a:pPr marL="0" indent="0" algn="ctr">
              <a:buNone/>
            </a:pPr>
            <a:r>
              <a:rPr lang="en-GB" dirty="0"/>
              <a:t>Utility is an </a:t>
            </a:r>
            <a:r>
              <a:rPr lang="en-GB" b="1" dirty="0">
                <a:solidFill>
                  <a:srgbClr val="FF0000"/>
                </a:solidFill>
              </a:rPr>
              <a:t>ORDINAL</a:t>
            </a:r>
            <a:r>
              <a:rPr lang="en-GB" dirty="0"/>
              <a:t> measure</a:t>
            </a:r>
          </a:p>
          <a:p>
            <a:pPr marL="0" indent="0">
              <a:buNone/>
            </a:pPr>
            <a:endParaRPr lang="en-GB" dirty="0"/>
          </a:p>
        </p:txBody>
      </p:sp>
    </p:spTree>
    <p:extLst>
      <p:ext uri="{BB962C8B-B14F-4D97-AF65-F5344CB8AC3E}">
        <p14:creationId xmlns:p14="http://schemas.microsoft.com/office/powerpoint/2010/main" val="17273400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CC48-D2E4-42CB-98DE-4AD5AB5D5FE4}"/>
              </a:ext>
            </a:extLst>
          </p:cNvPr>
          <p:cNvSpPr>
            <a:spLocks noGrp="1"/>
          </p:cNvSpPr>
          <p:nvPr>
            <p:ph type="title"/>
          </p:nvPr>
        </p:nvSpPr>
        <p:spPr/>
        <p:txBody>
          <a:bodyPr/>
          <a:lstStyle/>
          <a:p>
            <a:pPr algn="ctr"/>
            <a:r>
              <a:rPr lang="en-GB" dirty="0"/>
              <a:t>Indifference Curves</a:t>
            </a:r>
          </a:p>
        </p:txBody>
      </p:sp>
      <p:pic>
        <p:nvPicPr>
          <p:cNvPr id="4" name="Content Placeholder 3">
            <a:extLst>
              <a:ext uri="{FF2B5EF4-FFF2-40B4-BE49-F238E27FC236}">
                <a16:creationId xmlns:a16="http://schemas.microsoft.com/office/drawing/2014/main" id="{BE949CCF-2FFE-484D-8A0C-5BDF4E4AEB44}"/>
              </a:ext>
            </a:extLst>
          </p:cNvPr>
          <p:cNvPicPr>
            <a:picLocks noGrp="1" noChangeAspect="1"/>
          </p:cNvPicPr>
          <p:nvPr>
            <p:ph idx="1"/>
          </p:nvPr>
        </p:nvPicPr>
        <p:blipFill>
          <a:blip r:embed="rId2"/>
          <a:stretch>
            <a:fillRect/>
          </a:stretch>
        </p:blipFill>
        <p:spPr>
          <a:xfrm>
            <a:off x="857543" y="1425575"/>
            <a:ext cx="7428913" cy="3330575"/>
          </a:xfrm>
          <a:prstGeom prst="rect">
            <a:avLst/>
          </a:prstGeom>
        </p:spPr>
      </p:pic>
    </p:spTree>
    <p:extLst>
      <p:ext uri="{BB962C8B-B14F-4D97-AF65-F5344CB8AC3E}">
        <p14:creationId xmlns:p14="http://schemas.microsoft.com/office/powerpoint/2010/main" val="21238339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460A3-4CD9-4F85-8CC5-B85BD01579AA}"/>
              </a:ext>
            </a:extLst>
          </p:cNvPr>
          <p:cNvSpPr>
            <a:spLocks noGrp="1"/>
          </p:cNvSpPr>
          <p:nvPr>
            <p:ph type="title"/>
          </p:nvPr>
        </p:nvSpPr>
        <p:spPr/>
        <p:txBody>
          <a:bodyPr/>
          <a:lstStyle/>
          <a:p>
            <a:pPr algn="ctr"/>
            <a:r>
              <a:rPr lang="en-US" dirty="0"/>
              <a:t>Indifference Curve - Definition</a:t>
            </a:r>
          </a:p>
        </p:txBody>
      </p:sp>
      <p:sp>
        <p:nvSpPr>
          <p:cNvPr id="3" name="Content Placeholder 2">
            <a:extLst>
              <a:ext uri="{FF2B5EF4-FFF2-40B4-BE49-F238E27FC236}">
                <a16:creationId xmlns:a16="http://schemas.microsoft.com/office/drawing/2014/main" id="{2E348B87-8927-41EC-BCCE-FF640CB41CB9}"/>
              </a:ext>
            </a:extLst>
          </p:cNvPr>
          <p:cNvSpPr>
            <a:spLocks noGrp="1"/>
          </p:cNvSpPr>
          <p:nvPr>
            <p:ph idx="1"/>
          </p:nvPr>
        </p:nvSpPr>
        <p:spPr/>
        <p:txBody>
          <a:bodyPr/>
          <a:lstStyle/>
          <a:p>
            <a:r>
              <a:rPr lang="en-US" sz="1800" dirty="0"/>
              <a:t>An </a:t>
            </a:r>
            <a:r>
              <a:rPr lang="en-US" sz="1800" u="sng" dirty="0">
                <a:solidFill>
                  <a:srgbClr val="FFFF00"/>
                </a:solidFill>
              </a:rPr>
              <a:t>indifference curve</a:t>
            </a:r>
            <a:r>
              <a:rPr lang="en-US" sz="1800" dirty="0">
                <a:solidFill>
                  <a:srgbClr val="FFFF00"/>
                </a:solidFill>
              </a:rPr>
              <a:t> </a:t>
            </a:r>
            <a:r>
              <a:rPr lang="en-US" sz="1800" dirty="0"/>
              <a:t>shows a set of consumption bundles among which the individual is indifferent.</a:t>
            </a:r>
          </a:p>
          <a:p>
            <a:pPr marL="0" indent="0">
              <a:buNone/>
            </a:pPr>
            <a:endParaRPr lang="en-GB" dirty="0"/>
          </a:p>
        </p:txBody>
      </p:sp>
    </p:spTree>
    <p:extLst>
      <p:ext uri="{BB962C8B-B14F-4D97-AF65-F5344CB8AC3E}">
        <p14:creationId xmlns:p14="http://schemas.microsoft.com/office/powerpoint/2010/main" val="41623340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2E352-8DE9-4BB7-84A7-2E4CF352D2F6}"/>
              </a:ext>
            </a:extLst>
          </p:cNvPr>
          <p:cNvSpPr>
            <a:spLocks noGrp="1"/>
          </p:cNvSpPr>
          <p:nvPr>
            <p:ph type="title"/>
          </p:nvPr>
        </p:nvSpPr>
        <p:spPr/>
        <p:txBody>
          <a:bodyPr/>
          <a:lstStyle/>
          <a:p>
            <a:pPr algn="ctr"/>
            <a:r>
              <a:rPr lang="en-GB" dirty="0"/>
              <a:t>Summary</a:t>
            </a:r>
          </a:p>
        </p:txBody>
      </p:sp>
      <p:sp>
        <p:nvSpPr>
          <p:cNvPr id="3" name="Content Placeholder 2">
            <a:extLst>
              <a:ext uri="{FF2B5EF4-FFF2-40B4-BE49-F238E27FC236}">
                <a16:creationId xmlns:a16="http://schemas.microsoft.com/office/drawing/2014/main" id="{4C2EBF2C-5F75-491C-960D-019ABF55093C}"/>
              </a:ext>
            </a:extLst>
          </p:cNvPr>
          <p:cNvSpPr>
            <a:spLocks noGrp="1"/>
          </p:cNvSpPr>
          <p:nvPr>
            <p:ph idx="1"/>
          </p:nvPr>
        </p:nvSpPr>
        <p:spPr/>
        <p:txBody>
          <a:bodyPr/>
          <a:lstStyle/>
          <a:p>
            <a:r>
              <a:rPr lang="en-US" altLang="en-US" dirty="0"/>
              <a:t>Market demand</a:t>
            </a:r>
          </a:p>
          <a:p>
            <a:pPr lvl="1"/>
            <a:r>
              <a:rPr lang="en-US" altLang="en-US" dirty="0"/>
              <a:t>Horizontal sum of individual demand</a:t>
            </a:r>
          </a:p>
          <a:p>
            <a:r>
              <a:rPr lang="en-US" altLang="en-US" dirty="0"/>
              <a:t>Elasticity of Demand</a:t>
            </a:r>
          </a:p>
          <a:p>
            <a:pPr lvl="1"/>
            <a:r>
              <a:rPr lang="en-US" altLang="en-US" dirty="0"/>
              <a:t>Measures the relationship between price and quantity demanded of a good</a:t>
            </a:r>
          </a:p>
          <a:p>
            <a:r>
              <a:rPr lang="en-US" altLang="en-US" dirty="0"/>
              <a:t>Consumer Surplus</a:t>
            </a:r>
          </a:p>
          <a:p>
            <a:pPr lvl="1"/>
            <a:r>
              <a:rPr lang="en-US" altLang="en-US"/>
              <a:t>Measures the aggregate benefits to consumers from buying goods</a:t>
            </a:r>
          </a:p>
          <a:p>
            <a:pPr marL="0" indent="0">
              <a:buNone/>
            </a:pPr>
            <a:endParaRPr lang="en-GB"/>
          </a:p>
        </p:txBody>
      </p:sp>
    </p:spTree>
    <p:extLst>
      <p:ext uri="{BB962C8B-B14F-4D97-AF65-F5344CB8AC3E}">
        <p14:creationId xmlns:p14="http://schemas.microsoft.com/office/powerpoint/2010/main" val="1810744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E1286-BABF-4A15-A594-A17AA86AA17E}"/>
              </a:ext>
            </a:extLst>
          </p:cNvPr>
          <p:cNvSpPr>
            <a:spLocks noGrp="1"/>
          </p:cNvSpPr>
          <p:nvPr>
            <p:ph type="title"/>
          </p:nvPr>
        </p:nvSpPr>
        <p:spPr/>
        <p:txBody>
          <a:bodyPr/>
          <a:lstStyle/>
          <a:p>
            <a:pPr algn="ctr"/>
            <a:r>
              <a:rPr lang="it-IT" dirty="0"/>
              <a:t>Useful links</a:t>
            </a:r>
            <a:endParaRPr lang="en-US" dirty="0"/>
          </a:p>
        </p:txBody>
      </p:sp>
      <p:sp>
        <p:nvSpPr>
          <p:cNvPr id="3" name="Content Placeholder 2">
            <a:extLst>
              <a:ext uri="{FF2B5EF4-FFF2-40B4-BE49-F238E27FC236}">
                <a16:creationId xmlns:a16="http://schemas.microsoft.com/office/drawing/2014/main" id="{231D52F6-E1D7-4D54-A491-B891CD004E0E}"/>
              </a:ext>
            </a:extLst>
          </p:cNvPr>
          <p:cNvSpPr>
            <a:spLocks noGrp="1"/>
          </p:cNvSpPr>
          <p:nvPr>
            <p:ph idx="1"/>
          </p:nvPr>
        </p:nvSpPr>
        <p:spPr/>
        <p:txBody>
          <a:bodyPr/>
          <a:lstStyle/>
          <a:p>
            <a:r>
              <a:rPr lang="it-IT" dirty="0"/>
              <a:t>Relationship Elasticity and Total Expenditure (TE): </a:t>
            </a:r>
            <a:r>
              <a:rPr lang="it-IT" dirty="0">
                <a:solidFill>
                  <a:srgbClr val="FFFF00"/>
                </a:solidFill>
                <a:hlinkClick r:id="rId2">
                  <a:extLst>
                    <a:ext uri="{A12FA001-AC4F-418D-AE19-62706E023703}">
                      <ahyp:hlinkClr xmlns:ahyp="http://schemas.microsoft.com/office/drawing/2018/hyperlinkcolor" val="tx"/>
                    </a:ext>
                  </a:extLst>
                </a:hlinkClick>
              </a:rPr>
              <a:t>https://www.economicsdiscussion.net/relationship/relationship-between-price-elasticity-of-demand-and-total-expenditure-microeconomics/31057</a:t>
            </a:r>
            <a:r>
              <a:rPr lang="it-IT" dirty="0">
                <a:solidFill>
                  <a:srgbClr val="FFFF00"/>
                </a:solidFill>
              </a:rPr>
              <a:t> </a:t>
            </a:r>
            <a:endParaRPr lang="en-US" dirty="0">
              <a:solidFill>
                <a:srgbClr val="FFFF00"/>
              </a:solidFill>
            </a:endParaRPr>
          </a:p>
        </p:txBody>
      </p:sp>
    </p:spTree>
    <p:extLst>
      <p:ext uri="{BB962C8B-B14F-4D97-AF65-F5344CB8AC3E}">
        <p14:creationId xmlns:p14="http://schemas.microsoft.com/office/powerpoint/2010/main" val="2464186640"/>
      </p:ext>
    </p:extLst>
  </p:cSld>
  <p:clrMapOvr>
    <a:masterClrMapping/>
  </p:clrMapOvr>
</p:sld>
</file>

<file path=ppt/theme/theme1.xml><?xml version="1.0" encoding="utf-8"?>
<a:theme xmlns:a="http://schemas.openxmlformats.org/drawingml/2006/main" name="1_Mørk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8848261F-96B4-4A1E-AFBA-10763A3AA5ED}"/>
    </a:ext>
  </a:extLst>
</a:theme>
</file>

<file path=ppt/theme/theme2.xml><?xml version="1.0" encoding="utf-8"?>
<a:theme xmlns:a="http://schemas.openxmlformats.org/drawingml/2006/main" name="2_Lys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CCABFE4B-7D70-46E5-9E7F-52BCF378F20D}"/>
    </a:ext>
  </a:extLst>
</a:theme>
</file>

<file path=ppt/theme/theme3.xml><?xml version="1.0" encoding="utf-8"?>
<a:theme xmlns:a="http://schemas.openxmlformats.org/drawingml/2006/main" name="3_Hvit-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gendefinert 2">
      <a:majorFont>
        <a:latin typeface="Calibri"/>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3C5EFE4C-45C1-4EF4-AC98-B948AE8648C2}"/>
    </a:ext>
  </a:extLst>
</a:theme>
</file>

<file path=ppt/theme/theme4.xml><?xml version="1.0" encoding="utf-8"?>
<a:theme xmlns:a="http://schemas.openxmlformats.org/drawingml/2006/main" name="4_Si ifra!">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15A5869B-4A0C-4888-B30C-D7769D56BDCD}"/>
    </a:ext>
  </a:extLst>
</a:theme>
</file>

<file path=ppt/theme/theme5.xml><?xml version="1.0" encoding="utf-8"?>
<a:theme xmlns:a="http://schemas.openxmlformats.org/drawingml/2006/main" name="4_Blanko">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56C785A7-A997-4AA5-9FD3-E663D0D495D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86B82B2E673BB48BBFD907EF88B1F72" ma:contentTypeVersion="0" ma:contentTypeDescription="Opprett et nytt dokument." ma:contentTypeScope="" ma:versionID="0653049da3c7d6103ba0b9e54f21c3f6">
  <xsd:schema xmlns:xsd="http://www.w3.org/2001/XMLSchema" xmlns:xs="http://www.w3.org/2001/XMLSchema" xmlns:p="http://schemas.microsoft.com/office/2006/metadata/properties" targetNamespace="http://schemas.microsoft.com/office/2006/metadata/properties" ma:root="true" ma:fieldsID="3e2500873ed525c1cf306a41cba81ed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299F0B8-F1FA-4547-8345-D1C345C8AD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27479CE2-CFF2-495B-B6E0-2F66375CDBBB}">
  <ds:schemaRefs>
    <ds:schemaRef ds:uri="http://schemas.microsoft.com/sharepoint/v3/contenttype/forms"/>
  </ds:schemaRefs>
</ds:datastoreItem>
</file>

<file path=customXml/itemProps3.xml><?xml version="1.0" encoding="utf-8"?>
<ds:datastoreItem xmlns:ds="http://schemas.openxmlformats.org/officeDocument/2006/customXml" ds:itemID="{3CAC7484-FE6E-40E6-83CA-83D55D847BA8}">
  <ds:schemaRef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dcmitype/"/>
    <ds:schemaRef ds:uri="http://purl.org/dc/term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HiMolde presentation template</Template>
  <TotalTime>1820</TotalTime>
  <Words>1570</Words>
  <Application>Microsoft Office PowerPoint</Application>
  <PresentationFormat>On-screen Show (16:10)</PresentationFormat>
  <Paragraphs>174</Paragraphs>
  <Slides>47</Slides>
  <Notes>0</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47</vt:i4>
      </vt:variant>
    </vt:vector>
  </HeadingPairs>
  <TitlesOfParts>
    <vt:vector size="59" baseType="lpstr">
      <vt:lpstr>Arial</vt:lpstr>
      <vt:lpstr>Calibri</vt:lpstr>
      <vt:lpstr>Calibri Light</vt:lpstr>
      <vt:lpstr>Cambria Math</vt:lpstr>
      <vt:lpstr>Times New Roman</vt:lpstr>
      <vt:lpstr>TT Commons</vt:lpstr>
      <vt:lpstr>Wingdings</vt:lpstr>
      <vt:lpstr>1_Mørkblå-bakgrunn</vt:lpstr>
      <vt:lpstr>2_Lysblå-bakgrunn</vt:lpstr>
      <vt:lpstr>3_Hvit-bakgrunn</vt:lpstr>
      <vt:lpstr>4_Si ifra!</vt:lpstr>
      <vt:lpstr>4_Blanko</vt:lpstr>
      <vt:lpstr>Lecture #3 Demand Curve</vt:lpstr>
      <vt:lpstr>Demand</vt:lpstr>
      <vt:lpstr>Which factors affect demand? </vt:lpstr>
      <vt:lpstr>Demand’s Factors</vt:lpstr>
      <vt:lpstr>From Demand Table to Demand Curve</vt:lpstr>
      <vt:lpstr>Price</vt:lpstr>
      <vt:lpstr>Price</vt:lpstr>
      <vt:lpstr>Number of buyers</vt:lpstr>
      <vt:lpstr>Price of other goods</vt:lpstr>
      <vt:lpstr># Example - Substitutes</vt:lpstr>
      <vt:lpstr># Example - Complementary</vt:lpstr>
      <vt:lpstr>Quality</vt:lpstr>
      <vt:lpstr>Tastes</vt:lpstr>
      <vt:lpstr>Future Prices</vt:lpstr>
      <vt:lpstr>Income</vt:lpstr>
      <vt:lpstr>Examples</vt:lpstr>
      <vt:lpstr>Example – Normal Good</vt:lpstr>
      <vt:lpstr>Example – Inferior Good</vt:lpstr>
      <vt:lpstr>Market Demand</vt:lpstr>
      <vt:lpstr>PowerPoint Presentation</vt:lpstr>
      <vt:lpstr>PowerPoint Presentation</vt:lpstr>
      <vt:lpstr>Determining the Market Demand Curve</vt:lpstr>
      <vt:lpstr>Determining the Market Demand Curve</vt:lpstr>
      <vt:lpstr>Determining the Market Demand Curve</vt:lpstr>
      <vt:lpstr>Determining the Market Demand Curve</vt:lpstr>
      <vt:lpstr>Market Demand</vt:lpstr>
      <vt:lpstr>Price Elasticity of Demand</vt:lpstr>
      <vt:lpstr>Inelastic Demand </vt:lpstr>
      <vt:lpstr>Unit Elastic Demand</vt:lpstr>
      <vt:lpstr>Elastic Demand</vt:lpstr>
      <vt:lpstr>Isoelastic Demand</vt:lpstr>
      <vt:lpstr>Example</vt:lpstr>
      <vt:lpstr>Elasticity in the News</vt:lpstr>
      <vt:lpstr>Gasoline vs Grapefruits</vt:lpstr>
      <vt:lpstr>Consumer Surplus</vt:lpstr>
      <vt:lpstr>Examples</vt:lpstr>
      <vt:lpstr>PowerPoint Presentation</vt:lpstr>
      <vt:lpstr>PowerPoint Presentation</vt:lpstr>
      <vt:lpstr>Supply?</vt:lpstr>
      <vt:lpstr>Utility Function – The concept of utility</vt:lpstr>
      <vt:lpstr>Cardinal Utility &amp; Ordinal Utility</vt:lpstr>
      <vt:lpstr>Cardinal Measures - Examples</vt:lpstr>
      <vt:lpstr>Ordinal Measures - Examples</vt:lpstr>
      <vt:lpstr>Indifference Curves</vt:lpstr>
      <vt:lpstr>Indifference Curve - Definition</vt:lpstr>
      <vt:lpstr>Summary</vt:lpstr>
      <vt:lpstr>Useful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 for Sport Management   </dc:title>
  <dc:creator>Alessandro Di Mattia</dc:creator>
  <cp:lastModifiedBy>Di Mattia Alessandro Edoardo Giorgio David</cp:lastModifiedBy>
  <cp:revision>12</cp:revision>
  <dcterms:created xsi:type="dcterms:W3CDTF">2021-07-15T16:00:15Z</dcterms:created>
  <dcterms:modified xsi:type="dcterms:W3CDTF">2021-09-13T07:45:47Z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0x010100086B82B2E673BB48BBFD907EF88B1F72</vt:lpwstr>
  </property>
</Properties>
</file>