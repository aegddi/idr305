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17"/>
  </p:notesMasterIdLst>
  <p:handoutMasterIdLst>
    <p:handoutMasterId r:id="rId18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3A680-70A0-4B3B-95E5-5D6AACE401AF}" v="900" dt="2021-09-20T07:28:31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94"/>
  </p:normalViewPr>
  <p:slideViewPr>
    <p:cSldViewPr snapToGrid="0" snapToObjects="1">
      <p:cViewPr varScale="1">
        <p:scale>
          <a:sx n="87" d="100"/>
          <a:sy n="87" d="100"/>
        </p:scale>
        <p:origin x="250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23.09.2021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23.09.2021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tif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#6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Supply and Demand</a:t>
            </a:r>
            <a:endParaRPr lang="en-GB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F404-7E77-4BDA-BFA0-6FA57358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FFD2F-72EF-4775-860F-416DC97F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Relationship between demand (consumers) and supply (producers)</a:t>
            </a:r>
          </a:p>
          <a:p>
            <a:r>
              <a:rPr lang="it-IT" sz="2400" dirty="0"/>
              <a:t>Funtion of price and quantity sold on the market</a:t>
            </a:r>
          </a:p>
          <a:p>
            <a:r>
              <a:rPr lang="it-IT" sz="2400" dirty="0"/>
              <a:t>Simple policies used to control price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51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90B0-2CC7-4E21-A29E-A784E80A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Equilibrium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90E06-A553-491B-B630-9AEAE59F7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Equilibrium – where the supply curve (S) and demand curve (D) cross</a:t>
            </a:r>
          </a:p>
          <a:p>
            <a:r>
              <a:rPr lang="it-IT" sz="2400" dirty="0"/>
              <a:t>Equilibrium price – there exists only price where the expections of consumes meet the ones of producers</a:t>
            </a:r>
          </a:p>
          <a:p>
            <a:r>
              <a:rPr lang="it-IT" sz="2400" dirty="0"/>
              <a:t>Equilibrium quantity - where the amount of the product consumers want to buy (quantity demanded) is equal to the amount producers want to sell (quantity supplied)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093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602BBB1-BF5B-47FF-840D-E2BAB29E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68" y="407779"/>
            <a:ext cx="7055865" cy="489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3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D5E7E9-B31A-447E-9DF7-0BE0C0B7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21" y="521172"/>
            <a:ext cx="7443774" cy="467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3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C7341-7C74-4424-8CDD-93BF1B7A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Excess Supply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FA09AE-47B3-4429-A873-54D77CC9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2400" dirty="0"/>
              <a:t>A situation where the </a:t>
            </a:r>
            <a:r>
              <a:rPr lang="it-IT" sz="2400" u="sng" dirty="0"/>
              <a:t>price</a:t>
            </a:r>
            <a:r>
              <a:rPr lang="it-IT" sz="2400" dirty="0"/>
              <a:t> is </a:t>
            </a:r>
            <a:r>
              <a:rPr lang="it-IT" sz="2400" u="sng" dirty="0"/>
              <a:t>above</a:t>
            </a:r>
            <a:r>
              <a:rPr lang="it-IT" sz="2400" dirty="0"/>
              <a:t> the </a:t>
            </a:r>
            <a:r>
              <a:rPr lang="it-IT" sz="2400" u="sng" dirty="0"/>
              <a:t>equilibrium price. </a:t>
            </a:r>
          </a:p>
          <a:p>
            <a:r>
              <a:rPr lang="it-IT" sz="2400" dirty="0"/>
              <a:t>The </a:t>
            </a:r>
            <a:r>
              <a:rPr lang="it-IT" sz="2400" u="sng" dirty="0"/>
              <a:t>quantity</a:t>
            </a:r>
            <a:r>
              <a:rPr lang="it-IT" sz="2400" dirty="0"/>
              <a:t> producers are willing to sell is </a:t>
            </a:r>
            <a:r>
              <a:rPr lang="it-IT" sz="2400" u="sng" dirty="0"/>
              <a:t>higher</a:t>
            </a:r>
            <a:r>
              <a:rPr lang="it-IT" sz="2400" dirty="0"/>
              <a:t> than the quantity demanded by consumers</a:t>
            </a:r>
          </a:p>
          <a:p>
            <a:r>
              <a:rPr lang="it-IT" sz="2400" dirty="0"/>
              <a:t>Can it be a permanent situation? No, we will always go back to equilibrium</a:t>
            </a:r>
          </a:p>
          <a:p>
            <a:pPr lvl="1"/>
            <a:r>
              <a:rPr lang="it-IT" sz="2400" dirty="0"/>
              <a:t>Producers will decrese their prices </a:t>
            </a:r>
          </a:p>
          <a:p>
            <a:pPr lvl="1"/>
            <a:r>
              <a:rPr lang="it-IT" sz="2400" dirty="0"/>
              <a:t>This will lead to an increase in the quantity demanded and a decrease in the quantity supplied</a:t>
            </a:r>
          </a:p>
          <a:p>
            <a:pPr lvl="1"/>
            <a:r>
              <a:rPr lang="it-IT" sz="2400" dirty="0"/>
              <a:t>At some point, a new equilibrium will be reached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196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C7341-7C74-4424-8CDD-93BF1B7A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Excess Demand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FA09AE-47B3-4429-A873-54D77CC9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A situation where the price is </a:t>
            </a:r>
            <a:r>
              <a:rPr lang="it-IT" sz="2400" u="sng" dirty="0"/>
              <a:t>below</a:t>
            </a:r>
            <a:r>
              <a:rPr lang="it-IT" sz="2400" dirty="0"/>
              <a:t> the </a:t>
            </a:r>
            <a:r>
              <a:rPr lang="it-IT" sz="2400" u="sng" dirty="0"/>
              <a:t>equilibrium price</a:t>
            </a:r>
            <a:r>
              <a:rPr lang="it-IT" sz="2400" dirty="0"/>
              <a:t>. </a:t>
            </a:r>
          </a:p>
          <a:p>
            <a:r>
              <a:rPr lang="it-IT" sz="2400" dirty="0"/>
              <a:t>The </a:t>
            </a:r>
            <a:r>
              <a:rPr lang="it-IT" sz="2400" u="sng" dirty="0"/>
              <a:t>quantity</a:t>
            </a:r>
            <a:r>
              <a:rPr lang="it-IT" sz="2400" dirty="0"/>
              <a:t> producers are willing to sell is </a:t>
            </a:r>
            <a:r>
              <a:rPr lang="it-IT" sz="2400" u="sng" dirty="0"/>
              <a:t>lower</a:t>
            </a:r>
            <a:r>
              <a:rPr lang="it-IT" sz="2400" dirty="0"/>
              <a:t> than the quantity demanded by consumers</a:t>
            </a:r>
          </a:p>
          <a:p>
            <a:r>
              <a:rPr lang="it-IT" sz="2400" dirty="0"/>
              <a:t>Can it be a permanent situation? Once again no!</a:t>
            </a:r>
          </a:p>
          <a:p>
            <a:pPr lvl="1"/>
            <a:r>
              <a:rPr lang="it-IT" sz="2400" dirty="0"/>
              <a:t>Producers will increase their prices </a:t>
            </a:r>
          </a:p>
          <a:p>
            <a:pPr lvl="1"/>
            <a:r>
              <a:rPr lang="it-IT" sz="2400" dirty="0"/>
              <a:t>This will lead to a decrease in the quantity demanded and an increase in the quantity supplied</a:t>
            </a:r>
          </a:p>
          <a:p>
            <a:pPr lvl="1"/>
            <a:r>
              <a:rPr lang="it-IT" sz="2400" dirty="0"/>
              <a:t>At some point, a new equilibrium will be reached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131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A79B-3B4A-4260-8AE7-D0D2E9B0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Law of supply and demand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246F-6C14-4BF7-A003-671C5D045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What we have just seen: a theory that explains the interaction between the sellers and the buyers of a good or service</a:t>
            </a:r>
          </a:p>
          <a:p>
            <a:r>
              <a:rPr lang="it-IT" sz="2400" dirty="0"/>
              <a:t>Price varies in order to get the equilibrium quantity</a:t>
            </a:r>
          </a:p>
          <a:p>
            <a:r>
              <a:rPr lang="en-US" sz="2400" dirty="0"/>
              <a:t>Once the market reaches its equilibrium, all buyers and sellers are satisfied, and there is any upward or downward shift along the demand and supply curves.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9909809"/>
      </p:ext>
    </p:extLst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3410</TotalTime>
  <Words>314</Words>
  <Application>Microsoft Office PowerPoint</Application>
  <PresentationFormat>On-screen Show (16:10)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#6 Supply and Demand</vt:lpstr>
      <vt:lpstr>Topics</vt:lpstr>
      <vt:lpstr>Equilibrium</vt:lpstr>
      <vt:lpstr>PowerPoint Presentation</vt:lpstr>
      <vt:lpstr>PowerPoint Presentation</vt:lpstr>
      <vt:lpstr>Excess Supply</vt:lpstr>
      <vt:lpstr>Excess Demand</vt:lpstr>
      <vt:lpstr>Law of supply and demand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Di Mattia Alessandro Edoardo Giorgio David</cp:lastModifiedBy>
  <cp:revision>16</cp:revision>
  <dcterms:created xsi:type="dcterms:W3CDTF">2021-07-15T16:00:15Z</dcterms:created>
  <dcterms:modified xsi:type="dcterms:W3CDTF">2021-09-23T16:47:13Z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</Properties>
</file>