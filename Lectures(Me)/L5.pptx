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0"/>
  </p:notesMasterIdLst>
  <p:handoutMasterIdLst>
    <p:handoutMasterId r:id="rId21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94"/>
  </p:normalViewPr>
  <p:slideViewPr>
    <p:cSldViewPr snapToGrid="0" snapToObjects="1">
      <p:cViewPr varScale="1">
        <p:scale>
          <a:sx n="87" d="100"/>
          <a:sy n="87" d="100"/>
        </p:scale>
        <p:origin x="250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Di Mattia Alessandro Edoardo Giorgio David" userId="f8954a66-e5ad-4a1c-9536-1d2117047f5f" providerId="ADAL" clId="{96580939-3941-4AA9-9C7B-12A6F94E39B6}"/>
    <pc:docChg chg="modSld">
      <pc:chgData name="Di Mattia Alessandro Edoardo Giorgio David" userId="f8954a66-e5ad-4a1c-9536-1d2117047f5f" providerId="ADAL" clId="{96580939-3941-4AA9-9C7B-12A6F94E39B6}" dt="2021-10-11T07:59:22.819" v="0" actId="1076"/>
      <pc:docMkLst>
        <pc:docMk/>
      </pc:docMkLst>
      <pc:sldChg chg="modSp mod">
        <pc:chgData name="Di Mattia Alessandro Edoardo Giorgio David" userId="f8954a66-e5ad-4a1c-9536-1d2117047f5f" providerId="ADAL" clId="{96580939-3941-4AA9-9C7B-12A6F94E39B6}" dt="2021-10-11T07:59:22.819" v="0" actId="1076"/>
        <pc:sldMkLst>
          <pc:docMk/>
          <pc:sldMk cId="2825981100" sldId="284"/>
        </pc:sldMkLst>
        <pc:picChg chg="mod">
          <ac:chgData name="Di Mattia Alessandro Edoardo Giorgio David" userId="f8954a66-e5ad-4a1c-9536-1d2117047f5f" providerId="ADAL" clId="{96580939-3941-4AA9-9C7B-12A6F94E39B6}" dt="2021-10-11T07:59:22.819" v="0" actId="1076"/>
          <ac:picMkLst>
            <pc:docMk/>
            <pc:sldMk cId="2825981100" sldId="284"/>
            <ac:picMk id="5" creationId="{A194120F-38EF-4FAB-9037-50EAE8E371C5}"/>
          </ac:picMkLst>
        </pc:picChg>
      </pc:sldChg>
    </pc:docChg>
  </pc:docChgLst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11.10.2021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11.10.2021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#5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Supply</a:t>
            </a:r>
            <a:endParaRPr lang="en-GB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A8DA-7280-4BA1-B96F-CA43566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3D46-AA8E-4DB8-ABB6-F6A771FB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Quantity supplied of any good or service is the amount that sellers are willing and able to sell.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The law of supply</a:t>
            </a:r>
            <a:r>
              <a:rPr lang="en-US" sz="2400" dirty="0"/>
              <a:t>: Other things equal, when the price of a good rises, the quantity supplied of good also rises and vise versa.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Supply schedule  </a:t>
            </a:r>
            <a:r>
              <a:rPr lang="en-US" sz="2400" dirty="0"/>
              <a:t>- A table that describes how much product a supplier will have to produce to meet consumer demand at a specific price based on the supply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6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12F8-E960-4C94-B722-0CD62652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schedule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416856-1617-46F9-A8E7-0220ADA29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345" y="1545392"/>
            <a:ext cx="7535309" cy="3090940"/>
          </a:xfrm>
        </p:spPr>
      </p:pic>
    </p:spTree>
    <p:extLst>
      <p:ext uri="{BB962C8B-B14F-4D97-AF65-F5344CB8AC3E}">
        <p14:creationId xmlns:p14="http://schemas.microsoft.com/office/powerpoint/2010/main" val="196072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4FBA-7DEF-40D1-9B6F-00EBC785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 Curve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1B6D-5C0A-45B0-B15C-B4EA4532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The Supply curve shows the correlation between the cost of a good or service and the quantity supplied for a given period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893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94120F-38EF-4FAB-9037-50EAE8E371C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223084" y="275948"/>
            <a:ext cx="5843587" cy="46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3FF3-619B-4850-A7E9-A0146E72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Individual Supply VS Market Supply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31DB-ED7C-45F1-8CB7-0191CC667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u="sng" dirty="0"/>
              <a:t>Individual</a:t>
            </a:r>
            <a:r>
              <a:rPr lang="it-IT" sz="2400" dirty="0"/>
              <a:t> Supply refers to the quantity of a good or service supplied by a </a:t>
            </a:r>
            <a:r>
              <a:rPr lang="it-IT" sz="2400" u="sng" dirty="0"/>
              <a:t>single seller</a:t>
            </a:r>
          </a:p>
          <a:p>
            <a:r>
              <a:rPr lang="it-IT" sz="2400" u="sng" dirty="0"/>
              <a:t>Individual</a:t>
            </a:r>
            <a:r>
              <a:rPr lang="it-IT" sz="2400" dirty="0"/>
              <a:t> supply is a </a:t>
            </a:r>
            <a:r>
              <a:rPr lang="it-IT" sz="2400" u="sng" dirty="0"/>
              <a:t>component</a:t>
            </a:r>
            <a:r>
              <a:rPr lang="it-IT" sz="2400" dirty="0"/>
              <a:t> of Market Supply</a:t>
            </a:r>
          </a:p>
          <a:p>
            <a:r>
              <a:rPr lang="en-US" sz="2400" u="sng" dirty="0"/>
              <a:t>Market </a:t>
            </a:r>
            <a:r>
              <a:rPr lang="en-US" sz="2400" dirty="0"/>
              <a:t>supply refers to the quantity of a good or service supplied by all the sellers or firms in the market.</a:t>
            </a:r>
          </a:p>
          <a:p>
            <a:r>
              <a:rPr lang="it-IT" sz="2400" dirty="0"/>
              <a:t>Market Supply is shown by the Market Supply Schedule and Market Supply Curve</a:t>
            </a:r>
          </a:p>
          <a:p>
            <a:r>
              <a:rPr lang="it-IT" sz="2400" dirty="0"/>
              <a:t>Market Supply is the aggregation of different indivual supplies</a:t>
            </a: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35021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A9857E-6C86-42AE-B524-9B9A96D64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97" y="1363851"/>
            <a:ext cx="7541406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4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D0571-C88A-491F-95AE-99E3F5AD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91" y="297455"/>
            <a:ext cx="7155018" cy="3246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1BF28D-CB7B-4348-9A5E-0CCAF8AE4C6E}"/>
              </a:ext>
            </a:extLst>
          </p:cNvPr>
          <p:cNvSpPr txBox="1"/>
          <p:nvPr/>
        </p:nvSpPr>
        <p:spPr>
          <a:xfrm>
            <a:off x="1388125" y="3734718"/>
            <a:ext cx="651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Individual Supply is relatively steepr while Market Supply is relatively flatter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EA24-FE9C-4433-99EE-B5003E3A7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 Determinants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421E03-EDFC-460B-98B8-AFB44F07B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781" y="1597446"/>
            <a:ext cx="5034082" cy="344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2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989E-D494-4FFE-A8AE-A3E7A4D0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Input Prices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47D8-33AF-432A-B65C-444A87600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As the price of a sold goods rises, profitability decreases: leading to a decrease in the quantity of good supplied </a:t>
            </a:r>
            <a:r>
              <a:rPr lang="it-IT" u="sng" dirty="0"/>
              <a:t>at any price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FF0E1-A43B-4C46-B719-29008CB0B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91" y="2117492"/>
            <a:ext cx="4779619" cy="289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8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E921-6333-4051-9D40-1D59F0E2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ADD5-62B7-4755-B2F3-7B748B284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Technological improvements (and any changes that raise the productivity of labor) lower production costs and increase profitability.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14C5B-B9B4-4718-9D84-A1F7112D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458" y="1884983"/>
            <a:ext cx="5636925" cy="341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91212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3376</TotalTime>
  <Words>246</Words>
  <Application>Microsoft Office PowerPoint</Application>
  <PresentationFormat>On-screen Show (16:10)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#5 Supply</vt:lpstr>
      <vt:lpstr>Supply</vt:lpstr>
      <vt:lpstr>Supply schedule</vt:lpstr>
      <vt:lpstr>Supply Curve</vt:lpstr>
      <vt:lpstr>PowerPoint Presentation</vt:lpstr>
      <vt:lpstr>Individual Supply VS Market Supply</vt:lpstr>
      <vt:lpstr>PowerPoint Presentation</vt:lpstr>
      <vt:lpstr>PowerPoint Presentation</vt:lpstr>
      <vt:lpstr>Supply Determinants</vt:lpstr>
      <vt:lpstr>Input Prices</vt:lpstr>
      <vt:lpstr>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Di Mattia Alessandro Edoardo Giorgio David</cp:lastModifiedBy>
  <cp:revision>15</cp:revision>
  <dcterms:created xsi:type="dcterms:W3CDTF">2021-07-15T16:00:15Z</dcterms:created>
  <dcterms:modified xsi:type="dcterms:W3CDTF">2021-10-11T07:59:49Z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</Properties>
</file>